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pptx" ContentType="application/vnd.openxmlformats-officedocument.presentationml.presentation"/>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theme/themeOverride1.xml" ContentType="application/vnd.openxmlformats-officedocument.themeOverr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8" r:id="rId4"/>
  </p:sldMasterIdLst>
  <p:notesMasterIdLst>
    <p:notesMasterId r:id="rId48"/>
  </p:notesMasterIdLst>
  <p:handoutMasterIdLst>
    <p:handoutMasterId r:id="rId49"/>
  </p:handoutMasterIdLst>
  <p:sldIdLst>
    <p:sldId id="772" r:id="rId5"/>
    <p:sldId id="267" r:id="rId6"/>
    <p:sldId id="796" r:id="rId7"/>
    <p:sldId id="774" r:id="rId8"/>
    <p:sldId id="2147476112" r:id="rId9"/>
    <p:sldId id="773" r:id="rId10"/>
    <p:sldId id="775" r:id="rId11"/>
    <p:sldId id="779" r:id="rId12"/>
    <p:sldId id="776" r:id="rId13"/>
    <p:sldId id="781" r:id="rId14"/>
    <p:sldId id="802" r:id="rId15"/>
    <p:sldId id="2147476114" r:id="rId16"/>
    <p:sldId id="269" r:id="rId17"/>
    <p:sldId id="778" r:id="rId18"/>
    <p:sldId id="783" r:id="rId19"/>
    <p:sldId id="782" r:id="rId20"/>
    <p:sldId id="780" r:id="rId21"/>
    <p:sldId id="279" r:id="rId22"/>
    <p:sldId id="328" r:id="rId23"/>
    <p:sldId id="784" r:id="rId24"/>
    <p:sldId id="2147476115" r:id="rId25"/>
    <p:sldId id="282" r:id="rId26"/>
    <p:sldId id="769" r:id="rId27"/>
    <p:sldId id="770" r:id="rId28"/>
    <p:sldId id="296" r:id="rId29"/>
    <p:sldId id="280" r:id="rId30"/>
    <p:sldId id="756" r:id="rId31"/>
    <p:sldId id="785" r:id="rId32"/>
    <p:sldId id="800" r:id="rId33"/>
    <p:sldId id="798" r:id="rId34"/>
    <p:sldId id="801" r:id="rId35"/>
    <p:sldId id="797" r:id="rId36"/>
    <p:sldId id="786" r:id="rId37"/>
    <p:sldId id="788" r:id="rId38"/>
    <p:sldId id="791" r:id="rId39"/>
    <p:sldId id="792" r:id="rId40"/>
    <p:sldId id="314" r:id="rId41"/>
    <p:sldId id="790" r:id="rId42"/>
    <p:sldId id="795" r:id="rId43"/>
    <p:sldId id="787" r:id="rId44"/>
    <p:sldId id="789" r:id="rId45"/>
    <p:sldId id="793" r:id="rId46"/>
    <p:sldId id="794" r:id="rId47"/>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2CE53B1-6E21-4B1D-6692-0265EE7D48FE}" name="Singh, Jagmeet" initials="SJ" userId="S::n805706@sbna.santander.us::2a44bece-2d8e-441b-9b19-cadde5aae49e" providerId="AD"/>
  <p188:author id="{C2FFEEB9-6013-4860-6922-9046D05531D5}" name="Jayavelu, Balaji" initials="JB" userId="S::n894358@sbna.santander.us::712fe9ee-f077-47e3-bea7-da59e4bee40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0000"/>
    <a:srgbClr val="D25252"/>
    <a:srgbClr val="5252D2"/>
    <a:srgbClr val="7F7F7F"/>
    <a:srgbClr val="D9D9D9"/>
    <a:srgbClr val="DEEDF2"/>
    <a:srgbClr val="3C3C3B"/>
    <a:srgbClr val="36363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734" autoAdjust="0"/>
    <p:restoredTop sz="94660"/>
  </p:normalViewPr>
  <p:slideViewPr>
    <p:cSldViewPr snapToGrid="0" showGuides="1">
      <p:cViewPr varScale="1">
        <p:scale>
          <a:sx n="78" d="100"/>
          <a:sy n="78" d="100"/>
        </p:scale>
        <p:origin x="893" y="72"/>
      </p:cViewPr>
      <p:guideLst>
        <p:guide orient="horz" pos="2160"/>
        <p:guide pos="3840"/>
      </p:guideLst>
    </p:cSldViewPr>
  </p:slideViewPr>
  <p:notesTextViewPr>
    <p:cViewPr>
      <p:scale>
        <a:sx n="1" d="1"/>
        <a:sy n="1" d="1"/>
      </p:scale>
      <p:origin x="0" y="0"/>
    </p:cViewPr>
  </p:notesTextViewPr>
  <p:sorterViewPr>
    <p:cViewPr>
      <p:scale>
        <a:sx n="100" d="100"/>
        <a:sy n="100" d="100"/>
      </p:scale>
      <p:origin x="0" y="-10720"/>
    </p:cViewPr>
  </p:sorterViewPr>
  <p:notesViewPr>
    <p:cSldViewPr snapToGrid="0">
      <p:cViewPr varScale="1">
        <p:scale>
          <a:sx n="55" d="100"/>
          <a:sy n="55" d="100"/>
        </p:scale>
        <p:origin x="2880"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handoutMaster" Target="handoutMasters/handoutMaster1.xml"/></Relationships>
</file>

<file path=ppt/diagrams/_rels/data1.xml.rels><?xml version="1.0" encoding="UTF-8" standalone="yes"?>
<Relationships xmlns="http://schemas.openxmlformats.org/package/2006/relationships"><Relationship Id="rId1" Type="http://schemas.openxmlformats.org/officeDocument/2006/relationships/image" Target="../media/image19.png"/></Relationships>
</file>

<file path=ppt/diagrams/_rels/drawing1.xml.rels><?xml version="1.0" encoding="UTF-8" standalone="yes"?>
<Relationships xmlns="http://schemas.openxmlformats.org/package/2006/relationships"><Relationship Id="rId1" Type="http://schemas.openxmlformats.org/officeDocument/2006/relationships/image" Target="../media/image19.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A1A04BC-5D88-4C7F-9756-DA256928EA24}" type="doc">
      <dgm:prSet loTypeId="urn:microsoft.com/office/officeart/2008/layout/HexagonCluster" loCatId="picture" qsTypeId="urn:microsoft.com/office/officeart/2005/8/quickstyle/simple1" qsCatId="simple" csTypeId="urn:microsoft.com/office/officeart/2005/8/colors/accent1_2" csCatId="accent1" phldr="1"/>
      <dgm:spPr/>
    </dgm:pt>
    <dgm:pt modelId="{A60848D6-BD58-4265-BCBA-EFAEB1ABA5CB}">
      <dgm:prSet phldrT="[Texto]"/>
      <dgm:spPr>
        <a:solidFill>
          <a:srgbClr val="92D050"/>
        </a:solidFill>
        <a:ln>
          <a:solidFill>
            <a:schemeClr val="bg1"/>
          </a:solidFill>
        </a:ln>
      </dgm:spPr>
      <dgm:t>
        <a:bodyPr/>
        <a:lstStyle/>
        <a:p>
          <a:endParaRPr lang="es-MX"/>
        </a:p>
      </dgm:t>
    </dgm:pt>
    <dgm:pt modelId="{9B04ACC6-4CF0-47F1-AABC-C0813911ED14}" type="parTrans" cxnId="{6CE54880-7345-43FA-8292-C35954292FA6}">
      <dgm:prSet/>
      <dgm:spPr/>
      <dgm:t>
        <a:bodyPr/>
        <a:lstStyle/>
        <a:p>
          <a:endParaRPr lang="es-MX"/>
        </a:p>
      </dgm:t>
    </dgm:pt>
    <dgm:pt modelId="{8F1EDDD8-6E93-460E-81E0-62A6C5F22F60}" type="sibTrans" cxnId="{6CE54880-7345-43FA-8292-C35954292FA6}">
      <dgm:prSet/>
      <dgm:spPr>
        <a:blipFill>
          <a:blip xmlns:r="http://schemas.openxmlformats.org/officeDocument/2006/relationships" r:embed="rId1" cstate="print">
            <a:extLst>
              <a:ext uri="{28A0092B-C50C-407E-A947-70E740481C1C}">
                <a14:useLocalDpi xmlns:a14="http://schemas.microsoft.com/office/drawing/2010/main" val="0"/>
              </a:ext>
            </a:extLst>
          </a:blip>
          <a:srcRect/>
          <a:stretch>
            <a:fillRect t="-15000" b="-15000"/>
          </a:stretch>
        </a:blipFill>
        <a:ln>
          <a:solidFill>
            <a:srgbClr val="00B050"/>
          </a:solidFill>
        </a:ln>
      </dgm:spPr>
      <dgm:t>
        <a:bodyPr/>
        <a:lstStyle/>
        <a:p>
          <a:endParaRPr lang="es-MX"/>
        </a:p>
      </dgm:t>
    </dgm:pt>
    <dgm:pt modelId="{52AA544E-68AF-4380-915D-7D523E338379}" type="pres">
      <dgm:prSet presAssocID="{AA1A04BC-5D88-4C7F-9756-DA256928EA24}" presName="Name0" presStyleCnt="0">
        <dgm:presLayoutVars>
          <dgm:chMax val="21"/>
          <dgm:chPref val="21"/>
        </dgm:presLayoutVars>
      </dgm:prSet>
      <dgm:spPr/>
    </dgm:pt>
    <dgm:pt modelId="{F77272EC-DC86-4CF3-92C8-2F24073C1282}" type="pres">
      <dgm:prSet presAssocID="{A60848D6-BD58-4265-BCBA-EFAEB1ABA5CB}" presName="text1" presStyleCnt="0"/>
      <dgm:spPr/>
    </dgm:pt>
    <dgm:pt modelId="{96B736D1-01A8-4FA8-9ACD-946E6253B0C5}" type="pres">
      <dgm:prSet presAssocID="{A60848D6-BD58-4265-BCBA-EFAEB1ABA5CB}" presName="textRepeatNode" presStyleLbl="alignNode1" presStyleIdx="0" presStyleCnt="1" custLinFactNeighborX="-3132" custLinFactNeighborY="-26238">
        <dgm:presLayoutVars>
          <dgm:chMax val="0"/>
          <dgm:chPref val="0"/>
          <dgm:bulletEnabled val="1"/>
        </dgm:presLayoutVars>
      </dgm:prSet>
      <dgm:spPr/>
    </dgm:pt>
    <dgm:pt modelId="{251A7AE2-5BAA-4488-B300-D4056277CDE2}" type="pres">
      <dgm:prSet presAssocID="{A60848D6-BD58-4265-BCBA-EFAEB1ABA5CB}" presName="textaccent1" presStyleCnt="0"/>
      <dgm:spPr/>
    </dgm:pt>
    <dgm:pt modelId="{85C588C5-8F4E-44F6-AEFF-E993DF0432E5}" type="pres">
      <dgm:prSet presAssocID="{A60848D6-BD58-4265-BCBA-EFAEB1ABA5CB}" presName="accentRepeatNode" presStyleLbl="solidAlignAcc1" presStyleIdx="0" presStyleCnt="2" custScaleX="754234" custScaleY="731487" custLinFactY="-400000" custLinFactNeighborX="-7861" custLinFactNeighborY="-483970"/>
      <dgm:spPr>
        <a:solidFill>
          <a:srgbClr val="92D050"/>
        </a:solidFill>
        <a:ln>
          <a:solidFill>
            <a:schemeClr val="bg1"/>
          </a:solidFill>
        </a:ln>
      </dgm:spPr>
    </dgm:pt>
    <dgm:pt modelId="{DEBAC0E2-4677-4E5F-BFF4-24C547A546B5}" type="pres">
      <dgm:prSet presAssocID="{8F1EDDD8-6E93-460E-81E0-62A6C5F22F60}" presName="image1" presStyleCnt="0"/>
      <dgm:spPr/>
    </dgm:pt>
    <dgm:pt modelId="{155D5851-5009-4C13-A9CF-64E3546312A5}" type="pres">
      <dgm:prSet presAssocID="{8F1EDDD8-6E93-460E-81E0-62A6C5F22F60}" presName="imageRepeatNode" presStyleLbl="alignAcc1" presStyleIdx="0" presStyleCnt="1" custScaleX="91076" custScaleY="84828" custLinFactY="14307" custLinFactNeighborX="69790" custLinFactNeighborY="100000"/>
      <dgm:spPr/>
    </dgm:pt>
    <dgm:pt modelId="{DE9F9D64-40EE-466D-9537-43B634F898AB}" type="pres">
      <dgm:prSet presAssocID="{8F1EDDD8-6E93-460E-81E0-62A6C5F22F60}" presName="imageaccent1" presStyleCnt="0"/>
      <dgm:spPr/>
    </dgm:pt>
    <dgm:pt modelId="{A00062D0-AC4E-42F0-BDA3-261B37709350}" type="pres">
      <dgm:prSet presAssocID="{8F1EDDD8-6E93-460E-81E0-62A6C5F22F60}" presName="accentRepeatNode" presStyleLbl="solidAlignAcc1" presStyleIdx="1" presStyleCnt="2" custScaleX="798920" custScaleY="742600" custLinFactX="-100000" custLinFactY="-73614" custLinFactNeighborX="-130330" custLinFactNeighborY="-100000"/>
      <dgm:spPr>
        <a:solidFill>
          <a:srgbClr val="92D050"/>
        </a:solidFill>
        <a:ln>
          <a:solidFill>
            <a:schemeClr val="bg1"/>
          </a:solidFill>
        </a:ln>
      </dgm:spPr>
    </dgm:pt>
  </dgm:ptLst>
  <dgm:cxnLst>
    <dgm:cxn modelId="{9CB31253-4BAC-4B22-AD35-AEC35AB50A29}" type="presOf" srcId="{8F1EDDD8-6E93-460E-81E0-62A6C5F22F60}" destId="{155D5851-5009-4C13-A9CF-64E3546312A5}" srcOrd="0" destOrd="0" presId="urn:microsoft.com/office/officeart/2008/layout/HexagonCluster"/>
    <dgm:cxn modelId="{6CE54880-7345-43FA-8292-C35954292FA6}" srcId="{AA1A04BC-5D88-4C7F-9756-DA256928EA24}" destId="{A60848D6-BD58-4265-BCBA-EFAEB1ABA5CB}" srcOrd="0" destOrd="0" parTransId="{9B04ACC6-4CF0-47F1-AABC-C0813911ED14}" sibTransId="{8F1EDDD8-6E93-460E-81E0-62A6C5F22F60}"/>
    <dgm:cxn modelId="{342AF2B0-08F3-46A0-A191-22C090CABBB9}" type="presOf" srcId="{A60848D6-BD58-4265-BCBA-EFAEB1ABA5CB}" destId="{96B736D1-01A8-4FA8-9ACD-946E6253B0C5}" srcOrd="0" destOrd="0" presId="urn:microsoft.com/office/officeart/2008/layout/HexagonCluster"/>
    <dgm:cxn modelId="{8EB3F2E1-7CBB-4984-88B8-7A64305343B7}" type="presOf" srcId="{AA1A04BC-5D88-4C7F-9756-DA256928EA24}" destId="{52AA544E-68AF-4380-915D-7D523E338379}" srcOrd="0" destOrd="0" presId="urn:microsoft.com/office/officeart/2008/layout/HexagonCluster"/>
    <dgm:cxn modelId="{DC525CED-795E-44EC-816A-1243277FCEE0}" type="presParOf" srcId="{52AA544E-68AF-4380-915D-7D523E338379}" destId="{F77272EC-DC86-4CF3-92C8-2F24073C1282}" srcOrd="0" destOrd="0" presId="urn:microsoft.com/office/officeart/2008/layout/HexagonCluster"/>
    <dgm:cxn modelId="{F67A345D-D000-437F-B2C2-68E9328BDE60}" type="presParOf" srcId="{F77272EC-DC86-4CF3-92C8-2F24073C1282}" destId="{96B736D1-01A8-4FA8-9ACD-946E6253B0C5}" srcOrd="0" destOrd="0" presId="urn:microsoft.com/office/officeart/2008/layout/HexagonCluster"/>
    <dgm:cxn modelId="{CCA5185D-4738-4CE1-B4BC-C9A5E0F2BA7F}" type="presParOf" srcId="{52AA544E-68AF-4380-915D-7D523E338379}" destId="{251A7AE2-5BAA-4488-B300-D4056277CDE2}" srcOrd="1" destOrd="0" presId="urn:microsoft.com/office/officeart/2008/layout/HexagonCluster"/>
    <dgm:cxn modelId="{0882E862-D45B-4C95-9770-53813657EBE2}" type="presParOf" srcId="{251A7AE2-5BAA-4488-B300-D4056277CDE2}" destId="{85C588C5-8F4E-44F6-AEFF-E993DF0432E5}" srcOrd="0" destOrd="0" presId="urn:microsoft.com/office/officeart/2008/layout/HexagonCluster"/>
    <dgm:cxn modelId="{2A8AE26C-18EE-474A-8287-10A17BF9F03F}" type="presParOf" srcId="{52AA544E-68AF-4380-915D-7D523E338379}" destId="{DEBAC0E2-4677-4E5F-BFF4-24C547A546B5}" srcOrd="2" destOrd="0" presId="urn:microsoft.com/office/officeart/2008/layout/HexagonCluster"/>
    <dgm:cxn modelId="{0632729E-4E4F-486F-A1C4-DE412D0C5D73}" type="presParOf" srcId="{DEBAC0E2-4677-4E5F-BFF4-24C547A546B5}" destId="{155D5851-5009-4C13-A9CF-64E3546312A5}" srcOrd="0" destOrd="0" presId="urn:microsoft.com/office/officeart/2008/layout/HexagonCluster"/>
    <dgm:cxn modelId="{F1C2ED00-435B-4B56-AEC6-A29874F68B2E}" type="presParOf" srcId="{52AA544E-68AF-4380-915D-7D523E338379}" destId="{DE9F9D64-40EE-466D-9537-43B634F898AB}" srcOrd="3" destOrd="0" presId="urn:microsoft.com/office/officeart/2008/layout/HexagonCluster"/>
    <dgm:cxn modelId="{BB366D08-4170-48D7-B59B-3567A223DD53}" type="presParOf" srcId="{DE9F9D64-40EE-466D-9537-43B634F898AB}" destId="{A00062D0-AC4E-42F0-BDA3-261B37709350}" srcOrd="0" destOrd="0" presId="urn:microsoft.com/office/officeart/2008/layout/HexagonCluster"/>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B736D1-01A8-4FA8-9ACD-946E6253B0C5}">
      <dsp:nvSpPr>
        <dsp:cNvPr id="0" name=""/>
        <dsp:cNvSpPr/>
      </dsp:nvSpPr>
      <dsp:spPr>
        <a:xfrm>
          <a:off x="147857" y="119598"/>
          <a:ext cx="191306" cy="164746"/>
        </a:xfrm>
        <a:prstGeom prst="hexagon">
          <a:avLst>
            <a:gd name="adj" fmla="val 25000"/>
            <a:gd name="vf" fmla="val 115470"/>
          </a:avLst>
        </a:prstGeom>
        <a:solidFill>
          <a:srgbClr val="92D050"/>
        </a:solidFill>
        <a:ln w="1270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8890" rIns="0" bIns="8890" numCol="1" spcCol="1270" anchor="ctr" anchorCtr="0">
          <a:noAutofit/>
        </a:bodyPr>
        <a:lstStyle/>
        <a:p>
          <a:pPr marL="0" lvl="0" indent="0" algn="ctr" defTabSz="311150">
            <a:lnSpc>
              <a:spcPct val="90000"/>
            </a:lnSpc>
            <a:spcBef>
              <a:spcPct val="0"/>
            </a:spcBef>
            <a:spcAft>
              <a:spcPct val="35000"/>
            </a:spcAft>
            <a:buNone/>
          </a:pPr>
          <a:endParaRPr lang="es-MX" sz="700" kern="1200"/>
        </a:p>
      </dsp:txBody>
      <dsp:txXfrm>
        <a:off x="177528" y="145150"/>
        <a:ext cx="131964" cy="113642"/>
      </dsp:txXfrm>
    </dsp:sp>
    <dsp:sp modelId="{85C588C5-8F4E-44F6-AEFF-E993DF0432E5}">
      <dsp:nvSpPr>
        <dsp:cNvPr id="0" name=""/>
        <dsp:cNvSpPr/>
      </dsp:nvSpPr>
      <dsp:spPr>
        <a:xfrm>
          <a:off x="83493" y="4380"/>
          <a:ext cx="168403" cy="140963"/>
        </a:xfrm>
        <a:prstGeom prst="hexagon">
          <a:avLst>
            <a:gd name="adj" fmla="val 25000"/>
            <a:gd name="vf" fmla="val 115470"/>
          </a:avLst>
        </a:prstGeom>
        <a:solidFill>
          <a:srgbClr val="92D050"/>
        </a:solidFill>
        <a:ln w="12700" cap="flat" cmpd="sng" algn="ctr">
          <a:solidFill>
            <a:schemeClr val="bg1"/>
          </a:solidFill>
          <a:prstDash val="solid"/>
          <a:miter lim="800000"/>
        </a:ln>
        <a:effectLst/>
      </dsp:spPr>
      <dsp:style>
        <a:lnRef idx="2">
          <a:scrgbClr r="0" g="0" b="0"/>
        </a:lnRef>
        <a:fillRef idx="1">
          <a:scrgbClr r="0" g="0" b="0"/>
        </a:fillRef>
        <a:effectRef idx="0">
          <a:scrgbClr r="0" g="0" b="0"/>
        </a:effectRef>
        <a:fontRef idx="minor"/>
      </dsp:style>
    </dsp:sp>
    <dsp:sp modelId="{155D5851-5009-4C13-A9CF-64E3546312A5}">
      <dsp:nvSpPr>
        <dsp:cNvPr id="0" name=""/>
        <dsp:cNvSpPr/>
      </dsp:nvSpPr>
      <dsp:spPr>
        <a:xfrm>
          <a:off x="137604" y="276021"/>
          <a:ext cx="174011" cy="139708"/>
        </a:xfrm>
        <a:prstGeom prst="hexagon">
          <a:avLst>
            <a:gd name="adj" fmla="val 25000"/>
            <a:gd name="vf" fmla="val 115470"/>
          </a:avLst>
        </a:prstGeom>
        <a:blipFill>
          <a:blip xmlns:r="http://schemas.openxmlformats.org/officeDocument/2006/relationships" r:embed="rId1" cstate="print">
            <a:extLst>
              <a:ext uri="{28A0092B-C50C-407E-A947-70E740481C1C}">
                <a14:useLocalDpi xmlns:a14="http://schemas.microsoft.com/office/drawing/2010/main" val="0"/>
              </a:ext>
            </a:extLst>
          </a:blip>
          <a:srcRect/>
          <a:stretch>
            <a:fillRect t="-15000" b="-15000"/>
          </a:stretch>
        </a:blipFill>
        <a:ln w="12700" cap="flat" cmpd="sng" algn="ctr">
          <a:solidFill>
            <a:srgbClr val="00B050"/>
          </a:solidFill>
          <a:prstDash val="solid"/>
          <a:miter lim="800000"/>
        </a:ln>
        <a:effectLst/>
      </dsp:spPr>
      <dsp:style>
        <a:lnRef idx="2">
          <a:scrgbClr r="0" g="0" b="0"/>
        </a:lnRef>
        <a:fillRef idx="1">
          <a:scrgbClr r="0" g="0" b="0"/>
        </a:fillRef>
        <a:effectRef idx="0">
          <a:scrgbClr r="0" g="0" b="0"/>
        </a:effectRef>
        <a:fontRef idx="minor"/>
      </dsp:style>
    </dsp:sp>
    <dsp:sp modelId="{A00062D0-AC4E-42F0-BDA3-261B37709350}">
      <dsp:nvSpPr>
        <dsp:cNvPr id="0" name=""/>
        <dsp:cNvSpPr/>
      </dsp:nvSpPr>
      <dsp:spPr>
        <a:xfrm>
          <a:off x="0" y="122189"/>
          <a:ext cx="178381" cy="143104"/>
        </a:xfrm>
        <a:prstGeom prst="hexagon">
          <a:avLst>
            <a:gd name="adj" fmla="val 25000"/>
            <a:gd name="vf" fmla="val 115470"/>
          </a:avLst>
        </a:prstGeom>
        <a:solidFill>
          <a:srgbClr val="92D050"/>
        </a:solidFill>
        <a:ln w="12700" cap="flat" cmpd="sng" algn="ctr">
          <a:solidFill>
            <a:schemeClr val="bg1"/>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HexagonCluster">
  <dgm:title val=""/>
  <dgm:desc val=""/>
  <dgm:catLst>
    <dgm:cat type="picture" pri="21000"/>
    <dgm:cat type="relationship" pri="3200"/>
    <dgm:cat type="pictureconvert" pri="21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tyleData>
  <dgm:clr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clrData>
  <dgm:layoutNode name="Name0">
    <dgm:varLst>
      <dgm:chMax val="21"/>
      <dgm:chPref val="21"/>
    </dgm:varLst>
    <dgm:shape xmlns:r="http://schemas.openxmlformats.org/officeDocument/2006/relationships" r:blip="">
      <dgm:adjLst/>
    </dgm:shape>
    <dgm:choose name="Name1">
      <dgm:if name="Name2" axis="ch" ptType="node" func="cnt" op="equ" val="1">
        <dgm:alg type="composite">
          <dgm:param type="ar" val="1.3871"/>
        </dgm:alg>
        <dgm:constrLst>
          <dgm:constr type="primFontSz" for="des" ptType="node" op="equ" val="65"/>
          <dgm:constr type="l" for="ch" forName="text1" refType="w" fact="0.4525"/>
          <dgm:constr type="t" for="ch" forName="text1" refType="h" fact="0.346"/>
          <dgm:constr type="w" for="ch" forName="text1" refType="w" fact="0.5475"/>
          <dgm:constr type="h" for="ch" forName="text1" refType="h" fact="0.654"/>
          <dgm:constr type="l" for="ch" forName="textaccent1" refType="w" fact="0.4652"/>
          <dgm:constr type="t" for="ch" forName="textaccent1" refType="h" fact="0.6348"/>
          <dgm:constr type="w" for="ch" forName="textaccent1" refType="w" fact="0.0639"/>
          <dgm:constr type="h" for="ch" forName="textaccent1" refType="h" fact="0.0765"/>
          <dgm:constr type="l" for="ch" forName="image1" refType="w" fact="0"/>
          <dgm:constr type="t" for="ch" forName="image1" refType="h" fact="0"/>
          <dgm:constr type="w" for="ch" forName="image1" refType="w" fact="0.5468"/>
          <dgm:constr type="h" for="ch" forName="image1" refType="h" fact="0.6538"/>
          <dgm:constr type="l" for="ch" forName="imageaccent1" refType="w" fact="0.3702"/>
          <dgm:constr type="t" for="ch" forName="imageaccent1" refType="h" fact="0.5633"/>
          <dgm:constr type="w" for="ch" forName="imageaccent1" refType="w" fact="0.0639"/>
          <dgm:constr type="h" for="ch" forName="imageaccent1" refType="h" fact="0.0765"/>
        </dgm:constrLst>
      </dgm:if>
      <dgm:if name="Name3" axis="ch" ptType="node" func="cnt" op="equ" val="2">
        <dgm:alg type="composite">
          <dgm:param type="ar" val="2.6443"/>
        </dgm:alg>
        <dgm:constrLst>
          <dgm:constr type="primFontSz" for="des" ptType="node" op="equ" val="65"/>
          <dgm:constr type="l" for="ch" forName="text1" refType="w" fact="0.2383"/>
          <dgm:constr type="t" for="ch" forName="text1" refType="h" fact="0.3501"/>
          <dgm:constr type="w" for="ch" forName="text1" refType="w" fact="0.285"/>
          <dgm:constr type="h" for="ch" forName="text1" refType="h" fact="0.6499"/>
          <dgm:constr type="l" for="ch" forName="textaccent1" refType="w" fact="0.2472"/>
          <dgm:constr type="t" for="ch" forName="textaccent1" refType="h" fact="0.6371"/>
          <dgm:constr type="w" for="ch" forName="textaccent1" refType="w" fact="0.0333"/>
          <dgm:constr type="h" for="ch" forName="textaccent1" refType="h" fact="0.076"/>
          <dgm:constr type="l" for="ch" forName="image1" refType="w" fact="0"/>
          <dgm:constr type="t" for="ch" forName="image1" refType="h" fact="0"/>
          <dgm:constr type="w" for="ch" forName="image1" refType="w" fact="0.285"/>
          <dgm:constr type="h" for="ch" forName="image1" refType="h" fact="0.6499"/>
          <dgm:constr type="l" for="ch" forName="imageaccent1" refType="w" fact="0.1942"/>
          <dgm:constr type="t" for="ch" forName="imageaccent1" refType="h" fact="0.5602"/>
          <dgm:constr type="w" for="ch" forName="imageaccent1" refType="w" fact="0.0333"/>
          <dgm:constr type="h" for="ch" forName="imageaccent1" refType="h" fact="0.076"/>
          <dgm:constr type="l" for="ch" forName="text2" refType="w" fact="0.4767"/>
          <dgm:constr type="t" for="ch" forName="text2" refType="h" fact="0"/>
          <dgm:constr type="w" for="ch" forName="text2" refType="w" fact="0.285"/>
          <dgm:constr type="h" for="ch" forName="text2" refType="h" fact="0.6499"/>
          <dgm:constr type="l" for="ch" forName="textaccent2" refType="w" fact="0.6709"/>
          <dgm:constr type="t" for="ch" forName="textaccent2" refType="h" fact="0.5602"/>
          <dgm:constr type="w" for="ch" forName="textaccent2" refType="w" fact="0.0333"/>
          <dgm:constr type="h" for="ch" forName="textaccent2" refType="h" fact="0.076"/>
          <dgm:constr type="l" for="ch" forName="image2" refType="w" fact="0.715"/>
          <dgm:constr type="t" for="ch" forName="image2" refType="h" fact="0.3501"/>
          <dgm:constr type="w" for="ch" forName="image2" refType="w" fact="0.285"/>
          <dgm:constr type="h" for="ch" forName="image2" refType="h" fact="0.6499"/>
          <dgm:constr type="l" for="ch" forName="imageaccent2" refType="w" fact="0.7239"/>
          <dgm:constr type="t" for="ch" forName="imageaccent2" refType="h" fact="0.6371"/>
          <dgm:constr type="w" for="ch" forName="imageaccent2" refType="w" fact="0.0333"/>
          <dgm:constr type="h" for="ch" forName="imageaccent2" refType="h" fact="0.076"/>
        </dgm:constrLst>
      </dgm:if>
      <dgm:if name="Name4" axis="ch" ptType="node" func="cnt" op="equ" val="3">
        <dgm:alg type="composite">
          <dgm:param type="ar" val="1.5623"/>
        </dgm:alg>
        <dgm:constrLst>
          <dgm:constr type="primFontSz" for="des" ptType="node" op="equ" val="65"/>
          <dgm:constr type="l" for="ch" forName="text1" refType="w" fact="0.2402"/>
          <dgm:constr type="t" for="ch" forName="text1" refType="h" fact="0.6215"/>
          <dgm:constr type="w" for="ch" forName="text1" refType="w" fact="0.281"/>
          <dgm:constr type="h" for="ch" forName="text1" refType="h" fact="0.3785"/>
          <dgm:constr type="l" for="ch" forName="textaccent1" refType="w" fact="0.2475"/>
          <dgm:constr type="t" for="ch" forName="textaccent1" refType="h" fact="0.7886"/>
          <dgm:constr type="w" for="ch" forName="textaccent1" refType="w" fact="0.0329"/>
          <dgm:constr type="h" for="ch" forName="textaccent1" refType="h" fact="0.0443"/>
          <dgm:constr type="l" for="ch" forName="image1" refType="w" fact="0"/>
          <dgm:constr type="t" for="ch" forName="image1" refType="h" fact="0.4182"/>
          <dgm:constr type="w" for="ch" forName="image1" refType="w" fact="0.281"/>
          <dgm:constr type="h" for="ch" forName="image1" refType="h" fact="0.3785"/>
          <dgm:constr type="l" for="ch" forName="imageaccent1" refType="w" fact="0.1913"/>
          <dgm:constr type="t" for="ch" forName="imageaccent1" refType="h" fact="0.7467"/>
          <dgm:constr type="w" for="ch" forName="imageaccent1" refType="w" fact="0.0329"/>
          <dgm:constr type="h" for="ch" forName="imageaccent1" refType="h" fact="0.0443"/>
          <dgm:constr type="l" for="ch" forName="text2" refType="w" fact="0.4796"/>
          <dgm:constr type="t" for="ch" forName="text2" refType="h" fact="0.4137"/>
          <dgm:constr type="w" for="ch" forName="text2" refType="w" fact="0.281"/>
          <dgm:constr type="h" for="ch" forName="text2" refType="h" fact="0.3785"/>
          <dgm:constr type="l" for="ch" forName="textaccent2" refType="w" fact="0.6717"/>
          <dgm:constr type="t" for="ch" forName="textaccent2" refType="h" fact="0.7418"/>
          <dgm:constr type="w" for="ch" forName="textaccent2" refType="w" fact="0.0329"/>
          <dgm:constr type="h" for="ch" forName="textaccent2" refType="h" fact="0.0443"/>
          <dgm:constr type="l" for="ch" forName="image2" refType="w" fact="0.719"/>
          <dgm:constr type="t" for="ch" forName="image2" refType="h" fact="0.6215"/>
          <dgm:constr type="w" for="ch" forName="image2" refType="w" fact="0.281"/>
          <dgm:constr type="h" for="ch" forName="image2" refType="h" fact="0.3785"/>
          <dgm:constr type="l" for="ch" forName="imageaccent2" refType="w" fact="0.7263"/>
          <dgm:constr type="t" for="ch" forName="imageaccent2" refType="h" fact="0.7886"/>
          <dgm:constr type="w" for="ch" forName="imageaccent2" refType="w" fact="0.0329"/>
          <dgm:constr type="h" for="ch" forName="imageaccent2" refType="h" fact="0.0443"/>
          <dgm:constr type="l" for="ch" forName="text3" refType="w" fact="0.2402"/>
          <dgm:constr type="t" for="ch" forName="text3" refType="h" fact="0.2068"/>
          <dgm:constr type="w" for="ch" forName="text3" refType="w" fact="0.281"/>
          <dgm:constr type="h" for="ch" forName="text3" refType="h" fact="0.3785"/>
          <dgm:constr type="l" for="ch" forName="textaccent3" refType="w" fact="0.4307"/>
          <dgm:constr type="t" for="ch" forName="textaccent3" refType="h" fact="0.215"/>
          <dgm:constr type="w" for="ch" forName="textaccent3" refType="w" fact="0.0329"/>
          <dgm:constr type="h" for="ch" forName="textaccent3" refType="h" fact="0.0443"/>
          <dgm:constr type="l" for="ch" forName="image3" refType="w" fact="0.4796"/>
          <dgm:constr type="t" for="ch" forName="image3" refType="h" fact="0"/>
          <dgm:constr type="w" for="ch" forName="image3" refType="w" fact="0.281"/>
          <dgm:constr type="h" for="ch" forName="image3" refType="h" fact="0.3785"/>
          <dgm:constr type="l" for="ch" forName="imageaccent3" refType="w" fact="0.4879"/>
          <dgm:constr type="t" for="ch" forName="imageaccent3" refType="h" fact="0.1662"/>
          <dgm:constr type="w" for="ch" forName="imageaccent3" refType="w" fact="0.0329"/>
          <dgm:constr type="h" for="ch" forName="imageaccent3" refType="h" fact="0.0443"/>
        </dgm:constrLst>
      </dgm:if>
      <dgm:if name="Name5" axis="ch" ptType="node" func="cnt" op="equ" val="4">
        <dgm:alg type="composite">
          <dgm:param type="ar" val="1.943"/>
        </dgm:alg>
        <dgm:constrLst>
          <dgm:constr type="primFontSz" for="des" ptType="node" op="equ" val="65"/>
          <dgm:constr type="l" for="ch" forName="image2" refType="w" fact="0.5787"/>
          <dgm:constr type="t" for="ch" forName="image2" refType="h" fact="0.6208"/>
          <dgm:constr type="w" for="ch" forName="image2" refType="w" fact="0.227"/>
          <dgm:constr type="h" for="ch" forName="image2" refType="h" fact="0.3786"/>
          <dgm:constr type="l" for="ch" forName="text4" refType="w" fact="0.5787"/>
          <dgm:constr type="t" for="ch" forName="text4" refType="h" fact="0.2081"/>
          <dgm:constr type="w" for="ch" forName="text4" refType="w" fact="0.227"/>
          <dgm:constr type="h" for="ch" forName="text4" refType="h" fact="0.3786"/>
          <dgm:constr type="l" for="ch" forName="text2" refType="w" fact="0.3852"/>
          <dgm:constr type="t" for="ch" forName="text2" refType="h" fact="0.4127"/>
          <dgm:constr type="w" for="ch" forName="text2" refType="w" fact="0.227"/>
          <dgm:constr type="h" for="ch" forName="text2" refType="h" fact="0.3786"/>
          <dgm:constr type="l" for="ch" forName="image3" refType="w" fact="0.3852"/>
          <dgm:constr type="t" for="ch" forName="image3" refType="h" fact="0"/>
          <dgm:constr type="w" for="ch" forName="image3" refType="w" fact="0.227"/>
          <dgm:constr type="h" for="ch" forName="image3" refType="h" fact="0.3786"/>
          <dgm:constr type="l" for="ch" forName="text1" refType="w" fact="0.1927"/>
          <dgm:constr type="t" for="ch" forName="text1" refType="h" fact="0.6214"/>
          <dgm:constr type="w" for="ch" forName="text1" refType="w" fact="0.227"/>
          <dgm:constr type="h" for="ch" forName="text1" refType="h" fact="0.3786"/>
          <dgm:constr type="l" for="ch" forName="textaccent1" refType="w" fact="0.1998"/>
          <dgm:constr type="t" for="ch" forName="textaccent1" refType="h" fact="0.7887"/>
          <dgm:constr type="w" for="ch" forName="textaccent1" refType="w" fact="0.0265"/>
          <dgm:constr type="h" for="ch" forName="textaccent1" refType="h" fact="0.0444"/>
          <dgm:constr type="l" for="ch" forName="image1" refType="w" fact="0"/>
          <dgm:constr type="t" for="ch" forName="image1" refType="h" fact="0.4156"/>
          <dgm:constr type="w" for="ch" forName="image1" refType="w" fact="0.227"/>
          <dgm:constr type="h" for="ch" forName="image1" refType="h" fact="0.3786"/>
          <dgm:constr type="l" for="ch" forName="imageaccent1" refType="w" fact="0.1537"/>
          <dgm:constr type="t" for="ch" forName="imageaccent1" refType="h" fact="0.7417"/>
          <dgm:constr type="w" for="ch" forName="imageaccent1" refType="w" fact="0.0265"/>
          <dgm:constr type="h" for="ch" forName="imageaccent1" refType="h" fact="0.0444"/>
          <dgm:constr type="l" for="ch" forName="textaccent2" refType="w" fact="0.5407"/>
          <dgm:constr type="t" for="ch" forName="textaccent2" refType="h" fact="0.7384"/>
          <dgm:constr type="w" for="ch" forName="textaccent2" refType="w" fact="0.0265"/>
          <dgm:constr type="h" for="ch" forName="textaccent2" refType="h" fact="0.0444"/>
          <dgm:constr type="l" for="ch" forName="imageaccent2" refType="w" fact="0.5839"/>
          <dgm:constr type="t" for="ch" forName="imageaccent2" refType="h" fact="0.7904"/>
          <dgm:constr type="w" for="ch" forName="imageaccent2" refType="w" fact="0.0265"/>
          <dgm:constr type="h" for="ch" forName="imageaccent2" refType="h" fact="0.0444"/>
          <dgm:constr type="l" for="ch" forName="text3" refType="w" fact="0.1927"/>
          <dgm:constr type="t" for="ch" forName="text3" refType="h" fact="0.2087"/>
          <dgm:constr type="w" for="ch" forName="text3" refType="w" fact="0.227"/>
          <dgm:constr type="h" for="ch" forName="text3" refType="h" fact="0.3786"/>
          <dgm:constr type="l" for="ch" forName="textaccent3" refType="w" fact="0.3472"/>
          <dgm:constr type="t" for="ch" forName="textaccent3" refType="h" fact="0.2165"/>
          <dgm:constr type="w" for="ch" forName="textaccent3" refType="w" fact="0.0265"/>
          <dgm:constr type="h" for="ch" forName="textaccent3" refType="h" fact="0.0444"/>
          <dgm:constr type="l" for="ch" forName="imageaccent3" refType="w" fact="0.3904"/>
          <dgm:constr type="t" for="ch" forName="imageaccent3" refType="h" fact="0.1678"/>
          <dgm:constr type="w" for="ch" forName="imageaccent3" refType="w" fact="0.0265"/>
          <dgm:constr type="h" for="ch" forName="imageaccent3" refType="h" fact="0.0444"/>
          <dgm:constr type="l" for="ch" forName="textaccent4" refType="w" fact="0.7739"/>
          <dgm:constr type="t" for="ch" forName="textaccent4" refType="h" fact="0.3752"/>
          <dgm:constr type="w" for="ch" forName="textaccent4" refType="w" fact="0.0265"/>
          <dgm:constr type="h" for="ch" forName="textaccent4" refType="h" fact="0.0444"/>
          <dgm:constr type="l" for="ch" forName="image4" refType="w" fact="0.773"/>
          <dgm:constr type="t" for="ch" forName="image4" refType="h" fact="0.4162"/>
          <dgm:constr type="w" for="ch" forName="image4" refType="w" fact="0.227"/>
          <dgm:constr type="h" for="ch" forName="image4" refType="h" fact="0.3786"/>
          <dgm:constr type="l" for="ch" forName="imageaccent4" refType="w" fact="0.8188"/>
          <dgm:constr type="t" for="ch" forName="imageaccent4" refType="h" fact="0.4229"/>
          <dgm:constr type="w" for="ch" forName="imageaccent4" refType="w" fact="0.0265"/>
          <dgm:constr type="h" for="ch" forName="imageaccent4" refType="h" fact="0.0444"/>
        </dgm:constrLst>
      </dgm:if>
      <dgm:if name="Name6" axis="ch" ptType="node" func="cnt" op="equ" val="5">
        <dgm:alg type="composite">
          <dgm:param type="ar" val="2.3203"/>
        </dgm:alg>
        <dgm:constrLst>
          <dgm:constr type="primFontSz" for="des" ptType="node" op="equ" val="65"/>
          <dgm:constr type="l" for="ch" forName="image4" refType="w" fact="0.6491"/>
          <dgm:constr type="t" for="ch" forName="image4" refType="h" fact="0.4193"/>
          <dgm:constr type="w" for="ch" forName="image4" refType="w" fact="0.1886"/>
          <dgm:constr type="h" for="ch" forName="image4" refType="h" fact="0.3757"/>
          <dgm:constr type="l" for="ch" forName="text5" refType="w" fact="0.6491"/>
          <dgm:constr type="t" for="ch" forName="text5" refType="h" fact="0.004"/>
          <dgm:constr type="w" for="ch" forName="text5" refType="w" fact="0.1886"/>
          <dgm:constr type="h" for="ch" forName="text5" refType="h" fact="0.3757"/>
          <dgm:constr type="l" for="ch" forName="image5" refType="w" fact="0.8114"/>
          <dgm:constr type="t" for="ch" forName="image5" refType="h" fact="0.2136"/>
          <dgm:constr type="w" for="ch" forName="image5" refType="w" fact="0.1886"/>
          <dgm:constr type="h" for="ch" forName="image5" refType="h" fact="0.3757"/>
          <dgm:constr type="l" for="ch" forName="image2" refType="w" fact="0.4868"/>
          <dgm:constr type="t" for="ch" forName="image2" refType="h" fact="0.6235"/>
          <dgm:constr type="w" for="ch" forName="image2" refType="w" fact="0.1886"/>
          <dgm:constr type="h" for="ch" forName="image2" refType="h" fact="0.3757"/>
          <dgm:constr type="l" for="ch" forName="text4" refType="w" fact="0.4868"/>
          <dgm:constr type="t" for="ch" forName="text4" refType="h" fact="0.2081"/>
          <dgm:constr type="w" for="ch" forName="text4" refType="w" fact="0.1886"/>
          <dgm:constr type="h" for="ch" forName="text4" refType="h" fact="0.3757"/>
          <dgm:constr type="l" for="ch" forName="text2" refType="w" fact="0.3246"/>
          <dgm:constr type="t" for="ch" forName="text2" refType="h" fact="0.4154"/>
          <dgm:constr type="w" for="ch" forName="text2" refType="w" fact="0.1886"/>
          <dgm:constr type="h" for="ch" forName="text2" refType="h" fact="0.3757"/>
          <dgm:constr type="l" for="ch" forName="image3" refType="w" fact="0.3246"/>
          <dgm:constr type="t" for="ch" forName="image3" refType="h" fact="0"/>
          <dgm:constr type="w" for="ch" forName="image3" refType="w" fact="0.1886"/>
          <dgm:constr type="h" for="ch" forName="image3" refType="h" fact="0.3757"/>
          <dgm:constr type="l" for="ch" forName="text1" refType="w" fact="0.1623"/>
          <dgm:constr type="t" for="ch" forName="text1" refType="h" fact="0.6243"/>
          <dgm:constr type="w" for="ch" forName="text1" refType="w" fact="0.1886"/>
          <dgm:constr type="h" for="ch" forName="text1" refType="h" fact="0.3757"/>
          <dgm:constr type="l" for="ch" forName="text3" refType="w" fact="0.1623"/>
          <dgm:constr type="t" for="ch" forName="text3" refType="h" fact="0.2089"/>
          <dgm:constr type="w" for="ch" forName="text3" refType="w" fact="0.1886"/>
          <dgm:constr type="h" for="ch" forName="text3" refType="h" fact="0.3757"/>
          <dgm:constr type="l" for="ch" forName="textaccent1" refType="w" fact="0.1668"/>
          <dgm:constr type="t" for="ch" forName="textaccent1" refType="h" fact="0.7923"/>
          <dgm:constr type="w" for="ch" forName="textaccent1" refType="w" fact="0.022"/>
          <dgm:constr type="h" for="ch" forName="textaccent1" refType="h" fact="0.044"/>
          <dgm:constr type="l" for="ch" forName="image1" refType="w" fact="0"/>
          <dgm:constr type="t" for="ch" forName="image1" refType="h" fact="0.4166"/>
          <dgm:constr type="w" for="ch" forName="image1" refType="w" fact="0.1886"/>
          <dgm:constr type="h" for="ch" forName="image1" refType="h" fact="0.3757"/>
          <dgm:constr type="l" for="ch" forName="imageaccent1" refType="w" fact="0.1292"/>
          <dgm:constr type="t" for="ch" forName="imageaccent1" refType="h" fact="0.7424"/>
          <dgm:constr type="w" for="ch" forName="imageaccent1" refType="w" fact="0.022"/>
          <dgm:constr type="h" for="ch" forName="imageaccent1" refType="h" fact="0.044"/>
          <dgm:constr type="l" for="ch" forName="textaccent2" refType="w" fact="0.4544"/>
          <dgm:constr type="t" for="ch" forName="textaccent2" refType="h" fact="0.7404"/>
          <dgm:constr type="w" for="ch" forName="textaccent2" refType="w" fact="0.022"/>
          <dgm:constr type="h" for="ch" forName="textaccent2" refType="h" fact="0.044"/>
          <dgm:constr type="l" for="ch" forName="imageaccent2" refType="w" fact="0.4914"/>
          <dgm:constr type="t" for="ch" forName="imageaccent2" refType="h" fact="0.7907"/>
          <dgm:constr type="w" for="ch" forName="imageaccent2" refType="w" fact="0.022"/>
          <dgm:constr type="h" for="ch" forName="imageaccent2" refType="h" fact="0.044"/>
          <dgm:constr type="l" for="ch" forName="textaccent3" refType="w" fact="0.2915"/>
          <dgm:constr type="t" for="ch" forName="textaccent3" refType="h" fact="0.216"/>
          <dgm:constr type="w" for="ch" forName="textaccent3" refType="w" fact="0.022"/>
          <dgm:constr type="h" for="ch" forName="textaccent3" refType="h" fact="0.044"/>
          <dgm:constr type="l" for="ch" forName="imageaccent3" refType="w" fact="0.3299"/>
          <dgm:constr type="t" for="ch" forName="imageaccent3" refType="h" fact="0.1665"/>
          <dgm:constr type="w" for="ch" forName="imageaccent3" refType="w" fact="0.022"/>
          <dgm:constr type="h" for="ch" forName="imageaccent3" refType="h" fact="0.044"/>
          <dgm:constr type="l" for="ch" forName="textaccent4" refType="w" fact="0.65"/>
          <dgm:constr type="t" for="ch" forName="textaccent4" refType="h" fact="0.3746"/>
          <dgm:constr type="w" for="ch" forName="textaccent4" refType="w" fact="0.022"/>
          <dgm:constr type="h" for="ch" forName="textaccent4" refType="h" fact="0.044"/>
          <dgm:constr type="l" for="ch" forName="imageaccent4" refType="w" fact="0.6859"/>
          <dgm:constr type="t" for="ch" forName="imageaccent4" refType="h" fact="0.4261"/>
          <dgm:constr type="w" for="ch" forName="imageaccent4" refType="w" fact="0.022"/>
          <dgm:constr type="h" for="ch" forName="imageaccent4" refType="h" fact="0.044"/>
          <dgm:constr type="l" for="ch" forName="textaccent5" refType="w" fact="0.8123"/>
          <dgm:constr type="t" for="ch" forName="textaccent5" refType="h" fact="0.1724"/>
          <dgm:constr type="w" for="ch" forName="textaccent5" refType="w" fact="0.022"/>
          <dgm:constr type="h" for="ch" forName="textaccent5" refType="h" fact="0.044"/>
          <dgm:constr type="l" for="ch" forName="imageaccent5" refType="w" fact="0.849"/>
          <dgm:constr type="t" for="ch" forName="imageaccent5" refType="h" fact="0.222"/>
          <dgm:constr type="w" for="ch" forName="imageaccent5" refType="w" fact="0.022"/>
          <dgm:constr type="h" for="ch" forName="imageaccent5" refType="h" fact="0.044"/>
        </dgm:constrLst>
      </dgm:if>
      <dgm:if name="Name7" axis="ch" ptType="node" func="cnt" op="equ" val="6">
        <dgm:alg type="composite">
          <dgm:param type="ar" val="1.9179"/>
        </dgm:alg>
        <dgm:constrLst>
          <dgm:constr type="primFontSz" for="des" ptType="node" op="equ" val="65"/>
          <dgm:constr type="l" for="ch" forName="image4" refType="w" fact="0.6491"/>
          <dgm:constr type="t" for="ch" forName="image4" refType="h" fact="0.3466"/>
          <dgm:constr type="w" for="ch" forName="image4" refType="w" fact="0.1886"/>
          <dgm:constr type="h" for="ch" forName="image4" refType="h" fact="0.3106"/>
          <dgm:constr type="l" for="ch" forName="text5" refType="w" fact="0.6491"/>
          <dgm:constr type="t" for="ch" forName="text5" refType="h" fact="0.0033"/>
          <dgm:constr type="w" for="ch" forName="text5" refType="w" fact="0.1886"/>
          <dgm:constr type="h" for="ch" forName="text5" refType="h" fact="0.3106"/>
          <dgm:constr type="l" for="ch" forName="image5" refType="w" fact="0.8114"/>
          <dgm:constr type="t" for="ch" forName="image5" refType="h" fact="0.1766"/>
          <dgm:constr type="w" for="ch" forName="image5" refType="w" fact="0.1886"/>
          <dgm:constr type="h" for="ch" forName="image5" refType="h" fact="0.3106"/>
          <dgm:constr type="l" for="ch" forName="image2" refType="w" fact="0.4868"/>
          <dgm:constr type="t" for="ch" forName="image2" refType="h" fact="0.5154"/>
          <dgm:constr type="w" for="ch" forName="image2" refType="w" fact="0.1886"/>
          <dgm:constr type="h" for="ch" forName="image2" refType="h" fact="0.3106"/>
          <dgm:constr type="l" for="ch" forName="text4" refType="w" fact="0.4868"/>
          <dgm:constr type="t" for="ch" forName="text4" refType="h" fact="0.172"/>
          <dgm:constr type="w" for="ch" forName="text4" refType="w" fact="0.1886"/>
          <dgm:constr type="h" for="ch" forName="text4" refType="h" fact="0.3106"/>
          <dgm:constr type="l" for="ch" forName="text2" refType="w" fact="0.3246"/>
          <dgm:constr type="t" for="ch" forName="text2" refType="h" fact="0.3434"/>
          <dgm:constr type="w" for="ch" forName="text2" refType="w" fact="0.1886"/>
          <dgm:constr type="h" for="ch" forName="text2" refType="h" fact="0.3106"/>
          <dgm:constr type="l" for="ch" forName="image3" refType="w" fact="0.3246"/>
          <dgm:constr type="t" for="ch" forName="image3" refType="h" fact="0"/>
          <dgm:constr type="w" for="ch" forName="image3" refType="w" fact="0.1886"/>
          <dgm:constr type="h" for="ch" forName="image3" refType="h" fact="0.3106"/>
          <dgm:constr type="l" for="ch" forName="text1" refType="w" fact="0.1623"/>
          <dgm:constr type="t" for="ch" forName="text1" refType="h" fact="0.516"/>
          <dgm:constr type="w" for="ch" forName="text1" refType="w" fact="0.1886"/>
          <dgm:constr type="h" for="ch" forName="text1" refType="h" fact="0.3106"/>
          <dgm:constr type="l" for="ch" forName="text3" refType="w" fact="0.1623"/>
          <dgm:constr type="t" for="ch" forName="text3" refType="h" fact="0.1727"/>
          <dgm:constr type="w" for="ch" forName="text3" refType="w" fact="0.1886"/>
          <dgm:constr type="h" for="ch" forName="text3" refType="h" fact="0.3106"/>
          <dgm:constr type="l" for="ch" forName="textaccent1" refType="w" fact="0.1668"/>
          <dgm:constr type="t" for="ch" forName="textaccent1" refType="h" fact="0.6549"/>
          <dgm:constr type="w" for="ch" forName="textaccent1" refType="w" fact="0.022"/>
          <dgm:constr type="h" for="ch" forName="textaccent1" refType="h" fact="0.0364"/>
          <dgm:constr type="l" for="ch" forName="image1" refType="w" fact="0"/>
          <dgm:constr type="t" for="ch" forName="image1" refType="h" fact="0.3443"/>
          <dgm:constr type="w" for="ch" forName="image1" refType="w" fact="0.1886"/>
          <dgm:constr type="h" for="ch" forName="image1" refType="h" fact="0.3106"/>
          <dgm:constr type="l" for="ch" forName="imageaccent1" refType="w" fact="0.1292"/>
          <dgm:constr type="t" for="ch" forName="imageaccent1" refType="h" fact="0.6137"/>
          <dgm:constr type="w" for="ch" forName="imageaccent1" refType="w" fact="0.022"/>
          <dgm:constr type="h" for="ch" forName="imageaccent1" refType="h" fact="0.0364"/>
          <dgm:constr type="l" for="ch" forName="textaccent2" refType="w" fact="0.4544"/>
          <dgm:constr type="t" for="ch" forName="textaccent2" refType="h" fact="0.612"/>
          <dgm:constr type="w" for="ch" forName="textaccent2" refType="w" fact="0.022"/>
          <dgm:constr type="h" for="ch" forName="textaccent2" refType="h" fact="0.0364"/>
          <dgm:constr type="l" for="ch" forName="imageaccent2" refType="w" fact="0.4914"/>
          <dgm:constr type="t" for="ch" forName="imageaccent2" refType="h" fact="0.6536"/>
          <dgm:constr type="w" for="ch" forName="imageaccent2" refType="w" fact="0.022"/>
          <dgm:constr type="h" for="ch" forName="imageaccent2" refType="h" fact="0.0364"/>
          <dgm:constr type="l" for="ch" forName="textaccent3" refType="w" fact="0.2915"/>
          <dgm:constr type="t" for="ch" forName="textaccent3" refType="h" fact="0.1786"/>
          <dgm:constr type="w" for="ch" forName="textaccent3" refType="w" fact="0.022"/>
          <dgm:constr type="h" for="ch" forName="textaccent3" refType="h" fact="0.0364"/>
          <dgm:constr type="l" for="ch" forName="imageaccent3" refType="w" fact="0.3299"/>
          <dgm:constr type="t" for="ch" forName="imageaccent3" refType="h" fact="0.1376"/>
          <dgm:constr type="w" for="ch" forName="imageaccent3" refType="w" fact="0.022"/>
          <dgm:constr type="h" for="ch" forName="imageaccent3" refType="h" fact="0.0364"/>
          <dgm:constr type="l" for="ch" forName="textaccent4" refType="w" fact="0.65"/>
          <dgm:constr type="t" for="ch" forName="textaccent4" refType="h" fact="0.3096"/>
          <dgm:constr type="w" for="ch" forName="textaccent4" refType="w" fact="0.022"/>
          <dgm:constr type="h" for="ch" forName="textaccent4" refType="h" fact="0.0364"/>
          <dgm:constr type="l" for="ch" forName="imageaccent4" refType="w" fact="0.6859"/>
          <dgm:constr type="t" for="ch" forName="imageaccent4" refType="h" fact="0.3522"/>
          <dgm:constr type="w" for="ch" forName="imageaccent4" refType="w" fact="0.022"/>
          <dgm:constr type="h" for="ch" forName="imageaccent4" refType="h" fact="0.0364"/>
          <dgm:constr type="l" for="ch" forName="textaccent5" refType="w" fact="0.8123"/>
          <dgm:constr type="t" for="ch" forName="textaccent5" refType="h" fact="0.1425"/>
          <dgm:constr type="w" for="ch" forName="textaccent5" refType="w" fact="0.022"/>
          <dgm:constr type="h" for="ch" forName="textaccent5" refType="h" fact="0.0364"/>
          <dgm:constr type="l" for="ch" forName="imageaccent5" refType="w" fact="0.849"/>
          <dgm:constr type="t" for="ch" forName="imageaccent5" refType="h" fact="0.1835"/>
          <dgm:constr type="w" for="ch" forName="imageaccent5" refType="w" fact="0.022"/>
          <dgm:constr type="h" for="ch" forName="imageaccent5" refType="h" fact="0.0364"/>
          <dgm:constr type="l" for="ch" forName="image6" refType="w" fact="0.6491"/>
          <dgm:constr type="t" for="ch" forName="image6" refType="h" fact="0.6894"/>
          <dgm:constr type="w" for="ch" forName="image6" refType="w" fact="0.1886"/>
          <dgm:constr type="h" for="ch" forName="image6" refType="h" fact="0.3106"/>
          <dgm:constr type="l" for="ch" forName="text6" refType="w" fact="0.8114"/>
          <dgm:constr type="t" for="ch" forName="text6" refType="h" fact="0.5194"/>
          <dgm:constr type="w" for="ch" forName="text6" refType="w" fact="0.1886"/>
          <dgm:constr type="h" for="ch" forName="text6" refType="h" fact="0.3106"/>
          <dgm:constr type="l" for="ch" forName="imageaccent6" refType="w" fact="0.8138"/>
          <dgm:constr type="t" for="ch" forName="imageaccent6" refType="h" fact="0.8257"/>
          <dgm:constr type="w" for="ch" forName="imageaccent6" refType="w" fact="0.022"/>
          <dgm:constr type="h" for="ch" forName="imageaccent6" refType="h" fact="0.0364"/>
          <dgm:constr type="l" for="ch" forName="textaccent6" refType="w" fact="0.8488"/>
          <dgm:constr type="t" for="ch" forName="textaccent6" refType="h" fact="0.7914"/>
          <dgm:constr type="w" for="ch" forName="textaccent6" refType="w" fact="0.022"/>
          <dgm:constr type="h" for="ch" forName="textaccent6" refType="h" fact="0.0364"/>
        </dgm:constrLst>
      </dgm:if>
      <dgm:if name="Name8" axis="ch" ptType="node" func="cnt" op="equ" val="7">
        <dgm:alg type="composite">
          <dgm:param type="ar" val="1.6382"/>
        </dgm:alg>
        <dgm:constrLst>
          <dgm:constr type="primFontSz" for="des" ptType="node" op="equ" val="65"/>
          <dgm:constr type="l" for="ch" forName="image4" refType="w" fact="0.6491"/>
          <dgm:constr type="t" for="ch" forName="image4" refType="h" fact="0.2961"/>
          <dgm:constr type="w" for="ch" forName="image4" refType="w" fact="0.1886"/>
          <dgm:constr type="h" for="ch" forName="image4" refType="h" fact="0.2653"/>
          <dgm:constr type="l" for="ch" forName="text5" refType="w" fact="0.6491"/>
          <dgm:constr type="t" for="ch" forName="text5" refType="h" fact="0.0028"/>
          <dgm:constr type="w" for="ch" forName="text5" refType="w" fact="0.1886"/>
          <dgm:constr type="h" for="ch" forName="text5" refType="h" fact="0.2653"/>
          <dgm:constr type="l" for="ch" forName="image5" refType="w" fact="0.8114"/>
          <dgm:constr type="t" for="ch" forName="image5" refType="h" fact="0.1508"/>
          <dgm:constr type="w" for="ch" forName="image5" refType="w" fact="0.1886"/>
          <dgm:constr type="h" for="ch" forName="image5" refType="h" fact="0.2653"/>
          <dgm:constr type="l" for="ch" forName="image2" refType="w" fact="0.4868"/>
          <dgm:constr type="t" for="ch" forName="image2" refType="h" fact="0.4402"/>
          <dgm:constr type="w" for="ch" forName="image2" refType="w" fact="0.1886"/>
          <dgm:constr type="h" for="ch" forName="image2" refType="h" fact="0.2653"/>
          <dgm:constr type="l" for="ch" forName="text4" refType="w" fact="0.4868"/>
          <dgm:constr type="t" for="ch" forName="text4" refType="h" fact="0.1469"/>
          <dgm:constr type="w" for="ch" forName="text4" refType="w" fact="0.1886"/>
          <dgm:constr type="h" for="ch" forName="text4" refType="h" fact="0.2653"/>
          <dgm:constr type="l" for="ch" forName="text2" refType="w" fact="0.3246"/>
          <dgm:constr type="t" for="ch" forName="text2" refType="h" fact="0.2933"/>
          <dgm:constr type="w" for="ch" forName="text2" refType="w" fact="0.1886"/>
          <dgm:constr type="h" for="ch" forName="text2" refType="h" fact="0.2653"/>
          <dgm:constr type="l" for="ch" forName="image3" refType="w" fact="0.3246"/>
          <dgm:constr type="t" for="ch" forName="image3" refType="h" fact="0"/>
          <dgm:constr type="w" for="ch" forName="image3" refType="w" fact="0.1886"/>
          <dgm:constr type="h" for="ch" forName="image3" refType="h" fact="0.2653"/>
          <dgm:constr type="l" for="ch" forName="text1" refType="w" fact="0.1623"/>
          <dgm:constr type="t" for="ch" forName="text1" refType="h" fact="0.4408"/>
          <dgm:constr type="w" for="ch" forName="text1" refType="w" fact="0.1886"/>
          <dgm:constr type="h" for="ch" forName="text1" refType="h" fact="0.2653"/>
          <dgm:constr type="l" for="ch" forName="text3" refType="w" fact="0.1623"/>
          <dgm:constr type="t" for="ch" forName="text3" refType="h" fact="0.1475"/>
          <dgm:constr type="w" for="ch" forName="text3" refType="w" fact="0.1886"/>
          <dgm:constr type="h" for="ch" forName="text3" refType="h" fact="0.2653"/>
          <dgm:constr type="l" for="ch" forName="textaccent1" refType="w" fact="0.1668"/>
          <dgm:constr type="t" for="ch" forName="textaccent1" refType="h" fact="0.5594"/>
          <dgm:constr type="w" for="ch" forName="textaccent1" refType="w" fact="0.022"/>
          <dgm:constr type="h" for="ch" forName="textaccent1" refType="h" fact="0.0311"/>
          <dgm:constr type="l" for="ch" forName="image1" refType="w" fact="0"/>
          <dgm:constr type="t" for="ch" forName="image1" refType="h" fact="0.2941"/>
          <dgm:constr type="w" for="ch" forName="image1" refType="w" fact="0.1886"/>
          <dgm:constr type="h" for="ch" forName="image1" refType="h" fact="0.2653"/>
          <dgm:constr type="l" for="ch" forName="imageaccent1" refType="w" fact="0.1292"/>
          <dgm:constr type="t" for="ch" forName="imageaccent1" refType="h" fact="0.5242"/>
          <dgm:constr type="w" for="ch" forName="imageaccent1" refType="w" fact="0.022"/>
          <dgm:constr type="h" for="ch" forName="imageaccent1" refType="h" fact="0.0311"/>
          <dgm:constr type="l" for="ch" forName="textaccent2" refType="w" fact="0.4544"/>
          <dgm:constr type="t" for="ch" forName="textaccent2" refType="h" fact="0.5228"/>
          <dgm:constr type="w" for="ch" forName="textaccent2" refType="w" fact="0.022"/>
          <dgm:constr type="h" for="ch" forName="textaccent2" refType="h" fact="0.0311"/>
          <dgm:constr type="l" for="ch" forName="imageaccent2" refType="w" fact="0.4914"/>
          <dgm:constr type="t" for="ch" forName="imageaccent2" refType="h" fact="0.5583"/>
          <dgm:constr type="w" for="ch" forName="imageaccent2" refType="w" fact="0.022"/>
          <dgm:constr type="h" for="ch" forName="imageaccent2" refType="h" fact="0.0311"/>
          <dgm:constr type="l" for="ch" forName="textaccent3" refType="w" fact="0.2907"/>
          <dgm:constr type="t" for="ch" forName="textaccent3" refType="h" fact="0.1511"/>
          <dgm:constr type="w" for="ch" forName="textaccent3" refType="w" fact="0.022"/>
          <dgm:constr type="h" for="ch" forName="textaccent3" refType="h" fact="0.0311"/>
          <dgm:constr type="l" for="ch" forName="imageaccent3" refType="w" fact="0.3299"/>
          <dgm:constr type="t" for="ch" forName="imageaccent3" refType="h" fact="0.1175"/>
          <dgm:constr type="w" for="ch" forName="imageaccent3" refType="w" fact="0.022"/>
          <dgm:constr type="h" for="ch" forName="imageaccent3" refType="h" fact="0.0311"/>
          <dgm:constr type="l" for="ch" forName="textaccent4" refType="w" fact="0.65"/>
          <dgm:constr type="t" for="ch" forName="textaccent4" refType="h" fact="0.2645"/>
          <dgm:constr type="w" for="ch" forName="textaccent4" refType="w" fact="0.022"/>
          <dgm:constr type="h" for="ch" forName="textaccent4" refType="h" fact="0.0311"/>
          <dgm:constr type="l" for="ch" forName="imageaccent4" refType="w" fact="0.6859"/>
          <dgm:constr type="t" for="ch" forName="imageaccent4" refType="h" fact="0.3008"/>
          <dgm:constr type="w" for="ch" forName="imageaccent4" refType="w" fact="0.022"/>
          <dgm:constr type="h" for="ch" forName="imageaccent4" refType="h" fact="0.0311"/>
          <dgm:constr type="l" for="ch" forName="textaccent5" refType="w" fact="0.8123"/>
          <dgm:constr type="t" for="ch" forName="textaccent5" refType="h" fact="0.1217"/>
          <dgm:constr type="w" for="ch" forName="textaccent5" refType="w" fact="0.022"/>
          <dgm:constr type="h" for="ch" forName="textaccent5" refType="h" fact="0.0311"/>
          <dgm:constr type="l" for="ch" forName="imageaccent5" refType="w" fact="0.849"/>
          <dgm:constr type="t" for="ch" forName="imageaccent5" refType="h" fact="0.1567"/>
          <dgm:constr type="w" for="ch" forName="imageaccent5" refType="w" fact="0.022"/>
          <dgm:constr type="h" for="ch" forName="imageaccent5" refType="h" fact="0.0311"/>
          <dgm:constr type="l" for="ch" forName="image6" refType="w" fact="0.6491"/>
          <dgm:constr type="t" for="ch" forName="image6" refType="h" fact="0.5889"/>
          <dgm:constr type="w" for="ch" forName="image6" refType="w" fact="0.1886"/>
          <dgm:constr type="h" for="ch" forName="image6" refType="h" fact="0.2653"/>
          <dgm:constr type="l" for="ch" forName="text6" refType="w" fact="0.8114"/>
          <dgm:constr type="t" for="ch" forName="text6" refType="h" fact="0.4436"/>
          <dgm:constr type="w" for="ch" forName="text6" refType="w" fact="0.1886"/>
          <dgm:constr type="h" for="ch" forName="text6" refType="h" fact="0.2653"/>
          <dgm:constr type="l" for="ch" forName="imageaccent6" refType="w" fact="0.8138"/>
          <dgm:constr type="t" for="ch" forName="imageaccent6" refType="h" fact="0.7053"/>
          <dgm:constr type="w" for="ch" forName="imageaccent6" refType="w" fact="0.022"/>
          <dgm:constr type="h" for="ch" forName="imageaccent6" refType="h" fact="0.0311"/>
          <dgm:constr type="l" for="ch" forName="textaccent6" refType="w" fact="0.8488"/>
          <dgm:constr type="t" for="ch" forName="textaccent6" refType="h" fact="0.676"/>
          <dgm:constr type="w" for="ch" forName="textaccent6" refType="w" fact="0.022"/>
          <dgm:constr type="h" for="ch" forName="textaccent6" refType="h" fact="0.0311"/>
          <dgm:constr type="l" for="ch" forName="text7" refType="w" fact="0.3244"/>
          <dgm:constr type="t" for="ch" forName="text7" refType="h" fact="0.5872"/>
          <dgm:constr type="w" for="ch" forName="text7" refType="w" fact="0.1886"/>
          <dgm:constr type="h" for="ch" forName="text7" refType="h" fact="0.2653"/>
          <dgm:constr type="l" for="ch" forName="image7" refType="w" fact="0.1622"/>
          <dgm:constr type="t" for="ch" forName="image7" refType="h" fact="0.7347"/>
          <dgm:constr type="w" for="ch" forName="image7" refType="w" fact="0.1886"/>
          <dgm:constr type="h" for="ch" forName="image7" refType="h" fact="0.2653"/>
          <dgm:constr type="l" for="ch" forName="imageaccent7" refType="w" fact="0.2905"/>
          <dgm:constr type="t" for="ch" forName="imageaccent7" refType="h" fact="0.7384"/>
          <dgm:constr type="w" for="ch" forName="imageaccent7" refType="w" fact="0.022"/>
          <dgm:constr type="h" for="ch" forName="imageaccent7" refType="h" fact="0.0311"/>
          <dgm:constr type="l" for="ch" forName="textaccent7" refType="w" fact="0.3298"/>
          <dgm:constr type="t" for="ch" forName="textaccent7" refType="h" fact="0.7048"/>
          <dgm:constr type="w" for="ch" forName="textaccent7" refType="w" fact="0.022"/>
          <dgm:constr type="h" for="ch" forName="textaccent7" refType="h" fact="0.0311"/>
        </dgm:constrLst>
      </dgm:if>
      <dgm:if name="Name9" axis="ch" ptType="node" func="cnt" op="equ" val="8">
        <dgm:alg type="composite">
          <dgm:param type="ar" val="1.8974"/>
        </dgm:alg>
        <dgm:constrLst>
          <dgm:constr type="primFontSz" for="des" ptType="node" op="equ" val="65"/>
          <dgm:constr type="l" for="ch" forName="image4" refType="w" fact="0.5589"/>
          <dgm:constr type="t" for="ch" forName="image4" refType="h" fact="0.2952"/>
          <dgm:constr type="w" for="ch" forName="image4" refType="w" fact="0.1624"/>
          <dgm:constr type="h" for="ch" forName="image4" refType="h" fact="0.2645"/>
          <dgm:constr type="l" for="ch" forName="text5" refType="w" fact="0.5589"/>
          <dgm:constr type="t" for="ch" forName="text5" refType="h" fact="0.0028"/>
          <dgm:constr type="w" for="ch" forName="text5" refType="w" fact="0.1624"/>
          <dgm:constr type="h" for="ch" forName="text5" refType="h" fact="0.2645"/>
          <dgm:constr type="l" for="ch" forName="image5" refType="w" fact="0.6986"/>
          <dgm:constr type="t" for="ch" forName="image5" refType="h" fact="0.1504"/>
          <dgm:constr type="w" for="ch" forName="image5" refType="w" fact="0.1624"/>
          <dgm:constr type="h" for="ch" forName="image5" refType="h" fact="0.2645"/>
          <dgm:constr type="l" for="ch" forName="image2" refType="w" fact="0.4192"/>
          <dgm:constr type="t" for="ch" forName="image2" refType="h" fact="0.439"/>
          <dgm:constr type="w" for="ch" forName="image2" refType="w" fact="0.1624"/>
          <dgm:constr type="h" for="ch" forName="image2" refType="h" fact="0.2645"/>
          <dgm:constr type="l" for="ch" forName="text4" refType="w" fact="0.4192"/>
          <dgm:constr type="t" for="ch" forName="text4" refType="h" fact="0.1465"/>
          <dgm:constr type="w" for="ch" forName="text4" refType="w" fact="0.1624"/>
          <dgm:constr type="h" for="ch" forName="text4" refType="h" fact="0.2645"/>
          <dgm:constr type="l" for="ch" forName="text2" refType="w" fact="0.2794"/>
          <dgm:constr type="t" for="ch" forName="text2" refType="h" fact="0.2925"/>
          <dgm:constr type="w" for="ch" forName="text2" refType="w" fact="0.1624"/>
          <dgm:constr type="h" for="ch" forName="text2" refType="h" fact="0.2645"/>
          <dgm:constr type="l" for="ch" forName="image3" refType="w" fact="0.2794"/>
          <dgm:constr type="t" for="ch" forName="image3" refType="h" fact="0"/>
          <dgm:constr type="w" for="ch" forName="image3" refType="w" fact="0.1624"/>
          <dgm:constr type="h" for="ch" forName="image3" refType="h" fact="0.2645"/>
          <dgm:constr type="l" for="ch" forName="text1" refType="w" fact="0.1397"/>
          <dgm:constr type="t" for="ch" forName="text1" refType="h" fact="0.4395"/>
          <dgm:constr type="w" for="ch" forName="text1" refType="w" fact="0.1624"/>
          <dgm:constr type="h" for="ch" forName="text1" refType="h" fact="0.2645"/>
          <dgm:constr type="l" for="ch" forName="text3" refType="w" fact="0.1397"/>
          <dgm:constr type="t" for="ch" forName="text3" refType="h" fact="0.1471"/>
          <dgm:constr type="w" for="ch" forName="text3" refType="w" fact="0.1624"/>
          <dgm:constr type="h" for="ch" forName="text3" refType="h" fact="0.2645"/>
          <dgm:constr type="l" for="ch" forName="textaccent1" refType="w" fact="0.1436"/>
          <dgm:constr type="t" for="ch" forName="textaccent1" refType="h" fact="0.5578"/>
          <dgm:constr type="w" for="ch" forName="textaccent1" refType="w" fact="0.0189"/>
          <dgm:constr type="h" for="ch" forName="textaccent1" refType="h" fact="0.031"/>
          <dgm:constr type="l" for="ch" forName="image1" refType="w" fact="0"/>
          <dgm:constr type="t" for="ch" forName="image1" refType="h" fact="0.2933"/>
          <dgm:constr type="w" for="ch" forName="image1" refType="w" fact="0.1624"/>
          <dgm:constr type="h" for="ch" forName="image1" refType="h" fact="0.2645"/>
          <dgm:constr type="l" for="ch" forName="imageaccent1" refType="w" fact="0.1112"/>
          <dgm:constr type="t" for="ch" forName="imageaccent1" refType="h" fact="0.5227"/>
          <dgm:constr type="w" for="ch" forName="imageaccent1" refType="w" fact="0.0189"/>
          <dgm:constr type="h" for="ch" forName="imageaccent1" refType="h" fact="0.031"/>
          <dgm:constr type="l" for="ch" forName="textaccent2" refType="w" fact="0.3912"/>
          <dgm:constr type="t" for="ch" forName="textaccent2" refType="h" fact="0.5213"/>
          <dgm:constr type="w" for="ch" forName="textaccent2" refType="w" fact="0.0189"/>
          <dgm:constr type="h" for="ch" forName="textaccent2" refType="h" fact="0.031"/>
          <dgm:constr type="l" for="ch" forName="imageaccent2" refType="w" fact="0.4231"/>
          <dgm:constr type="t" for="ch" forName="imageaccent2" refType="h" fact="0.5567"/>
          <dgm:constr type="w" for="ch" forName="imageaccent2" refType="w" fact="0.0189"/>
          <dgm:constr type="h" for="ch" forName="imageaccent2" refType="h" fact="0.031"/>
          <dgm:constr type="l" for="ch" forName="textaccent3" refType="w" fact="0.2502"/>
          <dgm:constr type="t" for="ch" forName="textaccent3" refType="h" fact="0.1507"/>
          <dgm:constr type="w" for="ch" forName="textaccent3" refType="w" fact="0.0189"/>
          <dgm:constr type="h" for="ch" forName="textaccent3" refType="h" fact="0.031"/>
          <dgm:constr type="l" for="ch" forName="imageaccent3" refType="w" fact="0.2841"/>
          <dgm:constr type="t" for="ch" forName="imageaccent3" refType="h" fact="0.1172"/>
          <dgm:constr type="w" for="ch" forName="imageaccent3" refType="w" fact="0.0189"/>
          <dgm:constr type="h" for="ch" forName="imageaccent3" refType="h" fact="0.031"/>
          <dgm:constr type="l" for="ch" forName="textaccent4" refType="w" fact="0.5596"/>
          <dgm:constr type="t" for="ch" forName="textaccent4" refType="h" fact="0.2637"/>
          <dgm:constr type="w" for="ch" forName="textaccent4" refType="w" fact="0.0189"/>
          <dgm:constr type="h" for="ch" forName="textaccent4" refType="h" fact="0.031"/>
          <dgm:constr type="l" for="ch" forName="imageaccent4" refType="w" fact="0.5905"/>
          <dgm:constr type="t" for="ch" forName="imageaccent4" refType="h" fact="0.3"/>
          <dgm:constr type="w" for="ch" forName="imageaccent4" refType="w" fact="0.0189"/>
          <dgm:constr type="h" for="ch" forName="imageaccent4" refType="h" fact="0.031"/>
          <dgm:constr type="l" for="ch" forName="textaccent5" refType="w" fact="0.6993"/>
          <dgm:constr type="t" for="ch" forName="textaccent5" refType="h" fact="0.1214"/>
          <dgm:constr type="w" for="ch" forName="textaccent5" refType="w" fact="0.0189"/>
          <dgm:constr type="h" for="ch" forName="textaccent5" refType="h" fact="0.031"/>
          <dgm:constr type="l" for="ch" forName="imageaccent5" refType="w" fact="0.731"/>
          <dgm:constr type="t" for="ch" forName="imageaccent5" refType="h" fact="0.1563"/>
          <dgm:constr type="w" for="ch" forName="imageaccent5" refType="w" fact="0.0189"/>
          <dgm:constr type="h" for="ch" forName="imageaccent5" refType="h" fact="0.031"/>
          <dgm:constr type="l" for="ch" forName="image6" refType="w" fact="0.5589"/>
          <dgm:constr type="t" for="ch" forName="image6" refType="h" fact="0.5872"/>
          <dgm:constr type="w" for="ch" forName="image6" refType="w" fact="0.1624"/>
          <dgm:constr type="h" for="ch" forName="image6" refType="h" fact="0.2645"/>
          <dgm:constr type="l" for="ch" forName="text6" refType="w" fact="0.6986"/>
          <dgm:constr type="t" for="ch" forName="text6" refType="h" fact="0.4424"/>
          <dgm:constr type="w" for="ch" forName="text6" refType="w" fact="0.1624"/>
          <dgm:constr type="h" for="ch" forName="text6" refType="h" fact="0.2645"/>
          <dgm:constr type="l" for="ch" forName="imageaccent6" refType="w" fact="0.7007"/>
          <dgm:constr type="t" for="ch" forName="imageaccent6" refType="h" fact="0.7033"/>
          <dgm:constr type="w" for="ch" forName="imageaccent6" refType="w" fact="0.0189"/>
          <dgm:constr type="h" for="ch" forName="imageaccent6" refType="h" fact="0.031"/>
          <dgm:constr type="l" for="ch" forName="textaccent6" refType="w" fact="0.7308"/>
          <dgm:constr type="t" for="ch" forName="textaccent6" refType="h" fact="0.6741"/>
          <dgm:constr type="w" for="ch" forName="textaccent6" refType="w" fact="0.0189"/>
          <dgm:constr type="h" for="ch" forName="textaccent6" refType="h" fact="0.031"/>
          <dgm:constr type="l" for="ch" forName="text7" refType="w" fact="0.2793"/>
          <dgm:constr type="t" for="ch" forName="text7" refType="h" fact="0.5856"/>
          <dgm:constr type="w" for="ch" forName="text7" refType="w" fact="0.1624"/>
          <dgm:constr type="h" for="ch" forName="text7" refType="h" fact="0.2645"/>
          <dgm:constr type="l" for="ch" forName="image7" refType="w" fact="0.1396"/>
          <dgm:constr type="t" for="ch" forName="image7" refType="h" fact="0.7326"/>
          <dgm:constr type="w" for="ch" forName="image7" refType="w" fact="0.1624"/>
          <dgm:constr type="h" for="ch" forName="image7" refType="h" fact="0.2645"/>
          <dgm:constr type="l" for="ch" forName="imageaccent7" refType="w" fact="0.2501"/>
          <dgm:constr type="t" for="ch" forName="imageaccent7" refType="h" fact="0.7363"/>
          <dgm:constr type="w" for="ch" forName="imageaccent7" refType="w" fact="0.0189"/>
          <dgm:constr type="h" for="ch" forName="imageaccent7" refType="h" fact="0.031"/>
          <dgm:constr type="l" for="ch" forName="textaccent7" refType="w" fact="0.284"/>
          <dgm:constr type="t" for="ch" forName="textaccent7" refType="h" fact="0.7028"/>
          <dgm:constr type="w" for="ch" forName="textaccent7" refType="w" fact="0.0189"/>
          <dgm:constr type="h" for="ch" forName="textaccent7" refType="h" fact="0.031"/>
          <dgm:constr type="l" for="ch" forName="image8" refType="w" fact="0.6979"/>
          <dgm:constr type="t" for="ch" forName="image8" refType="h" fact="0.7355"/>
          <dgm:constr type="w" for="ch" forName="image8" refType="w" fact="0.1624"/>
          <dgm:constr type="h" for="ch" forName="image8" refType="h" fact="0.2645"/>
          <dgm:constr type="l" for="ch" forName="text8" refType="w" fact="0.8376"/>
          <dgm:constr type="t" for="ch" forName="text8" refType="h" fact="0.5906"/>
          <dgm:constr type="w" for="ch" forName="text8" refType="w" fact="0.1624"/>
          <dgm:constr type="h" for="ch" forName="text8" refType="h" fact="0.2645"/>
          <dgm:constr type="l" for="ch" forName="imageaccent8" refType="w" fact="0.8397"/>
          <dgm:constr type="t" for="ch" forName="imageaccent8" refType="h" fact="0.8516"/>
          <dgm:constr type="w" for="ch" forName="imageaccent8" refType="w" fact="0.0189"/>
          <dgm:constr type="h" for="ch" forName="imageaccent8" refType="h" fact="0.031"/>
          <dgm:constr type="l" for="ch" forName="textaccent8" refType="w" fact="0.8698"/>
          <dgm:constr type="t" for="ch" forName="textaccent8" refType="h" fact="0.8223"/>
          <dgm:constr type="w" for="ch" forName="textaccent8" refType="w" fact="0.0189"/>
          <dgm:constr type="h" for="ch" forName="textaccent8" refType="h" fact="0.031"/>
        </dgm:constrLst>
      </dgm:if>
      <dgm:if name="Name10" axis="ch" ptType="node" func="cnt" op="equ" val="9">
        <dgm:alg type="composite">
          <dgm:param type="ar" val="1.8986"/>
        </dgm:alg>
        <dgm:constrLst>
          <dgm:constr type="primFontSz" for="des" ptType="node" op="equ" val="65"/>
          <dgm:constr type="l" for="ch" forName="image4" refType="w" fact="0.5585"/>
          <dgm:constr type="t" for="ch" forName="image4" refType="h" fact="0.2952"/>
          <dgm:constr type="w" for="ch" forName="image4" refType="w" fact="0.1623"/>
          <dgm:constr type="h" for="ch" forName="image4" refType="h" fact="0.2645"/>
          <dgm:constr type="l" for="ch" forName="text5" refType="w" fact="0.5585"/>
          <dgm:constr type="t" for="ch" forName="text5" refType="h" fact="0.0028"/>
          <dgm:constr type="w" for="ch" forName="text5" refType="w" fact="0.1623"/>
          <dgm:constr type="h" for="ch" forName="text5" refType="h" fact="0.2645"/>
          <dgm:constr type="l" for="ch" forName="image5" refType="w" fact="0.6982"/>
          <dgm:constr type="t" for="ch" forName="image5" refType="h" fact="0.1504"/>
          <dgm:constr type="w" for="ch" forName="image5" refType="w" fact="0.1623"/>
          <dgm:constr type="h" for="ch" forName="image5" refType="h" fact="0.2645"/>
          <dgm:constr type="l" for="ch" forName="image2" refType="w" fact="0.4189"/>
          <dgm:constr type="t" for="ch" forName="image2" refType="h" fact="0.439"/>
          <dgm:constr type="w" for="ch" forName="image2" refType="w" fact="0.1623"/>
          <dgm:constr type="h" for="ch" forName="image2" refType="h" fact="0.2645"/>
          <dgm:constr type="l" for="ch" forName="text4" refType="w" fact="0.4189"/>
          <dgm:constr type="t" for="ch" forName="text4" refType="h" fact="0.1465"/>
          <dgm:constr type="w" for="ch" forName="text4" refType="w" fact="0.1623"/>
          <dgm:constr type="h" for="ch" forName="text4" refType="h" fact="0.2645"/>
          <dgm:constr type="l" for="ch" forName="text2" refType="w" fact="0.2793"/>
          <dgm:constr type="t" for="ch" forName="text2" refType="h" fact="0.2925"/>
          <dgm:constr type="w" for="ch" forName="text2" refType="w" fact="0.1623"/>
          <dgm:constr type="h" for="ch" forName="text2" refType="h" fact="0.2645"/>
          <dgm:constr type="l" for="ch" forName="image3" refType="w" fact="0.2793"/>
          <dgm:constr type="t" for="ch" forName="image3" refType="h" fact="0"/>
          <dgm:constr type="w" for="ch" forName="image3" refType="w" fact="0.1623"/>
          <dgm:constr type="h" for="ch" forName="image3" refType="h" fact="0.2645"/>
          <dgm:constr type="l" for="ch" forName="text1" refType="w" fact="0.1396"/>
          <dgm:constr type="t" for="ch" forName="text1" refType="h" fact="0.4395"/>
          <dgm:constr type="w" for="ch" forName="text1" refType="w" fact="0.1623"/>
          <dgm:constr type="h" for="ch" forName="text1" refType="h" fact="0.2645"/>
          <dgm:constr type="l" for="ch" forName="text3" refType="w" fact="0.1396"/>
          <dgm:constr type="t" for="ch" forName="text3" refType="h" fact="0.1471"/>
          <dgm:constr type="w" for="ch" forName="text3" refType="w" fact="0.1623"/>
          <dgm:constr type="h" for="ch" forName="text3" refType="h" fact="0.2645"/>
          <dgm:constr type="l" for="ch" forName="textaccent1" refType="w" fact="0.1435"/>
          <dgm:constr type="t" for="ch" forName="textaccent1" refType="h" fact="0.5578"/>
          <dgm:constr type="w" for="ch" forName="textaccent1" refType="w" fact="0.0189"/>
          <dgm:constr type="h" for="ch" forName="textaccent1" refType="h" fact="0.031"/>
          <dgm:constr type="l" for="ch" forName="image1" refType="w" fact="0"/>
          <dgm:constr type="t" for="ch" forName="image1" refType="h" fact="0.2933"/>
          <dgm:constr type="w" for="ch" forName="image1" refType="w" fact="0.1623"/>
          <dgm:constr type="h" for="ch" forName="image1" refType="h" fact="0.2645"/>
          <dgm:constr type="l" for="ch" forName="imageaccent1" refType="w" fact="0.1111"/>
          <dgm:constr type="t" for="ch" forName="imageaccent1" refType="h" fact="0.5227"/>
          <dgm:constr type="w" for="ch" forName="imageaccent1" refType="w" fact="0.0189"/>
          <dgm:constr type="h" for="ch" forName="imageaccent1" refType="h" fact="0.031"/>
          <dgm:constr type="l" for="ch" forName="textaccent2" refType="w" fact="0.391"/>
          <dgm:constr type="t" for="ch" forName="textaccent2" refType="h" fact="0.5213"/>
          <dgm:constr type="w" for="ch" forName="textaccent2" refType="w" fact="0.0189"/>
          <dgm:constr type="h" for="ch" forName="textaccent2" refType="h" fact="0.031"/>
          <dgm:constr type="l" for="ch" forName="imageaccent2" refType="w" fact="0.4228"/>
          <dgm:constr type="t" for="ch" forName="imageaccent2" refType="h" fact="0.5567"/>
          <dgm:constr type="w" for="ch" forName="imageaccent2" refType="w" fact="0.0189"/>
          <dgm:constr type="h" for="ch" forName="imageaccent2" refType="h" fact="0.031"/>
          <dgm:constr type="l" for="ch" forName="textaccent3" refType="w" fact="0.2501"/>
          <dgm:constr type="t" for="ch" forName="textaccent3" refType="h" fact="0.1507"/>
          <dgm:constr type="w" for="ch" forName="textaccent3" refType="w" fact="0.0189"/>
          <dgm:constr type="h" for="ch" forName="textaccent3" refType="h" fact="0.031"/>
          <dgm:constr type="l" for="ch" forName="imageaccent3" refType="w" fact="0.2839"/>
          <dgm:constr type="t" for="ch" forName="imageaccent3" refType="h" fact="0.1172"/>
          <dgm:constr type="w" for="ch" forName="imageaccent3" refType="w" fact="0.0189"/>
          <dgm:constr type="h" for="ch" forName="imageaccent3" refType="h" fact="0.031"/>
          <dgm:constr type="l" for="ch" forName="textaccent4" refType="w" fact="0.5593"/>
          <dgm:constr type="t" for="ch" forName="textaccent4" refType="h" fact="0.2637"/>
          <dgm:constr type="w" for="ch" forName="textaccent4" refType="w" fact="0.0189"/>
          <dgm:constr type="h" for="ch" forName="textaccent4" refType="h" fact="0.031"/>
          <dgm:constr type="l" for="ch" forName="imageaccent4" refType="w" fact="0.5901"/>
          <dgm:constr type="t" for="ch" forName="imageaccent4" refType="h" fact="0.3"/>
          <dgm:constr type="w" for="ch" forName="imageaccent4" refType="w" fact="0.0189"/>
          <dgm:constr type="h" for="ch" forName="imageaccent4" refType="h" fact="0.031"/>
          <dgm:constr type="l" for="ch" forName="textaccent5" refType="w" fact="0.6989"/>
          <dgm:constr type="t" for="ch" forName="textaccent5" refType="h" fact="0.1214"/>
          <dgm:constr type="w" for="ch" forName="textaccent5" refType="w" fact="0.0189"/>
          <dgm:constr type="h" for="ch" forName="textaccent5" refType="h" fact="0.031"/>
          <dgm:constr type="l" for="ch" forName="imageaccent5" refType="w" fact="0.7305"/>
          <dgm:constr type="t" for="ch" forName="imageaccent5" refType="h" fact="0.1563"/>
          <dgm:constr type="w" for="ch" forName="imageaccent5" refType="w" fact="0.0189"/>
          <dgm:constr type="h" for="ch" forName="imageaccent5" refType="h" fact="0.031"/>
          <dgm:constr type="l" for="ch" forName="image6" refType="w" fact="0.5585"/>
          <dgm:constr type="t" for="ch" forName="image6" refType="h" fact="0.5872"/>
          <dgm:constr type="w" for="ch" forName="image6" refType="w" fact="0.1623"/>
          <dgm:constr type="h" for="ch" forName="image6" refType="h" fact="0.2645"/>
          <dgm:constr type="l" for="ch" forName="text6" refType="w" fact="0.6982"/>
          <dgm:constr type="t" for="ch" forName="text6" refType="h" fact="0.4424"/>
          <dgm:constr type="w" for="ch" forName="text6" refType="w" fact="0.1623"/>
          <dgm:constr type="h" for="ch" forName="text6" refType="h" fact="0.2645"/>
          <dgm:constr type="l" for="ch" forName="imageaccent6" refType="w" fact="0.7002"/>
          <dgm:constr type="t" for="ch" forName="imageaccent6" refType="h" fact="0.7033"/>
          <dgm:constr type="w" for="ch" forName="imageaccent6" refType="w" fact="0.0189"/>
          <dgm:constr type="h" for="ch" forName="imageaccent6" refType="h" fact="0.031"/>
          <dgm:constr type="l" for="ch" forName="textaccent6" refType="w" fact="0.7303"/>
          <dgm:constr type="t" for="ch" forName="textaccent6" refType="h" fact="0.6741"/>
          <dgm:constr type="w" for="ch" forName="textaccent6" refType="w" fact="0.0189"/>
          <dgm:constr type="h" for="ch" forName="textaccent6" refType="h" fact="0.031"/>
          <dgm:constr type="l" for="ch" forName="text7" refType="w" fact="0.2792"/>
          <dgm:constr type="t" for="ch" forName="text7" refType="h" fact="0.5856"/>
          <dgm:constr type="w" for="ch" forName="text7" refType="w" fact="0.1623"/>
          <dgm:constr type="h" for="ch" forName="text7" refType="h" fact="0.2645"/>
          <dgm:constr type="l" for="ch" forName="image7" refType="w" fact="0.1395"/>
          <dgm:constr type="t" for="ch" forName="image7" refType="h" fact="0.7326"/>
          <dgm:constr type="w" for="ch" forName="image7" refType="w" fact="0.1623"/>
          <dgm:constr type="h" for="ch" forName="image7" refType="h" fact="0.2645"/>
          <dgm:constr type="l" for="ch" forName="imageaccent7" refType="w" fact="0.25"/>
          <dgm:constr type="t" for="ch" forName="imageaccent7" refType="h" fact="0.7363"/>
          <dgm:constr type="w" for="ch" forName="imageaccent7" refType="w" fact="0.0189"/>
          <dgm:constr type="h" for="ch" forName="imageaccent7" refType="h" fact="0.031"/>
          <dgm:constr type="l" for="ch" forName="textaccent7" refType="w" fact="0.2838"/>
          <dgm:constr type="t" for="ch" forName="textaccent7" refType="h" fact="0.7028"/>
          <dgm:constr type="w" for="ch" forName="textaccent7" refType="w" fact="0.0189"/>
          <dgm:constr type="h" for="ch" forName="textaccent7" refType="h" fact="0.031"/>
          <dgm:constr type="l" for="ch" forName="image8" refType="w" fact="0.6975"/>
          <dgm:constr type="t" for="ch" forName="image8" refType="h" fact="0.7355"/>
          <dgm:constr type="w" for="ch" forName="image8" refType="w" fact="0.1623"/>
          <dgm:constr type="h" for="ch" forName="image8" refType="h" fact="0.2645"/>
          <dgm:constr type="l" for="ch" forName="text8" refType="w" fact="0.8371"/>
          <dgm:constr type="t" for="ch" forName="text8" refType="h" fact="0.5906"/>
          <dgm:constr type="w" for="ch" forName="text8" refType="w" fact="0.1623"/>
          <dgm:constr type="h" for="ch" forName="text8" refType="h" fact="0.2645"/>
          <dgm:constr type="l" for="ch" forName="imageaccent8" refType="w" fact="0.8392"/>
          <dgm:constr type="t" for="ch" forName="imageaccent8" refType="h" fact="0.8516"/>
          <dgm:constr type="w" for="ch" forName="imageaccent8" refType="w" fact="0.0189"/>
          <dgm:constr type="h" for="ch" forName="imageaccent8" refType="h" fact="0.031"/>
          <dgm:constr type="l" for="ch" forName="textaccent8" refType="w" fact="0.8693"/>
          <dgm:constr type="t" for="ch" forName="textaccent8" refType="h" fact="0.8223"/>
          <dgm:constr type="w" for="ch" forName="textaccent8" refType="w" fact="0.0189"/>
          <dgm:constr type="h" for="ch" forName="textaccent8" refType="h" fact="0.031"/>
          <dgm:constr type="l" for="ch" forName="text9" refType="w" fact="0.8377"/>
          <dgm:constr type="t" for="ch" forName="text9" refType="h" fact="0.0057"/>
          <dgm:constr type="w" for="ch" forName="text9" refType="w" fact="0.1623"/>
          <dgm:constr type="h" for="ch" forName="text9" refType="h" fact="0.2645"/>
          <dgm:constr type="l" for="ch" forName="textaccent9" refType="w" fact="0.95"/>
          <dgm:constr type="t" for="ch" forName="textaccent9" refType="h" fact="0.2383"/>
          <dgm:constr type="w" for="ch" forName="textaccent9" refType="w" fact="0.0189"/>
          <dgm:constr type="h" for="ch" forName="textaccent9" refType="h" fact="0.031"/>
          <dgm:constr type="l" for="ch" forName="image9" refType="w" fact="0.8377"/>
          <dgm:constr type="t" for="ch" forName="image9" refType="h" fact="0.2977"/>
          <dgm:constr type="w" for="ch" forName="image9" refType="w" fact="0.1623"/>
          <dgm:constr type="h" for="ch" forName="image9" refType="h" fact="0.2645"/>
          <dgm:constr type="l" for="ch" forName="imageaccent9" refType="w" fact="0.95"/>
          <dgm:constr type="t" for="ch" forName="imageaccent9" refType="h" fact="0.2993"/>
          <dgm:constr type="w" for="ch" forName="imageaccent9" refType="w" fact="0.0189"/>
          <dgm:constr type="h" for="ch" forName="imageaccent9" refType="h" fact="0.031"/>
        </dgm:constrLst>
      </dgm:if>
      <dgm:if name="Name11" axis="ch" ptType="node" func="cnt" op="equ" val="10">
        <dgm:alg type="composite">
          <dgm:param type="ar" val="1.6608"/>
        </dgm:alg>
        <dgm:constrLst>
          <dgm:constr type="primFontSz" for="des" ptType="node" op="equ" val="65"/>
          <dgm:constr type="l" for="ch" forName="image4" refType="w" fact="0.5585"/>
          <dgm:constr type="t" for="ch" forName="image4" refType="h" fact="0.2583"/>
          <dgm:constr type="w" for="ch" forName="image4" refType="w" fact="0.1623"/>
          <dgm:constr type="h" for="ch" forName="image4" refType="h" fact="0.2314"/>
          <dgm:constr type="l" for="ch" forName="text5" refType="w" fact="0.5585"/>
          <dgm:constr type="t" for="ch" forName="text5" refType="h" fact="0.0024"/>
          <dgm:constr type="w" for="ch" forName="text5" refType="w" fact="0.1623"/>
          <dgm:constr type="h" for="ch" forName="text5" refType="h" fact="0.2314"/>
          <dgm:constr type="l" for="ch" forName="image5" refType="w" fact="0.6982"/>
          <dgm:constr type="t" for="ch" forName="image5" refType="h" fact="0.1316"/>
          <dgm:constr type="w" for="ch" forName="image5" refType="w" fact="0.1623"/>
          <dgm:constr type="h" for="ch" forName="image5" refType="h" fact="0.2314"/>
          <dgm:constr type="l" for="ch" forName="image2" refType="w" fact="0.4189"/>
          <dgm:constr type="t" for="ch" forName="image2" refType="h" fact="0.384"/>
          <dgm:constr type="w" for="ch" forName="image2" refType="w" fact="0.1623"/>
          <dgm:constr type="h" for="ch" forName="image2" refType="h" fact="0.2314"/>
          <dgm:constr type="l" for="ch" forName="text4" refType="w" fact="0.4189"/>
          <dgm:constr type="t" for="ch" forName="text4" refType="h" fact="0.1282"/>
          <dgm:constr type="w" for="ch" forName="text4" refType="w" fact="0.1623"/>
          <dgm:constr type="h" for="ch" forName="text4" refType="h" fact="0.2314"/>
          <dgm:constr type="l" for="ch" forName="text2" refType="w" fact="0.2793"/>
          <dgm:constr type="t" for="ch" forName="text2" refType="h" fact="0.2558"/>
          <dgm:constr type="w" for="ch" forName="text2" refType="w" fact="0.1623"/>
          <dgm:constr type="h" for="ch" forName="text2" refType="h" fact="0.2314"/>
          <dgm:constr type="l" for="ch" forName="image3" refType="w" fact="0.2793"/>
          <dgm:constr type="t" for="ch" forName="image3" refType="h" fact="0"/>
          <dgm:constr type="w" for="ch" forName="image3" refType="w" fact="0.1623"/>
          <dgm:constr type="h" for="ch" forName="image3" refType="h" fact="0.2314"/>
          <dgm:constr type="l" for="ch" forName="text1" refType="w" fact="0.1396"/>
          <dgm:constr type="t" for="ch" forName="text1" refType="h" fact="0.3845"/>
          <dgm:constr type="w" for="ch" forName="text1" refType="w" fact="0.1623"/>
          <dgm:constr type="h" for="ch" forName="text1" refType="h" fact="0.2314"/>
          <dgm:constr type="l" for="ch" forName="text3" refType="w" fact="0.1396"/>
          <dgm:constr type="t" for="ch" forName="text3" refType="h" fact="0.1286"/>
          <dgm:constr type="w" for="ch" forName="text3" refType="w" fact="0.1623"/>
          <dgm:constr type="h" for="ch" forName="text3" refType="h" fact="0.2314"/>
          <dgm:constr type="l" for="ch" forName="textaccent1" refType="w" fact="0.1435"/>
          <dgm:constr type="t" for="ch" forName="textaccent1" refType="h" fact="0.488"/>
          <dgm:constr type="w" for="ch" forName="textaccent1" refType="w" fact="0.0189"/>
          <dgm:constr type="h" for="ch" forName="textaccent1" refType="h" fact="0.0271"/>
          <dgm:constr type="l" for="ch" forName="image1" refType="w" fact="0"/>
          <dgm:constr type="t" for="ch" forName="image1" refType="h" fact="0.2566"/>
          <dgm:constr type="w" for="ch" forName="image1" refType="w" fact="0.1623"/>
          <dgm:constr type="h" for="ch" forName="image1" refType="h" fact="0.2314"/>
          <dgm:constr type="l" for="ch" forName="imageaccent1" refType="w" fact="0.1111"/>
          <dgm:constr type="t" for="ch" forName="imageaccent1" refType="h" fact="0.4572"/>
          <dgm:constr type="w" for="ch" forName="imageaccent1" refType="w" fact="0.0189"/>
          <dgm:constr type="h" for="ch" forName="imageaccent1" refType="h" fact="0.0271"/>
          <dgm:constr type="l" for="ch" forName="textaccent2" refType="w" fact="0.391"/>
          <dgm:constr type="t" for="ch" forName="textaccent2" refType="h" fact="0.456"/>
          <dgm:constr type="w" for="ch" forName="textaccent2" refType="w" fact="0.0189"/>
          <dgm:constr type="h" for="ch" forName="textaccent2" refType="h" fact="0.0271"/>
          <dgm:constr type="l" for="ch" forName="imageaccent2" refType="w" fact="0.4228"/>
          <dgm:constr type="t" for="ch" forName="imageaccent2" refType="h" fact="0.487"/>
          <dgm:constr type="w" for="ch" forName="imageaccent2" refType="w" fact="0.0189"/>
          <dgm:constr type="h" for="ch" forName="imageaccent2" refType="h" fact="0.0271"/>
          <dgm:constr type="l" for="ch" forName="textaccent3" refType="w" fact="0.2501"/>
          <dgm:constr type="t" for="ch" forName="textaccent3" refType="h" fact="0.1318"/>
          <dgm:constr type="w" for="ch" forName="textaccent3" refType="w" fact="0.0189"/>
          <dgm:constr type="h" for="ch" forName="textaccent3" refType="h" fact="0.0271"/>
          <dgm:constr type="l" for="ch" forName="imageaccent3" refType="w" fact="0.2839"/>
          <dgm:constr type="t" for="ch" forName="imageaccent3" refType="h" fact="0.1025"/>
          <dgm:constr type="w" for="ch" forName="imageaccent3" refType="w" fact="0.0189"/>
          <dgm:constr type="h" for="ch" forName="imageaccent3" refType="h" fact="0.0271"/>
          <dgm:constr type="l" for="ch" forName="textaccent4" refType="w" fact="0.5593"/>
          <dgm:constr type="t" for="ch" forName="textaccent4" refType="h" fact="0.2307"/>
          <dgm:constr type="w" for="ch" forName="textaccent4" refType="w" fact="0.0189"/>
          <dgm:constr type="h" for="ch" forName="textaccent4" refType="h" fact="0.0271"/>
          <dgm:constr type="l" for="ch" forName="imageaccent4" refType="w" fact="0.5901"/>
          <dgm:constr type="t" for="ch" forName="imageaccent4" refType="h" fact="0.2624"/>
          <dgm:constr type="w" for="ch" forName="imageaccent4" refType="w" fact="0.0189"/>
          <dgm:constr type="h" for="ch" forName="imageaccent4" refType="h" fact="0.0271"/>
          <dgm:constr type="l" for="ch" forName="textaccent5" refType="w" fact="0.6989"/>
          <dgm:constr type="t" for="ch" forName="textaccent5" refType="h" fact="0.1062"/>
          <dgm:constr type="w" for="ch" forName="textaccent5" refType="w" fact="0.0189"/>
          <dgm:constr type="h" for="ch" forName="textaccent5" refType="h" fact="0.0271"/>
          <dgm:constr type="l" for="ch" forName="imageaccent5" refType="w" fact="0.7305"/>
          <dgm:constr type="t" for="ch" forName="imageaccent5" refType="h" fact="0.1367"/>
          <dgm:constr type="w" for="ch" forName="imageaccent5" refType="w" fact="0.0189"/>
          <dgm:constr type="h" for="ch" forName="imageaccent5" refType="h" fact="0.0271"/>
          <dgm:constr type="l" for="ch" forName="image6" refType="w" fact="0.5585"/>
          <dgm:constr type="t" for="ch" forName="image6" refType="h" fact="0.5137"/>
          <dgm:constr type="w" for="ch" forName="image6" refType="w" fact="0.1623"/>
          <dgm:constr type="h" for="ch" forName="image6" refType="h" fact="0.2314"/>
          <dgm:constr type="l" for="ch" forName="text6" refType="w" fact="0.6982"/>
          <dgm:constr type="t" for="ch" forName="text6" refType="h" fact="0.387"/>
          <dgm:constr type="w" for="ch" forName="text6" refType="w" fact="0.1623"/>
          <dgm:constr type="h" for="ch" forName="text6" refType="h" fact="0.2314"/>
          <dgm:constr type="l" for="ch" forName="imageaccent6" refType="w" fact="0.7002"/>
          <dgm:constr type="t" for="ch" forName="imageaccent6" refType="h" fact="0.6152"/>
          <dgm:constr type="w" for="ch" forName="imageaccent6" refType="w" fact="0.0189"/>
          <dgm:constr type="h" for="ch" forName="imageaccent6" refType="h" fact="0.0271"/>
          <dgm:constr type="l" for="ch" forName="textaccent6" refType="w" fact="0.7303"/>
          <dgm:constr type="t" for="ch" forName="textaccent6" refType="h" fact="0.5897"/>
          <dgm:constr type="w" for="ch" forName="textaccent6" refType="w" fact="0.0189"/>
          <dgm:constr type="h" for="ch" forName="textaccent6" refType="h" fact="0.0271"/>
          <dgm:constr type="l" for="ch" forName="text7" refType="w" fact="0.2792"/>
          <dgm:constr type="t" for="ch" forName="text7" refType="h" fact="0.5122"/>
          <dgm:constr type="w" for="ch" forName="text7" refType="w" fact="0.1623"/>
          <dgm:constr type="h" for="ch" forName="text7" refType="h" fact="0.2314"/>
          <dgm:constr type="l" for="ch" forName="image7" refType="w" fact="0.1395"/>
          <dgm:constr type="t" for="ch" forName="image7" refType="h" fact="0.6409"/>
          <dgm:constr type="w" for="ch" forName="image7" refType="w" fact="0.1623"/>
          <dgm:constr type="h" for="ch" forName="image7" refType="h" fact="0.2314"/>
          <dgm:constr type="l" for="ch" forName="imageaccent7" refType="w" fact="0.25"/>
          <dgm:constr type="t" for="ch" forName="imageaccent7" refType="h" fact="0.6441"/>
          <dgm:constr type="w" for="ch" forName="imageaccent7" refType="w" fact="0.0189"/>
          <dgm:constr type="h" for="ch" forName="imageaccent7" refType="h" fact="0.0271"/>
          <dgm:constr type="l" for="ch" forName="textaccent7" refType="w" fact="0.2838"/>
          <dgm:constr type="t" for="ch" forName="textaccent7" refType="h" fact="0.6148"/>
          <dgm:constr type="w" for="ch" forName="textaccent7" refType="w" fact="0.0189"/>
          <dgm:constr type="h" for="ch" forName="textaccent7" refType="h" fact="0.0271"/>
          <dgm:constr type="l" for="ch" forName="image8" refType="w" fact="0.6975"/>
          <dgm:constr type="t" for="ch" forName="image8" refType="h" fact="0.6433"/>
          <dgm:constr type="w" for="ch" forName="image8" refType="w" fact="0.1623"/>
          <dgm:constr type="h" for="ch" forName="image8" refType="h" fact="0.2314"/>
          <dgm:constr type="l" for="ch" forName="text8" refType="w" fact="0.8371"/>
          <dgm:constr type="t" for="ch" forName="text8" refType="h" fact="0.5167"/>
          <dgm:constr type="w" for="ch" forName="text8" refType="w" fact="0.1623"/>
          <dgm:constr type="h" for="ch" forName="text8" refType="h" fact="0.2314"/>
          <dgm:constr type="l" for="ch" forName="imageaccent8" refType="w" fact="0.8392"/>
          <dgm:constr type="t" for="ch" forName="imageaccent8" refType="h" fact="0.7449"/>
          <dgm:constr type="w" for="ch" forName="imageaccent8" refType="w" fact="0.0189"/>
          <dgm:constr type="h" for="ch" forName="imageaccent8" refType="h" fact="0.0271"/>
          <dgm:constr type="l" for="ch" forName="textaccent8" refType="w" fact="0.8693"/>
          <dgm:constr type="t" for="ch" forName="textaccent8" refType="h" fact="0.7194"/>
          <dgm:constr type="w" for="ch" forName="textaccent8" refType="w" fact="0.0189"/>
          <dgm:constr type="h" for="ch" forName="textaccent8" refType="h" fact="0.0271"/>
          <dgm:constr type="l" for="ch" forName="text9" refType="w" fact="0.8377"/>
          <dgm:constr type="t" for="ch" forName="text9" refType="h" fact="0.005"/>
          <dgm:constr type="w" for="ch" forName="text9" refType="w" fact="0.1623"/>
          <dgm:constr type="h" for="ch" forName="text9" refType="h" fact="0.2314"/>
          <dgm:constr type="l" for="ch" forName="textaccent9" refType="w" fact="0.95"/>
          <dgm:constr type="t" for="ch" forName="textaccent9" refType="h" fact="0.2084"/>
          <dgm:constr type="w" for="ch" forName="textaccent9" refType="w" fact="0.0189"/>
          <dgm:constr type="h" for="ch" forName="textaccent9" refType="h" fact="0.0271"/>
          <dgm:constr type="l" for="ch" forName="image9" refType="w" fact="0.8377"/>
          <dgm:constr type="t" for="ch" forName="image9" refType="h" fact="0.2604"/>
          <dgm:constr type="w" for="ch" forName="image9" refType="w" fact="0.1623"/>
          <dgm:constr type="h" for="ch" forName="image9" refType="h" fact="0.2314"/>
          <dgm:constr type="l" for="ch" forName="imageaccent9" refType="w" fact="0.95"/>
          <dgm:constr type="t" for="ch" forName="imageaccent9" refType="h" fact="0.2618"/>
          <dgm:constr type="w" for="ch" forName="imageaccent9" refType="w" fact="0.0189"/>
          <dgm:constr type="h" for="ch" forName="imageaccent9" refType="h" fact="0.0271"/>
          <dgm:constr type="l" for="ch" forName="image10" refType="w" fact="0.2786"/>
          <dgm:constr type="t" for="ch" forName="image10" refType="h" fact="0.7686"/>
          <dgm:constr type="w" for="ch" forName="image10" refType="w" fact="0.1623"/>
          <dgm:constr type="h" for="ch" forName="image10" refType="h" fact="0.2314"/>
          <dgm:constr type="l" for="ch" forName="text10" refType="w" fact="0.4183"/>
          <dgm:constr type="t" for="ch" forName="text10" refType="h" fact="0.6419"/>
          <dgm:constr type="w" for="ch" forName="text10" refType="w" fact="0.1623"/>
          <dgm:constr type="h" for="ch" forName="text10" refType="h" fact="0.2314"/>
          <dgm:constr type="l" for="ch" forName="imageaccent10" refType="w" fact="0.4203"/>
          <dgm:constr type="t" for="ch" forName="imageaccent10" refType="h" fact="0.8701"/>
          <dgm:constr type="w" for="ch" forName="imageaccent10" refType="w" fact="0.0189"/>
          <dgm:constr type="h" for="ch" forName="imageaccent10" refType="h" fact="0.0271"/>
          <dgm:constr type="l" for="ch" forName="textaccent10" refType="w" fact="0.4504"/>
          <dgm:constr type="t" for="ch" forName="textaccent10" refType="h" fact="0.8446"/>
          <dgm:constr type="w" for="ch" forName="textaccent10" refType="w" fact="0.0189"/>
          <dgm:constr type="h" for="ch" forName="textaccent10" refType="h" fact="0.0271"/>
        </dgm:constrLst>
      </dgm:if>
      <dgm:if name="Name12" axis="ch" ptType="node" func="cnt" op="equ" val="11">
        <dgm:alg type="composite">
          <dgm:param type="ar" val="1.4704"/>
        </dgm:alg>
        <dgm:constrLst>
          <dgm:constr type="primFontSz" for="des" ptType="node" op="equ" val="65"/>
          <dgm:constr type="l" for="ch" forName="image4" refType="w" fact="0.5585"/>
          <dgm:constr type="t" for="ch" forName="image4" refType="h" fact="0.2287"/>
          <dgm:constr type="w" for="ch" forName="image4" refType="w" fact="0.1623"/>
          <dgm:constr type="h" for="ch" forName="image4" refType="h" fact="0.2049"/>
          <dgm:constr type="l" for="ch" forName="text5" refType="w" fact="0.5585"/>
          <dgm:constr type="t" for="ch" forName="text5" refType="h" fact="0.0022"/>
          <dgm:constr type="w" for="ch" forName="text5" refType="w" fact="0.1623"/>
          <dgm:constr type="h" for="ch" forName="text5" refType="h" fact="0.2049"/>
          <dgm:constr type="l" for="ch" forName="image5" refType="w" fact="0.6982"/>
          <dgm:constr type="t" for="ch" forName="image5" refType="h" fact="0.1165"/>
          <dgm:constr type="w" for="ch" forName="image5" refType="w" fact="0.1623"/>
          <dgm:constr type="h" for="ch" forName="image5" refType="h" fact="0.2049"/>
          <dgm:constr type="l" for="ch" forName="image2" refType="w" fact="0.4189"/>
          <dgm:constr type="t" for="ch" forName="image2" refType="h" fact="0.34"/>
          <dgm:constr type="w" for="ch" forName="image2" refType="w" fact="0.1623"/>
          <dgm:constr type="h" for="ch" forName="image2" refType="h" fact="0.2049"/>
          <dgm:constr type="l" for="ch" forName="text4" refType="w" fact="0.4189"/>
          <dgm:constr type="t" for="ch" forName="text4" refType="h" fact="0.1135"/>
          <dgm:constr type="w" for="ch" forName="text4" refType="w" fact="0.1623"/>
          <dgm:constr type="h" for="ch" forName="text4" refType="h" fact="0.2049"/>
          <dgm:constr type="l" for="ch" forName="text2" refType="w" fact="0.2793"/>
          <dgm:constr type="t" for="ch" forName="text2" refType="h" fact="0.2265"/>
          <dgm:constr type="w" for="ch" forName="text2" refType="w" fact="0.1623"/>
          <dgm:constr type="h" for="ch" forName="text2" refType="h" fact="0.2049"/>
          <dgm:constr type="l" for="ch" forName="image3" refType="w" fact="0.2793"/>
          <dgm:constr type="t" for="ch" forName="image3" refType="h" fact="0"/>
          <dgm:constr type="w" for="ch" forName="image3" refType="w" fact="0.1623"/>
          <dgm:constr type="h" for="ch" forName="image3" refType="h" fact="0.2049"/>
          <dgm:constr type="l" for="ch" forName="text1" refType="w" fact="0.1396"/>
          <dgm:constr type="t" for="ch" forName="text1" refType="h" fact="0.3404"/>
          <dgm:constr type="w" for="ch" forName="text1" refType="w" fact="0.1623"/>
          <dgm:constr type="h" for="ch" forName="text1" refType="h" fact="0.2049"/>
          <dgm:constr type="l" for="ch" forName="text3" refType="w" fact="0.1396"/>
          <dgm:constr type="t" for="ch" forName="text3" refType="h" fact="0.1139"/>
          <dgm:constr type="w" for="ch" forName="text3" refType="w" fact="0.1623"/>
          <dgm:constr type="h" for="ch" forName="text3" refType="h" fact="0.2049"/>
          <dgm:constr type="l" for="ch" forName="textaccent1" refType="w" fact="0.1435"/>
          <dgm:constr type="t" for="ch" forName="textaccent1" refType="h" fact="0.432"/>
          <dgm:constr type="w" for="ch" forName="textaccent1" refType="w" fact="0.0189"/>
          <dgm:constr type="h" for="ch" forName="textaccent1" refType="h" fact="0.024"/>
          <dgm:constr type="l" for="ch" forName="image1" refType="w" fact="0"/>
          <dgm:constr type="t" for="ch" forName="image1" refType="h" fact="0.2272"/>
          <dgm:constr type="w" for="ch" forName="image1" refType="w" fact="0.1623"/>
          <dgm:constr type="h" for="ch" forName="image1" refType="h" fact="0.2049"/>
          <dgm:constr type="l" for="ch" forName="imageaccent1" refType="w" fact="0.1111"/>
          <dgm:constr type="t" for="ch" forName="imageaccent1" refType="h" fact="0.4048"/>
          <dgm:constr type="w" for="ch" forName="imageaccent1" refType="w" fact="0.0189"/>
          <dgm:constr type="h" for="ch" forName="imageaccent1" refType="h" fact="0.024"/>
          <dgm:constr type="l" for="ch" forName="textaccent2" refType="w" fact="0.391"/>
          <dgm:constr type="t" for="ch" forName="textaccent2" refType="h" fact="0.4038"/>
          <dgm:constr type="w" for="ch" forName="textaccent2" refType="w" fact="0.0189"/>
          <dgm:constr type="h" for="ch" forName="textaccent2" refType="h" fact="0.024"/>
          <dgm:constr type="l" for="ch" forName="imageaccent2" refType="w" fact="0.4228"/>
          <dgm:constr type="t" for="ch" forName="imageaccent2" refType="h" fact="0.4312"/>
          <dgm:constr type="w" for="ch" forName="imageaccent2" refType="w" fact="0.0189"/>
          <dgm:constr type="h" for="ch" forName="imageaccent2" refType="h" fact="0.024"/>
          <dgm:constr type="l" for="ch" forName="textaccent3" refType="w" fact="0.2501"/>
          <dgm:constr type="t" for="ch" forName="textaccent3" refType="h" fact="0.1167"/>
          <dgm:constr type="w" for="ch" forName="textaccent3" refType="w" fact="0.0189"/>
          <dgm:constr type="h" for="ch" forName="textaccent3" refType="h" fact="0.024"/>
          <dgm:constr type="l" for="ch" forName="imageaccent3" refType="w" fact="0.2839"/>
          <dgm:constr type="t" for="ch" forName="imageaccent3" refType="h" fact="0.0908"/>
          <dgm:constr type="w" for="ch" forName="imageaccent3" refType="w" fact="0.0189"/>
          <dgm:constr type="h" for="ch" forName="imageaccent3" refType="h" fact="0.024"/>
          <dgm:constr type="l" for="ch" forName="textaccent4" refType="w" fact="0.5593"/>
          <dgm:constr type="t" for="ch" forName="textaccent4" refType="h" fact="0.2042"/>
          <dgm:constr type="w" for="ch" forName="textaccent4" refType="w" fact="0.0189"/>
          <dgm:constr type="h" for="ch" forName="textaccent4" refType="h" fact="0.024"/>
          <dgm:constr type="l" for="ch" forName="imageaccent4" refType="w" fact="0.5901"/>
          <dgm:constr type="t" for="ch" forName="imageaccent4" refType="h" fact="0.2323"/>
          <dgm:constr type="w" for="ch" forName="imageaccent4" refType="w" fact="0.0189"/>
          <dgm:constr type="h" for="ch" forName="imageaccent4" refType="h" fact="0.024"/>
          <dgm:constr type="l" for="ch" forName="textaccent5" refType="w" fact="0.6989"/>
          <dgm:constr type="t" for="ch" forName="textaccent5" refType="h" fact="0.094"/>
          <dgm:constr type="w" for="ch" forName="textaccent5" refType="w" fact="0.0189"/>
          <dgm:constr type="h" for="ch" forName="textaccent5" refType="h" fact="0.024"/>
          <dgm:constr type="l" for="ch" forName="imageaccent5" refType="w" fact="0.7305"/>
          <dgm:constr type="t" for="ch" forName="imageaccent5" refType="h" fact="0.121"/>
          <dgm:constr type="w" for="ch" forName="imageaccent5" refType="w" fact="0.0189"/>
          <dgm:constr type="h" for="ch" forName="imageaccent5" refType="h" fact="0.024"/>
          <dgm:constr type="l" for="ch" forName="image6" refType="w" fact="0.5585"/>
          <dgm:constr type="t" for="ch" forName="image6" refType="h" fact="0.4548"/>
          <dgm:constr type="w" for="ch" forName="image6" refType="w" fact="0.1623"/>
          <dgm:constr type="h" for="ch" forName="image6" refType="h" fact="0.2049"/>
          <dgm:constr type="l" for="ch" forName="text6" refType="w" fact="0.6982"/>
          <dgm:constr type="t" for="ch" forName="text6" refType="h" fact="0.3426"/>
          <dgm:constr type="w" for="ch" forName="text6" refType="w" fact="0.1623"/>
          <dgm:constr type="h" for="ch" forName="text6" refType="h" fact="0.2049"/>
          <dgm:constr type="l" for="ch" forName="imageaccent6" refType="w" fact="0.7002"/>
          <dgm:constr type="t" for="ch" forName="imageaccent6" refType="h" fact="0.5447"/>
          <dgm:constr type="w" for="ch" forName="imageaccent6" refType="w" fact="0.0189"/>
          <dgm:constr type="h" for="ch" forName="imageaccent6" refType="h" fact="0.024"/>
          <dgm:constr type="l" for="ch" forName="textaccent6" refType="w" fact="0.7303"/>
          <dgm:constr type="t" for="ch" forName="textaccent6" refType="h" fact="0.5221"/>
          <dgm:constr type="w" for="ch" forName="textaccent6" refType="w" fact="0.0189"/>
          <dgm:constr type="h" for="ch" forName="textaccent6" refType="h" fact="0.024"/>
          <dgm:constr type="l" for="ch" forName="text7" refType="w" fact="0.2792"/>
          <dgm:constr type="t" for="ch" forName="text7" refType="h" fact="0.4535"/>
          <dgm:constr type="w" for="ch" forName="text7" refType="w" fact="0.1623"/>
          <dgm:constr type="h" for="ch" forName="text7" refType="h" fact="0.2049"/>
          <dgm:constr type="l" for="ch" forName="image7" refType="w" fact="0.1395"/>
          <dgm:constr type="t" for="ch" forName="image7" refType="h" fact="0.5674"/>
          <dgm:constr type="w" for="ch" forName="image7" refType="w" fact="0.1623"/>
          <dgm:constr type="h" for="ch" forName="image7" refType="h" fact="0.2049"/>
          <dgm:constr type="l" for="ch" forName="imageaccent7" refType="w" fact="0.25"/>
          <dgm:constr type="t" for="ch" forName="imageaccent7" refType="h" fact="0.5703"/>
          <dgm:constr type="w" for="ch" forName="imageaccent7" refType="w" fact="0.0189"/>
          <dgm:constr type="h" for="ch" forName="imageaccent7" refType="h" fact="0.024"/>
          <dgm:constr type="l" for="ch" forName="textaccent7" refType="w" fact="0.2838"/>
          <dgm:constr type="t" for="ch" forName="textaccent7" refType="h" fact="0.5443"/>
          <dgm:constr type="w" for="ch" forName="textaccent7" refType="w" fact="0.0189"/>
          <dgm:constr type="h" for="ch" forName="textaccent7" refType="h" fact="0.024"/>
          <dgm:constr type="l" for="ch" forName="image8" refType="w" fact="0.6975"/>
          <dgm:constr type="t" for="ch" forName="image8" refType="h" fact="0.5696"/>
          <dgm:constr type="w" for="ch" forName="image8" refType="w" fact="0.1623"/>
          <dgm:constr type="h" for="ch" forName="image8" refType="h" fact="0.2049"/>
          <dgm:constr type="l" for="ch" forName="text8" refType="w" fact="0.8371"/>
          <dgm:constr type="t" for="ch" forName="text8" refType="h" fact="0.4574"/>
          <dgm:constr type="w" for="ch" forName="text8" refType="w" fact="0.1623"/>
          <dgm:constr type="h" for="ch" forName="text8" refType="h" fact="0.2049"/>
          <dgm:constr type="l" for="ch" forName="imageaccent8" refType="w" fact="0.8392"/>
          <dgm:constr type="t" for="ch" forName="imageaccent8" refType="h" fact="0.6595"/>
          <dgm:constr type="w" for="ch" forName="imageaccent8" refType="w" fact="0.0189"/>
          <dgm:constr type="h" for="ch" forName="imageaccent8" refType="h" fact="0.024"/>
          <dgm:constr type="l" for="ch" forName="textaccent8" refType="w" fact="0.8693"/>
          <dgm:constr type="t" for="ch" forName="textaccent8" refType="h" fact="0.6369"/>
          <dgm:constr type="w" for="ch" forName="textaccent8" refType="w" fact="0.0189"/>
          <dgm:constr type="h" for="ch" forName="textaccent8" refType="h" fact="0.024"/>
          <dgm:constr type="l" for="ch" forName="text9" refType="w" fact="0.8377"/>
          <dgm:constr type="t" for="ch" forName="text9" refType="h" fact="0.0044"/>
          <dgm:constr type="w" for="ch" forName="text9" refType="w" fact="0.1623"/>
          <dgm:constr type="h" for="ch" forName="text9" refType="h" fact="0.2049"/>
          <dgm:constr type="l" for="ch" forName="textaccent9" refType="w" fact="0.95"/>
          <dgm:constr type="t" for="ch" forName="textaccent9" refType="h" fact="0.1846"/>
          <dgm:constr type="w" for="ch" forName="textaccent9" refType="w" fact="0.0189"/>
          <dgm:constr type="h" for="ch" forName="textaccent9" refType="h" fact="0.024"/>
          <dgm:constr type="l" for="ch" forName="image9" refType="w" fact="0.8377"/>
          <dgm:constr type="t" for="ch" forName="image9" refType="h" fact="0.2306"/>
          <dgm:constr type="w" for="ch" forName="image9" refType="w" fact="0.1623"/>
          <dgm:constr type="h" for="ch" forName="image9" refType="h" fact="0.2049"/>
          <dgm:constr type="l" for="ch" forName="imageaccent9" refType="w" fact="0.95"/>
          <dgm:constr type="t" for="ch" forName="imageaccent9" refType="h" fact="0.2318"/>
          <dgm:constr type="w" for="ch" forName="imageaccent9" refType="w" fact="0.0189"/>
          <dgm:constr type="h" for="ch" forName="imageaccent9" refType="h" fact="0.024"/>
          <dgm:constr type="l" for="ch" forName="image10" refType="w" fact="0.2786"/>
          <dgm:constr type="t" for="ch" forName="image10" refType="h" fact="0.6805"/>
          <dgm:constr type="w" for="ch" forName="image10" refType="w" fact="0.1623"/>
          <dgm:constr type="h" for="ch" forName="image10" refType="h" fact="0.2049"/>
          <dgm:constr type="l" for="ch" forName="text10" refType="w" fact="0.4183"/>
          <dgm:constr type="t" for="ch" forName="text10" refType="h" fact="0.5683"/>
          <dgm:constr type="w" for="ch" forName="text10" refType="w" fact="0.1623"/>
          <dgm:constr type="h" for="ch" forName="text10" refType="h" fact="0.2049"/>
          <dgm:constr type="l" for="ch" forName="imageaccent10" refType="w" fact="0.4203"/>
          <dgm:constr type="t" for="ch" forName="imageaccent10" refType="h" fact="0.7704"/>
          <dgm:constr type="w" for="ch" forName="imageaccent10" refType="w" fact="0.0189"/>
          <dgm:constr type="h" for="ch" forName="imageaccent10" refType="h" fact="0.024"/>
          <dgm:constr type="l" for="ch" forName="textaccent10" refType="w" fact="0.4504"/>
          <dgm:constr type="t" for="ch" forName="textaccent10" refType="h" fact="0.7478"/>
          <dgm:constr type="w" for="ch" forName="textaccent10" refType="w" fact="0.0189"/>
          <dgm:constr type="h" for="ch" forName="textaccent10" refType="h" fact="0.024"/>
          <dgm:constr type="l" for="ch" forName="text11" refType="w" fact="0.6971"/>
          <dgm:constr type="t" for="ch" forName="text11" refType="h" fact="0.7951"/>
          <dgm:constr type="w" for="ch" forName="text11" refType="w" fact="0.1623"/>
          <dgm:constr type="h" for="ch" forName="text11" refType="h" fact="0.2049"/>
          <dgm:constr type="l" for="ch" forName="image11" refType="w" fact="0.5575"/>
          <dgm:constr type="t" for="ch" forName="image11" refType="h" fact="0.6816"/>
          <dgm:constr type="w" for="ch" forName="image11" refType="w" fact="0.1623"/>
          <dgm:constr type="h" for="ch" forName="image11" refType="h" fact="0.2049"/>
          <dgm:constr type="l" for="ch" forName="imageaccent11" refType="w" fact="0.6692"/>
          <dgm:constr type="t" for="ch" forName="imageaccent11" refType="h" fact="0.8589"/>
          <dgm:constr type="w" for="ch" forName="imageaccent11" refType="w" fact="0.0189"/>
          <dgm:constr type="h" for="ch" forName="imageaccent11" refType="h" fact="0.024"/>
          <dgm:constr type="l" for="ch" forName="textaccent11" refType="w" fact="0.701"/>
          <dgm:constr type="t" for="ch" forName="textaccent11" refType="h" fact="0.8863"/>
          <dgm:constr type="w" for="ch" forName="textaccent11" refType="w" fact="0.0189"/>
          <dgm:constr type="h" for="ch" forName="textaccent11" refType="h" fact="0.024"/>
        </dgm:constrLst>
      </dgm:if>
      <dgm:else name="Name13">
        <dgm:alg type="composite">
          <dgm:param type="ar" val="1.675"/>
        </dgm:alg>
        <dgm:constrLst>
          <dgm:constr type="primFontSz" for="des" ptType="node" op="equ" val="65"/>
          <dgm:constr type="l" for="ch" forName="image4" refType="w" fact="0.4903"/>
          <dgm:constr type="t" for="ch" forName="image4" refType="h" fact="0.2287"/>
          <dgm:constr type="w" for="ch" forName="image4" refType="w" fact="0.1425"/>
          <dgm:constr type="h" for="ch" forName="image4" refType="h" fact="0.2049"/>
          <dgm:constr type="l" for="ch" forName="text5" refType="w" fact="0.4903"/>
          <dgm:constr type="t" for="ch" forName="text5" refType="h" fact="0.0022"/>
          <dgm:constr type="w" for="ch" forName="text5" refType="w" fact="0.1425"/>
          <dgm:constr type="h" for="ch" forName="text5" refType="h" fact="0.2049"/>
          <dgm:constr type="l" for="ch" forName="image5" refType="w" fact="0.6129"/>
          <dgm:constr type="t" for="ch" forName="image5" refType="h" fact="0.1165"/>
          <dgm:constr type="w" for="ch" forName="image5" refType="w" fact="0.1425"/>
          <dgm:constr type="h" for="ch" forName="image5" refType="h" fact="0.2049"/>
          <dgm:constr type="l" for="ch" forName="image2" refType="w" fact="0.3677"/>
          <dgm:constr type="t" for="ch" forName="image2" refType="h" fact="0.34"/>
          <dgm:constr type="w" for="ch" forName="image2" refType="w" fact="0.1425"/>
          <dgm:constr type="h" for="ch" forName="image2" refType="h" fact="0.2049"/>
          <dgm:constr type="l" for="ch" forName="text4" refType="w" fact="0.3677"/>
          <dgm:constr type="t" for="ch" forName="text4" refType="h" fact="0.1135"/>
          <dgm:constr type="w" for="ch" forName="text4" refType="w" fact="0.1425"/>
          <dgm:constr type="h" for="ch" forName="text4" refType="h" fact="0.2049"/>
          <dgm:constr type="l" for="ch" forName="text2" refType="w" fact="0.2452"/>
          <dgm:constr type="t" for="ch" forName="text2" refType="h" fact="0.2265"/>
          <dgm:constr type="w" for="ch" forName="text2" refType="w" fact="0.1425"/>
          <dgm:constr type="h" for="ch" forName="text2" refType="h" fact="0.2049"/>
          <dgm:constr type="l" for="ch" forName="image3" refType="w" fact="0.2452"/>
          <dgm:constr type="t" for="ch" forName="image3" refType="h" fact="0"/>
          <dgm:constr type="w" for="ch" forName="image3" refType="w" fact="0.1425"/>
          <dgm:constr type="h" for="ch" forName="image3" refType="h" fact="0.2049"/>
          <dgm:constr type="l" for="ch" forName="text1" refType="w" fact="0.1226"/>
          <dgm:constr type="t" for="ch" forName="text1" refType="h" fact="0.3404"/>
          <dgm:constr type="w" for="ch" forName="text1" refType="w" fact="0.1425"/>
          <dgm:constr type="h" for="ch" forName="text1" refType="h" fact="0.2049"/>
          <dgm:constr type="l" for="ch" forName="text3" refType="w" fact="0.1226"/>
          <dgm:constr type="t" for="ch" forName="text3" refType="h" fact="0.1139"/>
          <dgm:constr type="w" for="ch" forName="text3" refType="w" fact="0.1425"/>
          <dgm:constr type="h" for="ch" forName="text3" refType="h" fact="0.2049"/>
          <dgm:constr type="l" for="ch" forName="textaccent1" refType="w" fact="0.126"/>
          <dgm:constr type="t" for="ch" forName="textaccent1" refType="h" fact="0.432"/>
          <dgm:constr type="w" for="ch" forName="textaccent1" refType="w" fact="0.0166"/>
          <dgm:constr type="h" for="ch" forName="textaccent1" refType="h" fact="0.024"/>
          <dgm:constr type="l" for="ch" forName="image1" refType="w" fact="0"/>
          <dgm:constr type="t" for="ch" forName="image1" refType="h" fact="0.2272"/>
          <dgm:constr type="w" for="ch" forName="image1" refType="w" fact="0.1425"/>
          <dgm:constr type="h" for="ch" forName="image1" refType="h" fact="0.2049"/>
          <dgm:constr type="l" for="ch" forName="imageaccent1" refType="w" fact="0.0976"/>
          <dgm:constr type="t" for="ch" forName="imageaccent1" refType="h" fact="0.4048"/>
          <dgm:constr type="w" for="ch" forName="imageaccent1" refType="w" fact="0.0166"/>
          <dgm:constr type="h" for="ch" forName="imageaccent1" refType="h" fact="0.024"/>
          <dgm:constr type="l" for="ch" forName="textaccent2" refType="w" fact="0.3432"/>
          <dgm:constr type="t" for="ch" forName="textaccent2" refType="h" fact="0.4038"/>
          <dgm:constr type="w" for="ch" forName="textaccent2" refType="w" fact="0.0166"/>
          <dgm:constr type="h" for="ch" forName="textaccent2" refType="h" fact="0.024"/>
          <dgm:constr type="l" for="ch" forName="imageaccent2" refType="w" fact="0.3712"/>
          <dgm:constr type="t" for="ch" forName="imageaccent2" refType="h" fact="0.4312"/>
          <dgm:constr type="w" for="ch" forName="imageaccent2" refType="w" fact="0.0166"/>
          <dgm:constr type="h" for="ch" forName="imageaccent2" refType="h" fact="0.024"/>
          <dgm:constr type="l" for="ch" forName="textaccent3" refType="w" fact="0.2196"/>
          <dgm:constr type="t" for="ch" forName="textaccent3" refType="h" fact="0.1167"/>
          <dgm:constr type="w" for="ch" forName="textaccent3" refType="w" fact="0.0166"/>
          <dgm:constr type="h" for="ch" forName="textaccent3" refType="h" fact="0.024"/>
          <dgm:constr type="l" for="ch" forName="imageaccent3" refType="w" fact="0.2492"/>
          <dgm:constr type="t" for="ch" forName="imageaccent3" refType="h" fact="0.0908"/>
          <dgm:constr type="w" for="ch" forName="imageaccent3" refType="w" fact="0.0166"/>
          <dgm:constr type="h" for="ch" forName="imageaccent3" refType="h" fact="0.024"/>
          <dgm:constr type="l" for="ch" forName="textaccent4" refType="w" fact="0.491"/>
          <dgm:constr type="t" for="ch" forName="textaccent4" refType="h" fact="0.2042"/>
          <dgm:constr type="w" for="ch" forName="textaccent4" refType="w" fact="0.0166"/>
          <dgm:constr type="h" for="ch" forName="textaccent4" refType="h" fact="0.024"/>
          <dgm:constr type="l" for="ch" forName="imageaccent4" refType="w" fact="0.5181"/>
          <dgm:constr type="t" for="ch" forName="imageaccent4" refType="h" fact="0.2323"/>
          <dgm:constr type="w" for="ch" forName="imageaccent4" refType="w" fact="0.0166"/>
          <dgm:constr type="h" for="ch" forName="imageaccent4" refType="h" fact="0.024"/>
          <dgm:constr type="l" for="ch" forName="textaccent5" refType="w" fact="0.6136"/>
          <dgm:constr type="t" for="ch" forName="textaccent5" refType="h" fact="0.094"/>
          <dgm:constr type="w" for="ch" forName="textaccent5" refType="w" fact="0.0166"/>
          <dgm:constr type="h" for="ch" forName="textaccent5" refType="h" fact="0.024"/>
          <dgm:constr type="l" for="ch" forName="imageaccent5" refType="w" fact="0.6413"/>
          <dgm:constr type="t" for="ch" forName="imageaccent5" refType="h" fact="0.121"/>
          <dgm:constr type="w" for="ch" forName="imageaccent5" refType="w" fact="0.0166"/>
          <dgm:constr type="h" for="ch" forName="imageaccent5" refType="h" fact="0.024"/>
          <dgm:constr type="l" for="ch" forName="image6" refType="w" fact="0.4903"/>
          <dgm:constr type="t" for="ch" forName="image6" refType="h" fact="0.4548"/>
          <dgm:constr type="w" for="ch" forName="image6" refType="w" fact="0.1425"/>
          <dgm:constr type="h" for="ch" forName="image6" refType="h" fact="0.2049"/>
          <dgm:constr type="l" for="ch" forName="text6" refType="w" fact="0.6129"/>
          <dgm:constr type="t" for="ch" forName="text6" refType="h" fact="0.3426"/>
          <dgm:constr type="w" for="ch" forName="text6" refType="w" fact="0.1425"/>
          <dgm:constr type="h" for="ch" forName="text6" refType="h" fact="0.2049"/>
          <dgm:constr type="l" for="ch" forName="imageaccent6" refType="w" fact="0.6147"/>
          <dgm:constr type="t" for="ch" forName="imageaccent6" refType="h" fact="0.5447"/>
          <dgm:constr type="w" for="ch" forName="imageaccent6" refType="w" fact="0.0166"/>
          <dgm:constr type="h" for="ch" forName="imageaccent6" refType="h" fact="0.024"/>
          <dgm:constr type="l" for="ch" forName="textaccent6" refType="w" fact="0.6411"/>
          <dgm:constr type="t" for="ch" forName="textaccent6" refType="h" fact="0.5221"/>
          <dgm:constr type="w" for="ch" forName="textaccent6" refType="w" fact="0.0166"/>
          <dgm:constr type="h" for="ch" forName="textaccent6" refType="h" fact="0.024"/>
          <dgm:constr type="l" for="ch" forName="text7" refType="w" fact="0.2451"/>
          <dgm:constr type="t" for="ch" forName="text7" refType="h" fact="0.4535"/>
          <dgm:constr type="w" for="ch" forName="text7" refType="w" fact="0.1425"/>
          <dgm:constr type="h" for="ch" forName="text7" refType="h" fact="0.2049"/>
          <dgm:constr type="l" for="ch" forName="image7" refType="w" fact="0.1225"/>
          <dgm:constr type="t" for="ch" forName="image7" refType="h" fact="0.5674"/>
          <dgm:constr type="w" for="ch" forName="image7" refType="w" fact="0.1425"/>
          <dgm:constr type="h" for="ch" forName="image7" refType="h" fact="0.2049"/>
          <dgm:constr type="l" for="ch" forName="imageaccent7" refType="w" fact="0.2195"/>
          <dgm:constr type="t" for="ch" forName="imageaccent7" refType="h" fact="0.5703"/>
          <dgm:constr type="w" for="ch" forName="imageaccent7" refType="w" fact="0.0166"/>
          <dgm:constr type="h" for="ch" forName="imageaccent7" refType="h" fact="0.024"/>
          <dgm:constr type="l" for="ch" forName="textaccent7" refType="w" fact="0.2491"/>
          <dgm:constr type="t" for="ch" forName="textaccent7" refType="h" fact="0.5443"/>
          <dgm:constr type="w" for="ch" forName="textaccent7" refType="w" fact="0.0166"/>
          <dgm:constr type="h" for="ch" forName="textaccent7" refType="h" fact="0.024"/>
          <dgm:constr type="l" for="ch" forName="image8" refType="w" fact="0.6123"/>
          <dgm:constr type="t" for="ch" forName="image8" refType="h" fact="0.5696"/>
          <dgm:constr type="w" for="ch" forName="image8" refType="w" fact="0.1425"/>
          <dgm:constr type="h" for="ch" forName="image8" refType="h" fact="0.2049"/>
          <dgm:constr type="l" for="ch" forName="text8" refType="w" fact="0.7349"/>
          <dgm:constr type="t" for="ch" forName="text8" refType="h" fact="0.4574"/>
          <dgm:constr type="w" for="ch" forName="text8" refType="w" fact="0.1425"/>
          <dgm:constr type="h" for="ch" forName="text8" refType="h" fact="0.2049"/>
          <dgm:constr type="l" for="ch" forName="imageaccent8" refType="w" fact="0.7367"/>
          <dgm:constr type="t" for="ch" forName="imageaccent8" refType="h" fact="0.6595"/>
          <dgm:constr type="w" for="ch" forName="imageaccent8" refType="w" fact="0.0166"/>
          <dgm:constr type="h" for="ch" forName="imageaccent8" refType="h" fact="0.024"/>
          <dgm:constr type="l" for="ch" forName="textaccent8" refType="w" fact="0.7631"/>
          <dgm:constr type="t" for="ch" forName="textaccent8" refType="h" fact="0.6369"/>
          <dgm:constr type="w" for="ch" forName="textaccent8" refType="w" fact="0.0166"/>
          <dgm:constr type="h" for="ch" forName="textaccent8" refType="h" fact="0.024"/>
          <dgm:constr type="l" for="ch" forName="text9" refType="w" fact="0.7354"/>
          <dgm:constr type="t" for="ch" forName="text9" refType="h" fact="0.0044"/>
          <dgm:constr type="w" for="ch" forName="text9" refType="w" fact="0.1425"/>
          <dgm:constr type="h" for="ch" forName="text9" refType="h" fact="0.2049"/>
          <dgm:constr type="l" for="ch" forName="textaccent9" refType="w" fact="0.8339"/>
          <dgm:constr type="t" for="ch" forName="textaccent9" refType="h" fact="0.1846"/>
          <dgm:constr type="w" for="ch" forName="textaccent9" refType="w" fact="0.0166"/>
          <dgm:constr type="h" for="ch" forName="textaccent9" refType="h" fact="0.024"/>
          <dgm:constr type="l" for="ch" forName="image9" refType="w" fact="0.7354"/>
          <dgm:constr type="t" for="ch" forName="image9" refType="h" fact="0.2306"/>
          <dgm:constr type="w" for="ch" forName="image9" refType="w" fact="0.1425"/>
          <dgm:constr type="h" for="ch" forName="image9" refType="h" fact="0.2049"/>
          <dgm:constr type="l" for="ch" forName="imageaccent9" refType="w" fact="0.8339"/>
          <dgm:constr type="t" for="ch" forName="imageaccent9" refType="h" fact="0.2318"/>
          <dgm:constr type="w" for="ch" forName="imageaccent9" refType="w" fact="0.0166"/>
          <dgm:constr type="h" for="ch" forName="imageaccent9" refType="h" fact="0.024"/>
          <dgm:constr type="l" for="ch" forName="image10" refType="w" fact="0.2446"/>
          <dgm:constr type="t" for="ch" forName="image10" refType="h" fact="0.6805"/>
          <dgm:constr type="w" for="ch" forName="image10" refType="w" fact="0.1425"/>
          <dgm:constr type="h" for="ch" forName="image10" refType="h" fact="0.2049"/>
          <dgm:constr type="l" for="ch" forName="text10" refType="w" fact="0.3672"/>
          <dgm:constr type="t" for="ch" forName="text10" refType="h" fact="0.5683"/>
          <dgm:constr type="w" for="ch" forName="text10" refType="w" fact="0.1425"/>
          <dgm:constr type="h" for="ch" forName="text10" refType="h" fact="0.2049"/>
          <dgm:constr type="l" for="ch" forName="imageaccent10" refType="w" fact="0.369"/>
          <dgm:constr type="t" for="ch" forName="imageaccent10" refType="h" fact="0.7704"/>
          <dgm:constr type="w" for="ch" forName="imageaccent10" refType="w" fact="0.0166"/>
          <dgm:constr type="h" for="ch" forName="imageaccent10" refType="h" fact="0.024"/>
          <dgm:constr type="l" for="ch" forName="textaccent10" refType="w" fact="0.3954"/>
          <dgm:constr type="t" for="ch" forName="textaccent10" refType="h" fact="0.7478"/>
          <dgm:constr type="w" for="ch" forName="textaccent10" refType="w" fact="0.0166"/>
          <dgm:constr type="h" for="ch" forName="textaccent10" refType="h" fact="0.024"/>
          <dgm:constr type="l" for="ch" forName="text11" refType="w" fact="0.612"/>
          <dgm:constr type="t" for="ch" forName="text11" refType="h" fact="0.7951"/>
          <dgm:constr type="w" for="ch" forName="text11" refType="w" fact="0.1425"/>
          <dgm:constr type="h" for="ch" forName="text11" refType="h" fact="0.2049"/>
          <dgm:constr type="l" for="ch" forName="image11" refType="w" fact="0.4894"/>
          <dgm:constr type="t" for="ch" forName="image11" refType="h" fact="0.6816"/>
          <dgm:constr type="w" for="ch" forName="image11" refType="w" fact="0.1425"/>
          <dgm:constr type="h" for="ch" forName="image11" refType="h" fact="0.2049"/>
          <dgm:constr type="l" for="ch" forName="imageaccent11" refType="w" fact="0.5874"/>
          <dgm:constr type="t" for="ch" forName="imageaccent11" refType="h" fact="0.8589"/>
          <dgm:constr type="w" for="ch" forName="imageaccent11" refType="w" fact="0.0166"/>
          <dgm:constr type="h" for="ch" forName="imageaccent11" refType="h" fact="0.024"/>
          <dgm:constr type="l" for="ch" forName="textaccent11" refType="w" fact="0.6154"/>
          <dgm:constr type="t" for="ch" forName="textaccent11" refType="h" fact="0.8863"/>
          <dgm:constr type="w" for="ch" forName="textaccent11" refType="w" fact="0.0166"/>
          <dgm:constr type="h" for="ch" forName="textaccent11" refType="h" fact="0.024"/>
          <dgm:constr type="l" for="ch" forName="text12" refType="w" fact="0.735"/>
          <dgm:constr type="t" for="ch" forName="text12" refType="h" fact="0.684"/>
          <dgm:constr type="w" for="ch" forName="text12" refType="w" fact="0.1425"/>
          <dgm:constr type="h" for="ch" forName="text12" refType="h" fact="0.2049"/>
          <dgm:constr type="l" for="ch" forName="image12" refType="w" fact="0.8575"/>
          <dgm:constr type="t" for="ch" forName="image12" refType="h" fact="0.5718"/>
          <dgm:constr type="w" for="ch" forName="image12" refType="w" fact="0.1425"/>
          <dgm:constr type="h" for="ch" forName="image12" refType="h" fact="0.2049"/>
          <dgm:constr type="l" for="ch" forName="textaccent12" refType="w" fact="0.8594"/>
          <dgm:constr type="t" for="ch" forName="textaccent12" refType="h" fact="0.7739"/>
          <dgm:constr type="w" for="ch" forName="textaccent12" refType="w" fact="0.0166"/>
          <dgm:constr type="h" for="ch" forName="textaccent12" refType="h" fact="0.024"/>
          <dgm:constr type="l" for="ch" forName="imageaccent12" refType="w" fact="0.8858"/>
          <dgm:constr type="t" for="ch" forName="imageaccent12" refType="h" fact="0.7513"/>
          <dgm:constr type="w" for="ch" forName="imageaccent12" refType="w" fact="0.0166"/>
          <dgm:constr type="h" for="ch" forName="imageaccent12" refType="h" fact="0.024"/>
        </dgm:constrLst>
      </dgm:else>
    </dgm:choose>
    <dgm:forEach name="wrapper" axis="self" ptType="parTrans">
      <dgm:forEach name="wrapper2" axis="self" ptType="sibTrans" st="2">
        <dgm:forEach name="textRepeat" axis="self">
          <dgm:layoutNode name="textRepeatNode" styleLbl="alignNode1">
            <dgm:varLst>
              <dgm:chMax val="0"/>
              <dgm:chPref val="0"/>
              <dgm:bulletEnabled val="1"/>
            </dgm:varLst>
            <dgm:alg type="tx"/>
            <dgm:shape xmlns:r="http://schemas.openxmlformats.org/officeDocument/2006/relationships" type="hexagon" r:blip="">
              <dgm:adjLst>
                <dgm:adj idx="1" val="0.25"/>
                <dgm:adj idx="2" val="1.1547"/>
              </dgm:adjLst>
            </dgm:shape>
            <dgm:presOf axis="desOrSelf" ptType="node"/>
            <dgm:constrLst>
              <dgm:constr type="lMarg" refType="primFontSz" fact="0"/>
              <dgm:constr type="rMarg" refType="primFontSz" fact="0"/>
              <dgm:constr type="tMarg" refType="primFontSz" fact="0.1"/>
              <dgm:constr type="bMarg" refType="primFontSz" fact="0.1"/>
            </dgm:constrLst>
            <dgm:ruleLst>
              <dgm:rule type="primFontSz" val="5" fact="NaN" max="NaN"/>
            </dgm:ruleLst>
          </dgm:layoutNode>
        </dgm:forEach>
        <dgm:forEach name="accentRepeat" axis="self">
          <dgm:layoutNode name="accentRepeatNode" styleLbl="solidAlignAcc1">
            <dgm:alg type="sp"/>
            <dgm:shape xmlns:r="http://schemas.openxmlformats.org/officeDocument/2006/relationships" type="hexagon" r:blip="">
              <dgm:adjLst>
                <dgm:adj idx="1" val="0.25"/>
                <dgm:adj idx="2" val="1.1547"/>
              </dgm:adjLst>
            </dgm:shape>
            <dgm:presOf/>
          </dgm:layoutNode>
        </dgm:forEach>
        <dgm:forEach name="imageRepeat" axis="self">
          <dgm:layoutNode name="imageRepeatNode" styleLbl="alignAcc1">
            <dgm:alg type="sp"/>
            <dgm:shape xmlns:r="http://schemas.openxmlformats.org/officeDocument/2006/relationships" type="hexagon" r:blip="" blipPhldr="1">
              <dgm:adjLst>
                <dgm:adj idx="1" val="0.25"/>
                <dgm:adj idx="2" val="1.1547"/>
              </dgm:adjLst>
            </dgm:shape>
            <dgm:presOf axis="self"/>
          </dgm:layoutNode>
        </dgm:forEach>
      </dgm:forEach>
    </dgm:forEach>
    <dgm:forEach name="Name14" axis="ch" ptType="node" cnt="1">
      <dgm:layoutNode name="text1">
        <dgm:alg type="sp"/>
        <dgm:shape xmlns:r="http://schemas.openxmlformats.org/officeDocument/2006/relationships" r:blip="">
          <dgm:adjLst/>
        </dgm:shape>
        <dgm:presOf/>
        <dgm:constrLst/>
        <dgm:forEach name="Name15" ref="textRepeat"/>
      </dgm:layoutNode>
      <dgm:layoutNode name="textaccent1">
        <dgm:alg type="sp"/>
        <dgm:shape xmlns:r="http://schemas.openxmlformats.org/officeDocument/2006/relationships" r:blip="">
          <dgm:adjLst/>
        </dgm:shape>
        <dgm:presOf/>
        <dgm:constrLst/>
        <dgm:forEach name="Name16" ref="accentRepeat"/>
      </dgm:layoutNode>
    </dgm:forEach>
    <dgm:forEach name="Name17" axis="ch" ptType="sibTrans" hideLastTrans="0" cnt="1">
      <dgm:layoutNode name="image1">
        <dgm:alg type="sp"/>
        <dgm:shape xmlns:r="http://schemas.openxmlformats.org/officeDocument/2006/relationships" r:blip="">
          <dgm:adjLst/>
        </dgm:shape>
        <dgm:presOf/>
        <dgm:constrLst/>
        <dgm:forEach name="Name18" ref="imageRepeat"/>
      </dgm:layoutNode>
      <dgm:layoutNode name="imageaccent1">
        <dgm:alg type="sp"/>
        <dgm:shape xmlns:r="http://schemas.openxmlformats.org/officeDocument/2006/relationships" r:blip="">
          <dgm:adjLst/>
        </dgm:shape>
        <dgm:presOf/>
        <dgm:constrLst/>
        <dgm:forEach name="Name19" ref="accentRepeat"/>
      </dgm:layoutNode>
    </dgm:forEach>
    <dgm:forEach name="Name20" axis="ch" ptType="node" st="2" cnt="1">
      <dgm:layoutNode name="text2">
        <dgm:alg type="sp"/>
        <dgm:shape xmlns:r="http://schemas.openxmlformats.org/officeDocument/2006/relationships" r:blip="">
          <dgm:adjLst/>
        </dgm:shape>
        <dgm:presOf/>
        <dgm:constrLst/>
        <dgm:forEach name="Name21" ref="textRepeat"/>
      </dgm:layoutNode>
      <dgm:layoutNode name="textaccent2">
        <dgm:alg type="sp"/>
        <dgm:shape xmlns:r="http://schemas.openxmlformats.org/officeDocument/2006/relationships" r:blip="">
          <dgm:adjLst/>
        </dgm:shape>
        <dgm:presOf/>
        <dgm:constrLst/>
        <dgm:forEach name="Name22" ref="accentRepeat"/>
      </dgm:layoutNode>
    </dgm:forEach>
    <dgm:forEach name="Name23" axis="ch" ptType="sibTrans" hideLastTrans="0" st="2" cnt="1">
      <dgm:layoutNode name="image2">
        <dgm:alg type="sp"/>
        <dgm:shape xmlns:r="http://schemas.openxmlformats.org/officeDocument/2006/relationships" r:blip="">
          <dgm:adjLst/>
        </dgm:shape>
        <dgm:presOf/>
        <dgm:constrLst/>
        <dgm:forEach name="Name24" ref="imageRepeat"/>
      </dgm:layoutNode>
      <dgm:layoutNode name="imageaccent2">
        <dgm:alg type="sp"/>
        <dgm:shape xmlns:r="http://schemas.openxmlformats.org/officeDocument/2006/relationships" r:blip="">
          <dgm:adjLst/>
        </dgm:shape>
        <dgm:presOf/>
        <dgm:constrLst/>
        <dgm:forEach name="Name25" ref="accentRepeat"/>
      </dgm:layoutNode>
    </dgm:forEach>
    <dgm:forEach name="Name26" axis="ch" ptType="node" st="3" cnt="1">
      <dgm:layoutNode name="text3">
        <dgm:alg type="sp"/>
        <dgm:shape xmlns:r="http://schemas.openxmlformats.org/officeDocument/2006/relationships" r:blip="">
          <dgm:adjLst/>
        </dgm:shape>
        <dgm:presOf/>
        <dgm:constrLst/>
        <dgm:forEach name="Name27" ref="textRepeat"/>
      </dgm:layoutNode>
      <dgm:layoutNode name="textaccent3">
        <dgm:alg type="sp"/>
        <dgm:shape xmlns:r="http://schemas.openxmlformats.org/officeDocument/2006/relationships" r:blip="">
          <dgm:adjLst/>
        </dgm:shape>
        <dgm:presOf/>
        <dgm:constrLst/>
        <dgm:forEach name="Name28" ref="accentRepeat"/>
      </dgm:layoutNode>
    </dgm:forEach>
    <dgm:forEach name="Name29" axis="ch" ptType="sibTrans" hideLastTrans="0" st="3" cnt="1">
      <dgm:layoutNode name="image3">
        <dgm:alg type="sp"/>
        <dgm:shape xmlns:r="http://schemas.openxmlformats.org/officeDocument/2006/relationships" r:blip="">
          <dgm:adjLst/>
        </dgm:shape>
        <dgm:presOf/>
        <dgm:constrLst/>
        <dgm:forEach name="Name30" ref="imageRepeat"/>
      </dgm:layoutNode>
      <dgm:layoutNode name="imageaccent3">
        <dgm:alg type="sp"/>
        <dgm:shape xmlns:r="http://schemas.openxmlformats.org/officeDocument/2006/relationships" r:blip="">
          <dgm:adjLst/>
        </dgm:shape>
        <dgm:presOf/>
        <dgm:constrLst/>
        <dgm:forEach name="Name31" ref="accentRepeat"/>
      </dgm:layoutNode>
    </dgm:forEach>
    <dgm:forEach name="Name32" axis="ch" ptType="node" st="4" cnt="1">
      <dgm:layoutNode name="text4">
        <dgm:alg type="sp"/>
        <dgm:shape xmlns:r="http://schemas.openxmlformats.org/officeDocument/2006/relationships" r:blip="">
          <dgm:adjLst/>
        </dgm:shape>
        <dgm:presOf/>
        <dgm:constrLst/>
        <dgm:forEach name="Name33" ref="textRepeat"/>
      </dgm:layoutNode>
      <dgm:layoutNode name="textaccent4">
        <dgm:alg type="sp"/>
        <dgm:shape xmlns:r="http://schemas.openxmlformats.org/officeDocument/2006/relationships" r:blip="">
          <dgm:adjLst/>
        </dgm:shape>
        <dgm:presOf/>
        <dgm:constrLst/>
        <dgm:forEach name="Name34" ref="accentRepeat"/>
      </dgm:layoutNode>
    </dgm:forEach>
    <dgm:forEach name="Name35" axis="ch" ptType="sibTrans" hideLastTrans="0" st="4" cnt="1">
      <dgm:layoutNode name="image4">
        <dgm:alg type="sp"/>
        <dgm:shape xmlns:r="http://schemas.openxmlformats.org/officeDocument/2006/relationships" r:blip="">
          <dgm:adjLst/>
        </dgm:shape>
        <dgm:presOf/>
        <dgm:constrLst/>
        <dgm:forEach name="Name36" ref="imageRepeat"/>
      </dgm:layoutNode>
      <dgm:layoutNode name="imageaccent4">
        <dgm:alg type="sp"/>
        <dgm:shape xmlns:r="http://schemas.openxmlformats.org/officeDocument/2006/relationships" r:blip="">
          <dgm:adjLst/>
        </dgm:shape>
        <dgm:presOf/>
        <dgm:constrLst/>
        <dgm:forEach name="Name37" ref="accentRepeat"/>
      </dgm:layoutNode>
    </dgm:forEach>
    <dgm:forEach name="Name38" axis="ch" ptType="node" st="5" cnt="1">
      <dgm:layoutNode name="text5">
        <dgm:alg type="sp"/>
        <dgm:shape xmlns:r="http://schemas.openxmlformats.org/officeDocument/2006/relationships" r:blip="">
          <dgm:adjLst/>
        </dgm:shape>
        <dgm:presOf/>
        <dgm:constrLst/>
        <dgm:forEach name="Name39" ref="textRepeat"/>
      </dgm:layoutNode>
      <dgm:layoutNode name="textaccent5">
        <dgm:alg type="sp"/>
        <dgm:shape xmlns:r="http://schemas.openxmlformats.org/officeDocument/2006/relationships" r:blip="">
          <dgm:adjLst/>
        </dgm:shape>
        <dgm:presOf/>
        <dgm:constrLst/>
        <dgm:forEach name="Name40" ref="accentRepeat"/>
      </dgm:layoutNode>
    </dgm:forEach>
    <dgm:forEach name="Name41" axis="ch" ptType="sibTrans" hideLastTrans="0" st="5" cnt="1">
      <dgm:layoutNode name="image5">
        <dgm:alg type="sp"/>
        <dgm:shape xmlns:r="http://schemas.openxmlformats.org/officeDocument/2006/relationships" r:blip="">
          <dgm:adjLst/>
        </dgm:shape>
        <dgm:presOf/>
        <dgm:constrLst/>
        <dgm:forEach name="Name42" ref="imageRepeat"/>
      </dgm:layoutNode>
      <dgm:layoutNode name="imageaccent5">
        <dgm:alg type="sp"/>
        <dgm:shape xmlns:r="http://schemas.openxmlformats.org/officeDocument/2006/relationships" r:blip="">
          <dgm:adjLst/>
        </dgm:shape>
        <dgm:presOf/>
        <dgm:constrLst/>
        <dgm:forEach name="Name43" ref="accentRepeat"/>
      </dgm:layoutNode>
    </dgm:forEach>
    <dgm:forEach name="Name44" axis="ch" ptType="node" st="6" cnt="1">
      <dgm:layoutNode name="text6">
        <dgm:alg type="sp"/>
        <dgm:shape xmlns:r="http://schemas.openxmlformats.org/officeDocument/2006/relationships" r:blip="">
          <dgm:adjLst/>
        </dgm:shape>
        <dgm:presOf/>
        <dgm:constrLst/>
        <dgm:forEach name="Name45" ref="textRepeat"/>
      </dgm:layoutNode>
      <dgm:layoutNode name="textaccent6">
        <dgm:alg type="sp"/>
        <dgm:shape xmlns:r="http://schemas.openxmlformats.org/officeDocument/2006/relationships" r:blip="">
          <dgm:adjLst/>
        </dgm:shape>
        <dgm:presOf/>
        <dgm:constrLst/>
        <dgm:forEach name="Name46" ref="accentRepeat"/>
      </dgm:layoutNode>
    </dgm:forEach>
    <dgm:forEach name="Name47" axis="ch" ptType="sibTrans" hideLastTrans="0" st="6" cnt="1">
      <dgm:layoutNode name="image6">
        <dgm:alg type="sp"/>
        <dgm:shape xmlns:r="http://schemas.openxmlformats.org/officeDocument/2006/relationships" r:blip="">
          <dgm:adjLst/>
        </dgm:shape>
        <dgm:presOf/>
        <dgm:constrLst/>
        <dgm:forEach name="Name48" ref="imageRepeat"/>
      </dgm:layoutNode>
      <dgm:layoutNode name="imageaccent6">
        <dgm:alg type="sp"/>
        <dgm:shape xmlns:r="http://schemas.openxmlformats.org/officeDocument/2006/relationships" r:blip="">
          <dgm:adjLst/>
        </dgm:shape>
        <dgm:presOf/>
        <dgm:constrLst/>
        <dgm:forEach name="Name49" ref="accentRepeat"/>
      </dgm:layoutNode>
    </dgm:forEach>
    <dgm:forEach name="Name50" axis="ch" ptType="node" st="7" cnt="1">
      <dgm:layoutNode name="text7">
        <dgm:alg type="sp"/>
        <dgm:shape xmlns:r="http://schemas.openxmlformats.org/officeDocument/2006/relationships" r:blip="">
          <dgm:adjLst/>
        </dgm:shape>
        <dgm:presOf/>
        <dgm:constrLst/>
        <dgm:forEach name="Name51" ref="textRepeat"/>
      </dgm:layoutNode>
      <dgm:layoutNode name="textaccent7">
        <dgm:alg type="sp"/>
        <dgm:shape xmlns:r="http://schemas.openxmlformats.org/officeDocument/2006/relationships" r:blip="">
          <dgm:adjLst/>
        </dgm:shape>
        <dgm:presOf/>
        <dgm:constrLst/>
        <dgm:forEach name="Name52" ref="accentRepeat"/>
      </dgm:layoutNode>
    </dgm:forEach>
    <dgm:forEach name="Name53" axis="ch" ptType="sibTrans" hideLastTrans="0" st="7" cnt="1">
      <dgm:layoutNode name="image7">
        <dgm:alg type="sp"/>
        <dgm:shape xmlns:r="http://schemas.openxmlformats.org/officeDocument/2006/relationships" r:blip="">
          <dgm:adjLst/>
        </dgm:shape>
        <dgm:presOf/>
        <dgm:constrLst/>
        <dgm:forEach name="Name54" ref="imageRepeat"/>
      </dgm:layoutNode>
      <dgm:layoutNode name="imageaccent7">
        <dgm:alg type="sp"/>
        <dgm:shape xmlns:r="http://schemas.openxmlformats.org/officeDocument/2006/relationships" r:blip="">
          <dgm:adjLst/>
        </dgm:shape>
        <dgm:presOf/>
        <dgm:constrLst/>
        <dgm:forEach name="Name55" ref="accentRepeat"/>
      </dgm:layoutNode>
    </dgm:forEach>
    <dgm:forEach name="Name56" axis="ch" ptType="node" st="8" cnt="1">
      <dgm:layoutNode name="text8">
        <dgm:alg type="sp"/>
        <dgm:shape xmlns:r="http://schemas.openxmlformats.org/officeDocument/2006/relationships" r:blip="">
          <dgm:adjLst/>
        </dgm:shape>
        <dgm:presOf/>
        <dgm:constrLst/>
        <dgm:forEach name="Name57" ref="textRepeat"/>
      </dgm:layoutNode>
      <dgm:layoutNode name="textaccent8">
        <dgm:alg type="sp"/>
        <dgm:shape xmlns:r="http://schemas.openxmlformats.org/officeDocument/2006/relationships" r:blip="">
          <dgm:adjLst/>
        </dgm:shape>
        <dgm:presOf/>
        <dgm:constrLst/>
        <dgm:forEach name="Name58" ref="accentRepeat"/>
      </dgm:layoutNode>
    </dgm:forEach>
    <dgm:forEach name="Name59" axis="ch" ptType="sibTrans" hideLastTrans="0" st="8" cnt="1">
      <dgm:layoutNode name="image8">
        <dgm:alg type="sp"/>
        <dgm:shape xmlns:r="http://schemas.openxmlformats.org/officeDocument/2006/relationships" r:blip="">
          <dgm:adjLst/>
        </dgm:shape>
        <dgm:presOf/>
        <dgm:constrLst/>
        <dgm:forEach name="Name60" ref="imageRepeat"/>
      </dgm:layoutNode>
      <dgm:layoutNode name="imageaccent8">
        <dgm:alg type="sp"/>
        <dgm:shape xmlns:r="http://schemas.openxmlformats.org/officeDocument/2006/relationships" r:blip="">
          <dgm:adjLst/>
        </dgm:shape>
        <dgm:presOf/>
        <dgm:constrLst/>
        <dgm:forEach name="Name61" ref="accentRepeat"/>
      </dgm:layoutNode>
    </dgm:forEach>
    <dgm:forEach name="Name62" axis="ch" ptType="node" st="9" cnt="1">
      <dgm:layoutNode name="text9">
        <dgm:alg type="sp"/>
        <dgm:shape xmlns:r="http://schemas.openxmlformats.org/officeDocument/2006/relationships" r:blip="">
          <dgm:adjLst/>
        </dgm:shape>
        <dgm:presOf/>
        <dgm:constrLst/>
        <dgm:forEach name="Name63" ref="textRepeat"/>
      </dgm:layoutNode>
      <dgm:layoutNode name="textaccent9">
        <dgm:alg type="sp"/>
        <dgm:shape xmlns:r="http://schemas.openxmlformats.org/officeDocument/2006/relationships" r:blip="">
          <dgm:adjLst/>
        </dgm:shape>
        <dgm:presOf/>
        <dgm:constrLst/>
        <dgm:forEach name="Name64" ref="accentRepeat"/>
      </dgm:layoutNode>
    </dgm:forEach>
    <dgm:forEach name="Name65" axis="ch" ptType="sibTrans" hideLastTrans="0" st="9" cnt="1">
      <dgm:layoutNode name="image9">
        <dgm:alg type="sp"/>
        <dgm:shape xmlns:r="http://schemas.openxmlformats.org/officeDocument/2006/relationships" r:blip="">
          <dgm:adjLst/>
        </dgm:shape>
        <dgm:presOf/>
        <dgm:constrLst/>
        <dgm:forEach name="Name66" ref="imageRepeat"/>
      </dgm:layoutNode>
      <dgm:layoutNode name="imageaccent9">
        <dgm:alg type="sp"/>
        <dgm:shape xmlns:r="http://schemas.openxmlformats.org/officeDocument/2006/relationships" r:blip="">
          <dgm:adjLst/>
        </dgm:shape>
        <dgm:presOf/>
        <dgm:constrLst/>
        <dgm:forEach name="Name67" ref="accentRepeat"/>
      </dgm:layoutNode>
    </dgm:forEach>
    <dgm:forEach name="Name68" axis="ch" ptType="node" st="10" cnt="1">
      <dgm:layoutNode name="text10">
        <dgm:alg type="sp"/>
        <dgm:shape xmlns:r="http://schemas.openxmlformats.org/officeDocument/2006/relationships" r:blip="">
          <dgm:adjLst/>
        </dgm:shape>
        <dgm:presOf/>
        <dgm:constrLst/>
        <dgm:forEach name="Name69" ref="textRepeat"/>
      </dgm:layoutNode>
      <dgm:layoutNode name="textaccent10">
        <dgm:alg type="sp"/>
        <dgm:shape xmlns:r="http://schemas.openxmlformats.org/officeDocument/2006/relationships" r:blip="">
          <dgm:adjLst/>
        </dgm:shape>
        <dgm:presOf/>
        <dgm:constrLst/>
        <dgm:forEach name="Name70" ref="accentRepeat"/>
      </dgm:layoutNode>
    </dgm:forEach>
    <dgm:forEach name="Name71" axis="ch" ptType="sibTrans" hideLastTrans="0" st="10" cnt="1">
      <dgm:layoutNode name="image10">
        <dgm:alg type="sp"/>
        <dgm:shape xmlns:r="http://schemas.openxmlformats.org/officeDocument/2006/relationships" r:blip="">
          <dgm:adjLst/>
        </dgm:shape>
        <dgm:presOf/>
        <dgm:constrLst/>
        <dgm:forEach name="Name72" ref="imageRepeat"/>
      </dgm:layoutNode>
      <dgm:layoutNode name="imageaccent10">
        <dgm:alg type="sp"/>
        <dgm:shape xmlns:r="http://schemas.openxmlformats.org/officeDocument/2006/relationships" r:blip="">
          <dgm:adjLst/>
        </dgm:shape>
        <dgm:presOf/>
        <dgm:constrLst/>
        <dgm:forEach name="Name73" ref="accentRepeat"/>
      </dgm:layoutNode>
    </dgm:forEach>
    <dgm:forEach name="Name74" axis="ch" ptType="node" st="11" cnt="1">
      <dgm:layoutNode name="text11">
        <dgm:alg type="sp"/>
        <dgm:shape xmlns:r="http://schemas.openxmlformats.org/officeDocument/2006/relationships" r:blip="">
          <dgm:adjLst/>
        </dgm:shape>
        <dgm:presOf/>
        <dgm:constrLst/>
        <dgm:forEach name="Name75" ref="textRepeat"/>
      </dgm:layoutNode>
      <dgm:layoutNode name="textaccent11">
        <dgm:alg type="sp"/>
        <dgm:shape xmlns:r="http://schemas.openxmlformats.org/officeDocument/2006/relationships" r:blip="">
          <dgm:adjLst/>
        </dgm:shape>
        <dgm:presOf/>
        <dgm:constrLst/>
        <dgm:forEach name="Name76" ref="accentRepeat"/>
      </dgm:layoutNode>
    </dgm:forEach>
    <dgm:forEach name="Name77" axis="ch" ptType="sibTrans" hideLastTrans="0" st="11" cnt="1">
      <dgm:layoutNode name="image11">
        <dgm:alg type="sp"/>
        <dgm:shape xmlns:r="http://schemas.openxmlformats.org/officeDocument/2006/relationships" r:blip="">
          <dgm:adjLst/>
        </dgm:shape>
        <dgm:presOf/>
        <dgm:constrLst/>
        <dgm:forEach name="Name78" ref="imageRepeat"/>
      </dgm:layoutNode>
      <dgm:layoutNode name="imageaccent11">
        <dgm:alg type="sp"/>
        <dgm:shape xmlns:r="http://schemas.openxmlformats.org/officeDocument/2006/relationships" r:blip="">
          <dgm:adjLst/>
        </dgm:shape>
        <dgm:presOf/>
        <dgm:constrLst/>
        <dgm:forEach name="Name79" ref="accentRepeat"/>
      </dgm:layoutNode>
    </dgm:forEach>
    <dgm:forEach name="Name80" axis="ch" ptType="node" st="12" cnt="1">
      <dgm:layoutNode name="text12">
        <dgm:alg type="sp"/>
        <dgm:shape xmlns:r="http://schemas.openxmlformats.org/officeDocument/2006/relationships" r:blip="">
          <dgm:adjLst/>
        </dgm:shape>
        <dgm:presOf/>
        <dgm:constrLst/>
        <dgm:forEach name="Name81" ref="textRepeat"/>
      </dgm:layoutNode>
      <dgm:layoutNode name="textaccent12">
        <dgm:alg type="sp"/>
        <dgm:shape xmlns:r="http://schemas.openxmlformats.org/officeDocument/2006/relationships" r:blip="">
          <dgm:adjLst/>
        </dgm:shape>
        <dgm:presOf/>
        <dgm:constrLst/>
        <dgm:forEach name="Name82" ref="accentRepeat"/>
      </dgm:layoutNode>
    </dgm:forEach>
    <dgm:forEach name="Name83" axis="ch" ptType="sibTrans" hideLastTrans="0" st="12" cnt="1">
      <dgm:layoutNode name="image12">
        <dgm:alg type="sp"/>
        <dgm:shape xmlns:r="http://schemas.openxmlformats.org/officeDocument/2006/relationships" r:blip="">
          <dgm:adjLst/>
        </dgm:shape>
        <dgm:presOf/>
        <dgm:constrLst/>
        <dgm:forEach name="Name84" ref="imageRepeat"/>
      </dgm:layoutNode>
      <dgm:layoutNode name="imageaccent12">
        <dgm:alg type="sp"/>
        <dgm:shape xmlns:r="http://schemas.openxmlformats.org/officeDocument/2006/relationships" r:blip="">
          <dgm:adjLst/>
        </dgm:shape>
        <dgm:presOf/>
        <dgm:constrLst/>
        <dgm:forEach name="Name85" ref="accentRepea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60B1AF7E-5BC2-4D30-87FE-E1B659CA154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61D35212-2950-4BB8-B0AA-EE77368993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DA5188B-02CB-4126-A12E-C27940239E67}" type="datetimeFigureOut">
              <a:rPr lang="es-ES" smtClean="0"/>
              <a:t>28/10/2026</a:t>
            </a:fld>
            <a:endParaRPr lang="es-ES"/>
          </a:p>
        </p:txBody>
      </p:sp>
      <p:sp>
        <p:nvSpPr>
          <p:cNvPr id="4" name="Marcador de pie de página 3">
            <a:extLst>
              <a:ext uri="{FF2B5EF4-FFF2-40B4-BE49-F238E27FC236}">
                <a16:creationId xmlns:a16="http://schemas.microsoft.com/office/drawing/2014/main" id="{56FAF009-7545-4A39-A198-6416D3420CD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5B8A1D82-08B5-4B1F-860C-695167F2EE1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F54CB31-C4D0-4176-AC65-C48107E42122}" type="slidenum">
              <a:rPr lang="es-ES" smtClean="0"/>
              <a:t>‹#›</a:t>
            </a:fld>
            <a:endParaRPr lang="es-ES"/>
          </a:p>
        </p:txBody>
      </p:sp>
    </p:spTree>
    <p:extLst>
      <p:ext uri="{BB962C8B-B14F-4D97-AF65-F5344CB8AC3E}">
        <p14:creationId xmlns:p14="http://schemas.microsoft.com/office/powerpoint/2010/main" val="8268674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81D6FC-8B18-4D83-81FA-5ECA9E5C1AAF}" type="datetimeFigureOut">
              <a:rPr lang="es-ES" smtClean="0"/>
              <a:t>28/10/2026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78D618-BBD3-4FF5-9218-0E9FEB4B2F82}" type="slidenum">
              <a:rPr lang="es-ES" smtClean="0"/>
              <a:t>‹#›</a:t>
            </a:fld>
            <a:endParaRPr lang="es-ES"/>
          </a:p>
        </p:txBody>
      </p:sp>
    </p:spTree>
    <p:extLst>
      <p:ext uri="{BB962C8B-B14F-4D97-AF65-F5344CB8AC3E}">
        <p14:creationId xmlns:p14="http://schemas.microsoft.com/office/powerpoint/2010/main" val="1446315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7F7C8EE-E826-4BDA-96F2-1474586E7DCD}" type="slidenum">
              <a:rPr lang="es-ES" altLang="en-US" smtClean="0"/>
              <a:pPr/>
              <a:t>2</a:t>
            </a:fld>
            <a:endParaRPr lang="es-ES" altLang="en-US" dirty="0"/>
          </a:p>
        </p:txBody>
      </p:sp>
    </p:spTree>
    <p:extLst>
      <p:ext uri="{BB962C8B-B14F-4D97-AF65-F5344CB8AC3E}">
        <p14:creationId xmlns:p14="http://schemas.microsoft.com/office/powerpoint/2010/main" val="583395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978D618-BBD3-4FF5-9218-0E9FEB4B2F82}" type="slidenum">
              <a:rPr lang="es-ES" smtClean="0"/>
              <a:t>19</a:t>
            </a:fld>
            <a:endParaRPr lang="es-ES"/>
          </a:p>
        </p:txBody>
      </p:sp>
    </p:spTree>
    <p:extLst>
      <p:ext uri="{BB962C8B-B14F-4D97-AF65-F5344CB8AC3E}">
        <p14:creationId xmlns:p14="http://schemas.microsoft.com/office/powerpoint/2010/main" val="42181755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978D618-BBD3-4FF5-9218-0E9FEB4B2F82}" type="slidenum">
              <a:rPr lang="es-ES" smtClean="0"/>
              <a:t>37</a:t>
            </a:fld>
            <a:endParaRPr lang="es-ES"/>
          </a:p>
        </p:txBody>
      </p:sp>
    </p:spTree>
    <p:extLst>
      <p:ext uri="{BB962C8B-B14F-4D97-AF65-F5344CB8AC3E}">
        <p14:creationId xmlns:p14="http://schemas.microsoft.com/office/powerpoint/2010/main" val="20483612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age Phot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F305A9-DE4B-49AF-BCD4-43A65F7EB523}"/>
              </a:ext>
            </a:extLst>
          </p:cNvPr>
          <p:cNvSpPr>
            <a:spLocks noGrp="1"/>
          </p:cNvSpPr>
          <p:nvPr>
            <p:ph type="ctrTitle"/>
          </p:nvPr>
        </p:nvSpPr>
        <p:spPr>
          <a:xfrm>
            <a:off x="721745" y="1096485"/>
            <a:ext cx="4937184" cy="1407004"/>
          </a:xfrm>
        </p:spPr>
        <p:txBody>
          <a:bodyPr anchor="t">
            <a:normAutofit/>
          </a:bodyPr>
          <a:lstStyle>
            <a:lvl1pPr algn="l">
              <a:lnSpc>
                <a:spcPct val="90000"/>
              </a:lnSpc>
              <a:defRPr sz="3075">
                <a:solidFill>
                  <a:srgbClr val="EB0000"/>
                </a:solidFill>
              </a:defRPr>
            </a:lvl1pPr>
          </a:lstStyle>
          <a:p>
            <a:r>
              <a:rPr lang="en-US" dirty="0"/>
              <a:t>Click to edit Master title style</a:t>
            </a:r>
            <a:endParaRPr lang="es-ES" dirty="0"/>
          </a:p>
        </p:txBody>
      </p:sp>
      <p:sp>
        <p:nvSpPr>
          <p:cNvPr id="3" name="Subtítulo 2">
            <a:extLst>
              <a:ext uri="{FF2B5EF4-FFF2-40B4-BE49-F238E27FC236}">
                <a16:creationId xmlns:a16="http://schemas.microsoft.com/office/drawing/2014/main" id="{7AB17398-CAA7-49B6-868C-44D053E7EAC0}"/>
              </a:ext>
            </a:extLst>
          </p:cNvPr>
          <p:cNvSpPr>
            <a:spLocks noGrp="1"/>
          </p:cNvSpPr>
          <p:nvPr>
            <p:ph type="subTitle" idx="1"/>
          </p:nvPr>
        </p:nvSpPr>
        <p:spPr>
          <a:xfrm>
            <a:off x="724620" y="2722142"/>
            <a:ext cx="4934309" cy="2436454"/>
          </a:xfrm>
        </p:spPr>
        <p:txBody>
          <a:bodyPr>
            <a:noAutofit/>
          </a:bodyPr>
          <a:lstStyle>
            <a:lvl1pPr marL="0" indent="0" algn="l">
              <a:lnSpc>
                <a:spcPct val="100000"/>
              </a:lnSpc>
              <a:spcBef>
                <a:spcPts val="0"/>
              </a:spcBef>
              <a:spcAft>
                <a:spcPts val="900"/>
              </a:spcAft>
              <a:buNone/>
              <a:defRPr sz="1500">
                <a:solidFill>
                  <a:schemeClr val="tx1">
                    <a:lumMod val="65000"/>
                    <a:lumOff val="35000"/>
                  </a:schemeClr>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17" name="Marcador de texto 16">
            <a:extLst>
              <a:ext uri="{FF2B5EF4-FFF2-40B4-BE49-F238E27FC236}">
                <a16:creationId xmlns:a16="http://schemas.microsoft.com/office/drawing/2014/main" id="{F5E5F18D-70E6-495C-A384-2EDAE0030937}"/>
              </a:ext>
            </a:extLst>
          </p:cNvPr>
          <p:cNvSpPr>
            <a:spLocks noGrp="1"/>
          </p:cNvSpPr>
          <p:nvPr>
            <p:ph type="body" sz="quarter" idx="14"/>
          </p:nvPr>
        </p:nvSpPr>
        <p:spPr>
          <a:xfrm>
            <a:off x="709650" y="333651"/>
            <a:ext cx="11177551" cy="419100"/>
          </a:xfrm>
        </p:spPr>
        <p:txBody>
          <a:bodyPr>
            <a:noAutofit/>
          </a:bodyPr>
          <a:lstStyle>
            <a:lvl1pPr marL="0" indent="0">
              <a:buNone/>
              <a:defRPr sz="975">
                <a:solidFill>
                  <a:schemeClr val="tx1">
                    <a:lumMod val="65000"/>
                    <a:lumOff val="35000"/>
                  </a:schemeClr>
                </a:solidFill>
              </a:defRPr>
            </a:lvl1pPr>
            <a:lvl2pPr marL="342900" indent="0">
              <a:buNone/>
              <a:defRPr sz="975">
                <a:solidFill>
                  <a:schemeClr val="tx2"/>
                </a:solidFill>
              </a:defRPr>
            </a:lvl2pPr>
            <a:lvl3pPr marL="685800" indent="0">
              <a:buNone/>
              <a:defRPr sz="975">
                <a:solidFill>
                  <a:schemeClr val="tx2"/>
                </a:solidFill>
              </a:defRPr>
            </a:lvl3pPr>
            <a:lvl4pPr marL="1028700" indent="0">
              <a:buNone/>
              <a:defRPr sz="975">
                <a:solidFill>
                  <a:schemeClr val="tx2"/>
                </a:solidFill>
              </a:defRPr>
            </a:lvl4pPr>
            <a:lvl5pPr marL="1371600" indent="0">
              <a:buNone/>
              <a:defRPr sz="975">
                <a:solidFill>
                  <a:schemeClr val="tx2"/>
                </a:solidFill>
              </a:defRPr>
            </a:lvl5pPr>
          </a:lstStyle>
          <a:p>
            <a:pPr lvl="0"/>
            <a:r>
              <a:rPr lang="en-US"/>
              <a:t>Click to edit Master text styles</a:t>
            </a:r>
          </a:p>
        </p:txBody>
      </p:sp>
      <p:pic>
        <p:nvPicPr>
          <p:cNvPr id="11" name="Gráfico 8">
            <a:extLst>
              <a:ext uri="{FF2B5EF4-FFF2-40B4-BE49-F238E27FC236}">
                <a16:creationId xmlns:a16="http://schemas.microsoft.com/office/drawing/2014/main" id="{9012236B-6821-499F-B6D4-F11EC0EF0CA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5971" y="5727401"/>
            <a:ext cx="2528789" cy="332588"/>
          </a:xfrm>
          <a:prstGeom prst="rect">
            <a:avLst/>
          </a:prstGeom>
        </p:spPr>
      </p:pic>
      <p:sp>
        <p:nvSpPr>
          <p:cNvPr id="12" name="Forma libre: forma 6">
            <a:extLst>
              <a:ext uri="{FF2B5EF4-FFF2-40B4-BE49-F238E27FC236}">
                <a16:creationId xmlns:a16="http://schemas.microsoft.com/office/drawing/2014/main" id="{67D1300D-9BA1-4612-9EA5-90328019812E}"/>
              </a:ext>
            </a:extLst>
          </p:cNvPr>
          <p:cNvSpPr/>
          <p:nvPr userDrawn="1"/>
        </p:nvSpPr>
        <p:spPr>
          <a:xfrm>
            <a:off x="0" y="5229922"/>
            <a:ext cx="12192000" cy="1628078"/>
          </a:xfrm>
          <a:custGeom>
            <a:avLst/>
            <a:gdLst>
              <a:gd name="connsiteX0" fmla="*/ 8932985 w 12196689"/>
              <a:gd name="connsiteY0" fmla="*/ 0 h 1628078"/>
              <a:gd name="connsiteX1" fmla="*/ 12196689 w 12196689"/>
              <a:gd name="connsiteY1" fmla="*/ 0 h 1628078"/>
              <a:gd name="connsiteX2" fmla="*/ 12196689 w 12196689"/>
              <a:gd name="connsiteY2" fmla="*/ 1628078 h 1628078"/>
              <a:gd name="connsiteX3" fmla="*/ 0 w 12196689"/>
              <a:gd name="connsiteY3" fmla="*/ 1628078 h 1628078"/>
              <a:gd name="connsiteX4" fmla="*/ 0 w 12196689"/>
              <a:gd name="connsiteY4" fmla="*/ 1213081 h 1628078"/>
              <a:gd name="connsiteX5" fmla="*/ 8932985 w 12196689"/>
              <a:gd name="connsiteY5" fmla="*/ 1213081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6689" h="1628078">
                <a:moveTo>
                  <a:pt x="8932985" y="0"/>
                </a:moveTo>
                <a:lnTo>
                  <a:pt x="12196689" y="0"/>
                </a:lnTo>
                <a:lnTo>
                  <a:pt x="12196689" y="1628078"/>
                </a:lnTo>
                <a:lnTo>
                  <a:pt x="0" y="1628078"/>
                </a:lnTo>
                <a:lnTo>
                  <a:pt x="0" y="1213081"/>
                </a:lnTo>
                <a:lnTo>
                  <a:pt x="8932985" y="121308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sz="1800" dirty="0"/>
          </a:p>
        </p:txBody>
      </p:sp>
      <p:pic>
        <p:nvPicPr>
          <p:cNvPr id="14" name="Gráfico 8">
            <a:extLst>
              <a:ext uri="{FF2B5EF4-FFF2-40B4-BE49-F238E27FC236}">
                <a16:creationId xmlns:a16="http://schemas.microsoft.com/office/drawing/2014/main" id="{9012236B-6821-499F-B6D4-F11EC0EF0CA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09649" y="5879801"/>
            <a:ext cx="2528789" cy="332588"/>
          </a:xfrm>
          <a:prstGeom prst="rect">
            <a:avLst/>
          </a:prstGeom>
        </p:spPr>
      </p:pic>
    </p:spTree>
    <p:extLst>
      <p:ext uri="{BB962C8B-B14F-4D97-AF65-F5344CB8AC3E}">
        <p14:creationId xmlns:p14="http://schemas.microsoft.com/office/powerpoint/2010/main" val="3079931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dex">
    <p:spTree>
      <p:nvGrpSpPr>
        <p:cNvPr id="1" name=""/>
        <p:cNvGrpSpPr/>
        <p:nvPr/>
      </p:nvGrpSpPr>
      <p:grpSpPr>
        <a:xfrm>
          <a:off x="0" y="0"/>
          <a:ext cx="0" cy="0"/>
          <a:chOff x="0" y="0"/>
          <a:chExt cx="0" cy="0"/>
        </a:xfrm>
      </p:grpSpPr>
      <p:sp>
        <p:nvSpPr>
          <p:cNvPr id="6" name="Marcador de número de diapositiva 5">
            <a:extLst>
              <a:ext uri="{FF2B5EF4-FFF2-40B4-BE49-F238E27FC236}">
                <a16:creationId xmlns:a16="http://schemas.microsoft.com/office/drawing/2014/main" id="{C60B320C-F93D-45A7-B5CC-5C18ED1F85FB}"/>
              </a:ext>
            </a:extLst>
          </p:cNvPr>
          <p:cNvSpPr>
            <a:spLocks noGrp="1"/>
          </p:cNvSpPr>
          <p:nvPr>
            <p:ph type="sldNum" sz="quarter" idx="12"/>
          </p:nvPr>
        </p:nvSpPr>
        <p:spPr>
          <a:xfrm>
            <a:off x="8730845" y="6209602"/>
            <a:ext cx="2743200" cy="365125"/>
          </a:xfrm>
        </p:spPr>
        <p:txBody>
          <a:bodyPr/>
          <a:lstStyle>
            <a:lvl1pPr>
              <a:defRPr sz="975">
                <a:solidFill>
                  <a:schemeClr val="accent1"/>
                </a:solidFill>
              </a:defRPr>
            </a:lvl1pPr>
          </a:lstStyle>
          <a:p>
            <a:fld id="{BC0D97B6-E32F-4D7D-B839-7C3B51F2640F}" type="slidenum">
              <a:rPr lang="es-ES" smtClean="0"/>
              <a:pPr/>
              <a:t>‹#›</a:t>
            </a:fld>
            <a:endParaRPr lang="es-ES" dirty="0"/>
          </a:p>
        </p:txBody>
      </p:sp>
      <p:pic>
        <p:nvPicPr>
          <p:cNvPr id="9" name="Gráfico 8">
            <a:extLst>
              <a:ext uri="{FF2B5EF4-FFF2-40B4-BE49-F238E27FC236}">
                <a16:creationId xmlns:a16="http://schemas.microsoft.com/office/drawing/2014/main" id="{AC1B0227-D6EB-4F05-832D-EB54916F795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32643" y="6262328"/>
            <a:ext cx="1219200" cy="160203"/>
          </a:xfrm>
          <a:prstGeom prst="rect">
            <a:avLst/>
          </a:prstGeom>
          <a:noFill/>
          <a:ln>
            <a:noFill/>
          </a:ln>
        </p:spPr>
      </p:pic>
      <p:sp>
        <p:nvSpPr>
          <p:cNvPr id="10" name="CuadroTexto 9">
            <a:extLst>
              <a:ext uri="{FF2B5EF4-FFF2-40B4-BE49-F238E27FC236}">
                <a16:creationId xmlns:a16="http://schemas.microsoft.com/office/drawing/2014/main" id="{B3950534-FF56-4FD6-A098-D625BC54F0FA}"/>
              </a:ext>
            </a:extLst>
          </p:cNvPr>
          <p:cNvSpPr txBox="1"/>
          <p:nvPr/>
        </p:nvSpPr>
        <p:spPr>
          <a:xfrm>
            <a:off x="722534" y="312269"/>
            <a:ext cx="1849821" cy="242374"/>
          </a:xfrm>
          <a:prstGeom prst="rect">
            <a:avLst/>
          </a:prstGeom>
          <a:noFill/>
        </p:spPr>
        <p:txBody>
          <a:bodyPr wrap="square" rtlCol="0">
            <a:spAutoFit/>
          </a:bodyPr>
          <a:lstStyle/>
          <a:p>
            <a:r>
              <a:rPr lang="es-ES" sz="975" dirty="0" err="1">
                <a:solidFill>
                  <a:schemeClr val="accent1"/>
                </a:solidFill>
              </a:rPr>
              <a:t>Index</a:t>
            </a:r>
            <a:endParaRPr lang="es-ES" sz="975" dirty="0">
              <a:solidFill>
                <a:schemeClr val="accent1"/>
              </a:solidFill>
            </a:endParaRPr>
          </a:p>
        </p:txBody>
      </p:sp>
      <p:sp>
        <p:nvSpPr>
          <p:cNvPr id="14" name="Marcador de texto 11">
            <a:extLst>
              <a:ext uri="{FF2B5EF4-FFF2-40B4-BE49-F238E27FC236}">
                <a16:creationId xmlns:a16="http://schemas.microsoft.com/office/drawing/2014/main" id="{0CC57AA0-6C3B-4C80-BF6B-C321A960A96C}"/>
              </a:ext>
            </a:extLst>
          </p:cNvPr>
          <p:cNvSpPr>
            <a:spLocks noGrp="1"/>
          </p:cNvSpPr>
          <p:nvPr>
            <p:ph type="body" sz="quarter" idx="13"/>
          </p:nvPr>
        </p:nvSpPr>
        <p:spPr>
          <a:xfrm>
            <a:off x="832641" y="1100239"/>
            <a:ext cx="10635843" cy="4906665"/>
          </a:xfrm>
        </p:spPr>
        <p:txBody>
          <a:bodyPr>
            <a:normAutofit/>
          </a:bodyPr>
          <a:lstStyle>
            <a:lvl1pPr marL="324000" indent="-297000">
              <a:buClr>
                <a:schemeClr val="accent1"/>
              </a:buClr>
              <a:buSzPct val="45000"/>
              <a:buFont typeface="+mj-lt"/>
              <a:buAutoNum type="arabicPeriod"/>
              <a:defRPr lang="es-ES" sz="3000" b="1" kern="1200" dirty="0" smtClean="0">
                <a:solidFill>
                  <a:srgbClr val="3C3C3B"/>
                </a:solidFill>
                <a:latin typeface="+mn-lt"/>
                <a:ea typeface="+mn-ea"/>
                <a:cs typeface="+mn-cs"/>
              </a:defRPr>
            </a:lvl1pPr>
            <a:lvl2pPr marL="342900" indent="0">
              <a:buNone/>
              <a:defRPr/>
            </a:lvl2pPr>
          </a:lstStyle>
          <a:p>
            <a:pPr lvl="0"/>
            <a:r>
              <a:rPr lang="en-US"/>
              <a:t>Click to edit Master text styles</a:t>
            </a:r>
          </a:p>
        </p:txBody>
      </p:sp>
    </p:spTree>
    <p:extLst>
      <p:ext uri="{BB962C8B-B14F-4D97-AF65-F5344CB8AC3E}">
        <p14:creationId xmlns:p14="http://schemas.microsoft.com/office/powerpoint/2010/main" val="727173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Divider Photo">
    <p:spTree>
      <p:nvGrpSpPr>
        <p:cNvPr id="1" name=""/>
        <p:cNvGrpSpPr/>
        <p:nvPr/>
      </p:nvGrpSpPr>
      <p:grpSpPr>
        <a:xfrm>
          <a:off x="0" y="0"/>
          <a:ext cx="0" cy="0"/>
          <a:chOff x="0" y="0"/>
          <a:chExt cx="0" cy="0"/>
        </a:xfrm>
      </p:grpSpPr>
      <p:sp>
        <p:nvSpPr>
          <p:cNvPr id="6" name="Forma libre: forma 6">
            <a:extLst>
              <a:ext uri="{FF2B5EF4-FFF2-40B4-BE49-F238E27FC236}">
                <a16:creationId xmlns:a16="http://schemas.microsoft.com/office/drawing/2014/main" id="{49C540BB-A189-4361-ABD8-4DA84C6612C3}"/>
              </a:ext>
            </a:extLst>
          </p:cNvPr>
          <p:cNvSpPr/>
          <p:nvPr userDrawn="1"/>
        </p:nvSpPr>
        <p:spPr>
          <a:xfrm>
            <a:off x="8945217" y="0"/>
            <a:ext cx="3246783" cy="6858000"/>
          </a:xfrm>
          <a:custGeom>
            <a:avLst/>
            <a:gdLst>
              <a:gd name="connsiteX0" fmla="*/ 1630018 w 3266660"/>
              <a:gd name="connsiteY0" fmla="*/ 0 h 6858000"/>
              <a:gd name="connsiteX1" fmla="*/ 3266660 w 3266660"/>
              <a:gd name="connsiteY1" fmla="*/ 0 h 6858000"/>
              <a:gd name="connsiteX2" fmla="*/ 3266660 w 3266660"/>
              <a:gd name="connsiteY2" fmla="*/ 6858000 h 6858000"/>
              <a:gd name="connsiteX3" fmla="*/ 0 w 3266660"/>
              <a:gd name="connsiteY3" fmla="*/ 6858000 h 6858000"/>
              <a:gd name="connsiteX4" fmla="*/ 0 w 3266660"/>
              <a:gd name="connsiteY4" fmla="*/ 2822713 h 6858000"/>
              <a:gd name="connsiteX5" fmla="*/ 1630018 w 3266660"/>
              <a:gd name="connsiteY5" fmla="*/ 282271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66660" h="6858000">
                <a:moveTo>
                  <a:pt x="1630018" y="0"/>
                </a:moveTo>
                <a:lnTo>
                  <a:pt x="3266660" y="0"/>
                </a:lnTo>
                <a:lnTo>
                  <a:pt x="3266660" y="6858000"/>
                </a:lnTo>
                <a:lnTo>
                  <a:pt x="0" y="6858000"/>
                </a:lnTo>
                <a:lnTo>
                  <a:pt x="0" y="2822713"/>
                </a:lnTo>
                <a:lnTo>
                  <a:pt x="1630018" y="2822713"/>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sz="1800" dirty="0"/>
          </a:p>
        </p:txBody>
      </p:sp>
      <p:sp>
        <p:nvSpPr>
          <p:cNvPr id="2" name="Título 1">
            <a:extLst>
              <a:ext uri="{FF2B5EF4-FFF2-40B4-BE49-F238E27FC236}">
                <a16:creationId xmlns:a16="http://schemas.microsoft.com/office/drawing/2014/main" id="{B045CB15-1F44-40E1-909E-6233010BC133}"/>
              </a:ext>
            </a:extLst>
          </p:cNvPr>
          <p:cNvSpPr>
            <a:spLocks noGrp="1"/>
          </p:cNvSpPr>
          <p:nvPr>
            <p:ph type="title" hasCustomPrompt="1"/>
          </p:nvPr>
        </p:nvSpPr>
        <p:spPr>
          <a:xfrm>
            <a:off x="722519" y="626373"/>
            <a:ext cx="4386195" cy="2852737"/>
          </a:xfrm>
        </p:spPr>
        <p:txBody>
          <a:bodyPr anchor="t">
            <a:normAutofit/>
          </a:bodyPr>
          <a:lstStyle>
            <a:lvl1pPr>
              <a:lnSpc>
                <a:spcPct val="100000"/>
              </a:lnSpc>
              <a:defRPr sz="3000">
                <a:solidFill>
                  <a:srgbClr val="EB0000"/>
                </a:solidFill>
              </a:defRPr>
            </a:lvl1pPr>
          </a:lstStyle>
          <a:p>
            <a:r>
              <a:rPr lang="en-US" dirty="0"/>
              <a:t>Click to edit Master title </a:t>
            </a:r>
            <a:br>
              <a:rPr lang="en-US" dirty="0"/>
            </a:br>
            <a:r>
              <a:rPr lang="en-US" dirty="0"/>
              <a:t>style</a:t>
            </a:r>
            <a:endParaRPr lang="es-ES" dirty="0"/>
          </a:p>
        </p:txBody>
      </p:sp>
      <p:sp>
        <p:nvSpPr>
          <p:cNvPr id="14" name="Marcador de texto 13">
            <a:extLst>
              <a:ext uri="{FF2B5EF4-FFF2-40B4-BE49-F238E27FC236}">
                <a16:creationId xmlns:a16="http://schemas.microsoft.com/office/drawing/2014/main" id="{6E38BAEA-EEE9-4346-9DB7-91D26BC942D7}"/>
              </a:ext>
            </a:extLst>
          </p:cNvPr>
          <p:cNvSpPr>
            <a:spLocks noGrp="1"/>
          </p:cNvSpPr>
          <p:nvPr>
            <p:ph type="body" sz="quarter" idx="14" hasCustomPrompt="1"/>
          </p:nvPr>
        </p:nvSpPr>
        <p:spPr>
          <a:xfrm>
            <a:off x="8945217" y="3270528"/>
            <a:ext cx="2958755" cy="2364961"/>
          </a:xfrm>
        </p:spPr>
        <p:txBody>
          <a:bodyPr>
            <a:noAutofit/>
          </a:bodyPr>
          <a:lstStyle>
            <a:lvl1pPr marL="0" indent="0" algn="r">
              <a:buFontTx/>
              <a:buNone/>
              <a:defRPr sz="12450">
                <a:solidFill>
                  <a:schemeClr val="bg1"/>
                </a:solidFill>
              </a:defRPr>
            </a:lvl1pPr>
            <a:lvl2pPr>
              <a:defRPr sz="10350">
                <a:solidFill>
                  <a:schemeClr val="tx1"/>
                </a:solidFill>
              </a:defRPr>
            </a:lvl2pPr>
            <a:lvl3pPr>
              <a:defRPr sz="8625">
                <a:solidFill>
                  <a:schemeClr val="tx1"/>
                </a:solidFill>
              </a:defRPr>
            </a:lvl3pPr>
            <a:lvl4pPr>
              <a:defRPr sz="7200">
                <a:solidFill>
                  <a:schemeClr val="tx1"/>
                </a:solidFill>
              </a:defRPr>
            </a:lvl4pPr>
            <a:lvl5pPr>
              <a:defRPr sz="7200">
                <a:solidFill>
                  <a:schemeClr val="tx1"/>
                </a:solidFill>
              </a:defRPr>
            </a:lvl5pPr>
          </a:lstStyle>
          <a:p>
            <a:pPr lvl="0"/>
            <a:r>
              <a:rPr lang="es-ES" dirty="0"/>
              <a:t>00</a:t>
            </a:r>
          </a:p>
        </p:txBody>
      </p:sp>
    </p:spTree>
    <p:extLst>
      <p:ext uri="{BB962C8B-B14F-4D97-AF65-F5344CB8AC3E}">
        <p14:creationId xmlns:p14="http://schemas.microsoft.com/office/powerpoint/2010/main" val="3816236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Header &amp; Content ">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B5AEF2-F43E-4C92-A186-61C1E43CE82B}"/>
              </a:ext>
            </a:extLst>
          </p:cNvPr>
          <p:cNvSpPr>
            <a:spLocks noGrp="1"/>
          </p:cNvSpPr>
          <p:nvPr>
            <p:ph type="title"/>
          </p:nvPr>
        </p:nvSpPr>
        <p:spPr>
          <a:xfrm>
            <a:off x="722244" y="1087459"/>
            <a:ext cx="5297557" cy="1606047"/>
          </a:xfrm>
        </p:spPr>
        <p:txBody>
          <a:bodyPr anchor="t">
            <a:normAutofit/>
          </a:bodyPr>
          <a:lstStyle>
            <a:lvl1pPr>
              <a:defRPr sz="2700">
                <a:solidFill>
                  <a:schemeClr val="accent1"/>
                </a:solidFill>
              </a:defRPr>
            </a:lvl1pPr>
          </a:lstStyle>
          <a:p>
            <a:r>
              <a:rPr lang="en-US"/>
              <a:t>Click to edit Master title style</a:t>
            </a:r>
            <a:endParaRPr lang="es-ES" dirty="0"/>
          </a:p>
        </p:txBody>
      </p:sp>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2"/>
            <a:ext cx="2743200" cy="365125"/>
          </a:xfrm>
        </p:spPr>
        <p:txBody>
          <a:bodyPr/>
          <a:lstStyle>
            <a:lvl1pPr>
              <a:defRPr sz="975">
                <a:solidFill>
                  <a:schemeClr val="accent1"/>
                </a:solidFill>
              </a:defRPr>
            </a:lvl1pPr>
          </a:lstStyle>
          <a:p>
            <a:fld id="{BC0D97B6-E32F-4D7D-B839-7C3B51F2640F}" type="slidenum">
              <a:rPr lang="es-ES" smtClean="0"/>
              <a:pPr/>
              <a:t>‹#›</a:t>
            </a:fld>
            <a:endParaRPr lang="es-ES" dirty="0"/>
          </a:p>
        </p:txBody>
      </p:sp>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5" y="337100"/>
            <a:ext cx="10758735" cy="304800"/>
          </a:xfrm>
        </p:spPr>
        <p:txBody>
          <a:bodyPr>
            <a:noAutofit/>
          </a:bodyPr>
          <a:lstStyle>
            <a:lvl1pPr marL="0" indent="0">
              <a:buFontTx/>
              <a:buNone/>
              <a:defRPr sz="975">
                <a:solidFill>
                  <a:schemeClr val="accent1"/>
                </a:solidFill>
              </a:defRPr>
            </a:lvl1pPr>
            <a:lvl2pPr marL="342900" indent="0">
              <a:buFontTx/>
              <a:buNone/>
              <a:defRPr sz="825"/>
            </a:lvl2pPr>
            <a:lvl3pPr marL="685800" indent="0">
              <a:buFontTx/>
              <a:buNone/>
              <a:defRPr sz="788"/>
            </a:lvl3pPr>
            <a:lvl4pPr marL="1028700" indent="0">
              <a:buFontTx/>
              <a:buNone/>
              <a:defRPr sz="750"/>
            </a:lvl4pPr>
            <a:lvl5pPr marL="1371600" indent="0">
              <a:buFontTx/>
              <a:buNone/>
              <a:defRPr sz="750"/>
            </a:lvl5pPr>
          </a:lstStyle>
          <a:p>
            <a:pPr lvl="0"/>
            <a:r>
              <a:rPr lang="en-US"/>
              <a:t>Click to edit Master text styles</a:t>
            </a:r>
          </a:p>
        </p:txBody>
      </p:sp>
      <p:sp>
        <p:nvSpPr>
          <p:cNvPr id="18" name="Marcador de texto 16">
            <a:extLst>
              <a:ext uri="{FF2B5EF4-FFF2-40B4-BE49-F238E27FC236}">
                <a16:creationId xmlns:a16="http://schemas.microsoft.com/office/drawing/2014/main" id="{07C8BA77-3119-41AC-B33B-745A751CC066}"/>
              </a:ext>
            </a:extLst>
          </p:cNvPr>
          <p:cNvSpPr>
            <a:spLocks noGrp="1"/>
          </p:cNvSpPr>
          <p:nvPr>
            <p:ph type="body" sz="quarter" idx="15"/>
          </p:nvPr>
        </p:nvSpPr>
        <p:spPr>
          <a:xfrm>
            <a:off x="711025" y="3093564"/>
            <a:ext cx="5308776" cy="3083401"/>
          </a:xfrm>
        </p:spPr>
        <p:txBody>
          <a:bodyPr>
            <a:noAutofit/>
          </a:bodyPr>
          <a:lstStyle>
            <a:lvl1pPr marL="0" indent="0">
              <a:spcBef>
                <a:spcPts val="0"/>
              </a:spcBef>
              <a:spcAft>
                <a:spcPts val="1650"/>
              </a:spcAft>
              <a:buFontTx/>
              <a:buNone/>
              <a:defRPr lang="es-ES" sz="900" kern="1200" smtClean="0">
                <a:solidFill>
                  <a:schemeClr val="tx2"/>
                </a:solidFill>
                <a:latin typeface="+mn-lt"/>
                <a:ea typeface="+mn-ea"/>
                <a:cs typeface="+mn-cs"/>
              </a:defRPr>
            </a:lvl1pPr>
            <a:lvl2pPr marL="342900" indent="0">
              <a:buFontTx/>
              <a:buNone/>
              <a:defRPr lang="es-ES" sz="900" kern="1200" smtClean="0">
                <a:solidFill>
                  <a:schemeClr val="tx2"/>
                </a:solidFill>
                <a:latin typeface="+mn-lt"/>
                <a:ea typeface="+mn-ea"/>
                <a:cs typeface="+mn-cs"/>
              </a:defRPr>
            </a:lvl2pPr>
            <a:lvl3pPr marL="685800" indent="0">
              <a:buFontTx/>
              <a:buNone/>
              <a:defRPr lang="es-ES" sz="900" kern="1200" smtClean="0">
                <a:solidFill>
                  <a:schemeClr val="tx2"/>
                </a:solidFill>
                <a:latin typeface="+mn-lt"/>
                <a:ea typeface="+mn-ea"/>
                <a:cs typeface="+mn-cs"/>
              </a:defRPr>
            </a:lvl3pPr>
            <a:lvl4pPr marL="1028700" indent="0">
              <a:buFontTx/>
              <a:buNone/>
              <a:defRPr lang="es-ES" sz="900" kern="1200" smtClean="0">
                <a:solidFill>
                  <a:schemeClr val="tx2"/>
                </a:solidFill>
                <a:latin typeface="+mn-lt"/>
                <a:ea typeface="+mn-ea"/>
                <a:cs typeface="+mn-cs"/>
              </a:defRPr>
            </a:lvl4pPr>
            <a:lvl5pPr marL="1371600" indent="0">
              <a:buFontTx/>
              <a:buNone/>
              <a:defRPr lang="es-ES" sz="900" kern="1200">
                <a:solidFill>
                  <a:schemeClr val="tx2"/>
                </a:solidFill>
                <a:latin typeface="+mn-lt"/>
                <a:ea typeface="+mn-ea"/>
                <a:cs typeface="+mn-cs"/>
              </a:defRPr>
            </a:lvl5pPr>
          </a:lstStyle>
          <a:p>
            <a:pPr lvl="0"/>
            <a:r>
              <a:rPr lang="en-US"/>
              <a:t>Click to edit Master text styles</a:t>
            </a:r>
          </a:p>
        </p:txBody>
      </p:sp>
      <p:sp>
        <p:nvSpPr>
          <p:cNvPr id="20" name="Marcador de texto 16">
            <a:extLst>
              <a:ext uri="{FF2B5EF4-FFF2-40B4-BE49-F238E27FC236}">
                <a16:creationId xmlns:a16="http://schemas.microsoft.com/office/drawing/2014/main" id="{81AA2FC0-CE4E-483D-AF92-BEA6CD796B9C}"/>
              </a:ext>
            </a:extLst>
          </p:cNvPr>
          <p:cNvSpPr>
            <a:spLocks noGrp="1"/>
          </p:cNvSpPr>
          <p:nvPr>
            <p:ph type="body" sz="quarter" idx="16"/>
          </p:nvPr>
        </p:nvSpPr>
        <p:spPr>
          <a:xfrm>
            <a:off x="6399971" y="1087458"/>
            <a:ext cx="5081004" cy="5089506"/>
          </a:xfrm>
        </p:spPr>
        <p:txBody>
          <a:bodyPr>
            <a:noAutofit/>
          </a:bodyPr>
          <a:lstStyle>
            <a:lvl1pPr marL="0" indent="0">
              <a:spcBef>
                <a:spcPts val="0"/>
              </a:spcBef>
              <a:spcAft>
                <a:spcPts val="1650"/>
              </a:spcAft>
              <a:buFontTx/>
              <a:buNone/>
              <a:defRPr lang="es-ES" sz="900" kern="1200" smtClean="0">
                <a:solidFill>
                  <a:schemeClr val="tx2"/>
                </a:solidFill>
                <a:latin typeface="+mn-lt"/>
                <a:ea typeface="+mn-ea"/>
                <a:cs typeface="+mn-cs"/>
              </a:defRPr>
            </a:lvl1pPr>
            <a:lvl2pPr marL="342900" indent="0">
              <a:buFontTx/>
              <a:buNone/>
              <a:defRPr lang="es-ES" sz="900" kern="1200" smtClean="0">
                <a:solidFill>
                  <a:schemeClr val="tx2"/>
                </a:solidFill>
                <a:latin typeface="+mn-lt"/>
                <a:ea typeface="+mn-ea"/>
                <a:cs typeface="+mn-cs"/>
              </a:defRPr>
            </a:lvl2pPr>
            <a:lvl3pPr marL="685800" indent="0">
              <a:buFontTx/>
              <a:buNone/>
              <a:defRPr lang="es-ES" sz="900" kern="1200" smtClean="0">
                <a:solidFill>
                  <a:schemeClr val="tx2"/>
                </a:solidFill>
                <a:latin typeface="+mn-lt"/>
                <a:ea typeface="+mn-ea"/>
                <a:cs typeface="+mn-cs"/>
              </a:defRPr>
            </a:lvl3pPr>
            <a:lvl4pPr marL="1028700" indent="0">
              <a:buFontTx/>
              <a:buNone/>
              <a:defRPr lang="es-ES" sz="900" kern="1200" smtClean="0">
                <a:solidFill>
                  <a:schemeClr val="tx2"/>
                </a:solidFill>
                <a:latin typeface="+mn-lt"/>
                <a:ea typeface="+mn-ea"/>
                <a:cs typeface="+mn-cs"/>
              </a:defRPr>
            </a:lvl4pPr>
            <a:lvl5pPr marL="1371600" indent="0">
              <a:buFontTx/>
              <a:buNone/>
              <a:defRPr lang="es-ES" sz="900" kern="1200">
                <a:solidFill>
                  <a:schemeClr val="tx2"/>
                </a:solidFill>
                <a:latin typeface="+mn-lt"/>
                <a:ea typeface="+mn-ea"/>
                <a:cs typeface="+mn-cs"/>
              </a:defRPr>
            </a:lvl5pPr>
          </a:lstStyle>
          <a:p>
            <a:pPr lvl="0"/>
            <a:r>
              <a:rPr lang="en-US"/>
              <a:t>Click to edit Master text styles</a:t>
            </a:r>
          </a:p>
        </p:txBody>
      </p:sp>
      <p:pic>
        <p:nvPicPr>
          <p:cNvPr id="9" name="Gráfico 8">
            <a:extLst>
              <a:ext uri="{FF2B5EF4-FFF2-40B4-BE49-F238E27FC236}">
                <a16:creationId xmlns:a16="http://schemas.microsoft.com/office/drawing/2014/main" id="{AC1B0227-D6EB-4F05-832D-EB54916F795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643" y="6262328"/>
            <a:ext cx="1219200" cy="160203"/>
          </a:xfrm>
          <a:prstGeom prst="rect">
            <a:avLst/>
          </a:prstGeom>
          <a:noFill/>
          <a:ln>
            <a:noFill/>
          </a:ln>
        </p:spPr>
      </p:pic>
    </p:spTree>
    <p:extLst>
      <p:ext uri="{BB962C8B-B14F-4D97-AF65-F5344CB8AC3E}">
        <p14:creationId xmlns:p14="http://schemas.microsoft.com/office/powerpoint/2010/main" val="1109971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Header &amp; Content 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B5AEF2-F43E-4C92-A186-61C1E43CE82B}"/>
              </a:ext>
            </a:extLst>
          </p:cNvPr>
          <p:cNvSpPr>
            <a:spLocks noGrp="1"/>
          </p:cNvSpPr>
          <p:nvPr>
            <p:ph type="title"/>
          </p:nvPr>
        </p:nvSpPr>
        <p:spPr>
          <a:xfrm>
            <a:off x="722243" y="1087459"/>
            <a:ext cx="10758733" cy="1823011"/>
          </a:xfrm>
        </p:spPr>
        <p:txBody>
          <a:bodyPr anchor="t">
            <a:noAutofit/>
          </a:bodyPr>
          <a:lstStyle>
            <a:lvl1pPr>
              <a:defRPr sz="2700">
                <a:solidFill>
                  <a:schemeClr val="accent1"/>
                </a:solidFill>
              </a:defRPr>
            </a:lvl1pPr>
          </a:lstStyle>
          <a:p>
            <a:r>
              <a:rPr lang="en-US"/>
              <a:t>Click to edit Master title style</a:t>
            </a:r>
            <a:endParaRPr lang="es-ES" dirty="0"/>
          </a:p>
        </p:txBody>
      </p:sp>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2"/>
            <a:ext cx="2743200" cy="365125"/>
          </a:xfrm>
        </p:spPr>
        <p:txBody>
          <a:bodyPr/>
          <a:lstStyle>
            <a:lvl1pPr>
              <a:defRPr sz="975">
                <a:solidFill>
                  <a:schemeClr val="accent1"/>
                </a:solidFill>
              </a:defRPr>
            </a:lvl1pPr>
          </a:lstStyle>
          <a:p>
            <a:fld id="{BC0D97B6-E32F-4D7D-B839-7C3B51F2640F}" type="slidenum">
              <a:rPr lang="es-ES" smtClean="0"/>
              <a:pPr/>
              <a:t>‹#›</a:t>
            </a:fld>
            <a:endParaRPr lang="es-ES" dirty="0"/>
          </a:p>
        </p:txBody>
      </p:sp>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5" y="337100"/>
            <a:ext cx="10758735" cy="304800"/>
          </a:xfrm>
        </p:spPr>
        <p:txBody>
          <a:bodyPr>
            <a:noAutofit/>
          </a:bodyPr>
          <a:lstStyle>
            <a:lvl1pPr marL="0" indent="0">
              <a:buFontTx/>
              <a:buNone/>
              <a:defRPr sz="975">
                <a:solidFill>
                  <a:schemeClr val="accent1"/>
                </a:solidFill>
              </a:defRPr>
            </a:lvl1pPr>
            <a:lvl2pPr marL="342900" indent="0">
              <a:buFontTx/>
              <a:buNone/>
              <a:defRPr sz="825"/>
            </a:lvl2pPr>
            <a:lvl3pPr marL="685800" indent="0">
              <a:buFontTx/>
              <a:buNone/>
              <a:defRPr sz="788"/>
            </a:lvl3pPr>
            <a:lvl4pPr marL="1028700" indent="0">
              <a:buFontTx/>
              <a:buNone/>
              <a:defRPr sz="750"/>
            </a:lvl4pPr>
            <a:lvl5pPr marL="1371600" indent="0">
              <a:buFontTx/>
              <a:buNone/>
              <a:defRPr sz="750"/>
            </a:lvl5pPr>
          </a:lstStyle>
          <a:p>
            <a:pPr lvl="0"/>
            <a:r>
              <a:rPr lang="en-US"/>
              <a:t>Click to edit Master text styles</a:t>
            </a:r>
          </a:p>
        </p:txBody>
      </p:sp>
      <p:sp>
        <p:nvSpPr>
          <p:cNvPr id="12" name="Marcador de texto 16">
            <a:extLst>
              <a:ext uri="{FF2B5EF4-FFF2-40B4-BE49-F238E27FC236}">
                <a16:creationId xmlns:a16="http://schemas.microsoft.com/office/drawing/2014/main" id="{87DF9564-216B-4533-A626-FE222DEB917D}"/>
              </a:ext>
            </a:extLst>
          </p:cNvPr>
          <p:cNvSpPr>
            <a:spLocks noGrp="1"/>
          </p:cNvSpPr>
          <p:nvPr>
            <p:ph type="body" sz="quarter" idx="15"/>
          </p:nvPr>
        </p:nvSpPr>
        <p:spPr>
          <a:xfrm>
            <a:off x="711024" y="3093564"/>
            <a:ext cx="10758733" cy="3083401"/>
          </a:xfrm>
        </p:spPr>
        <p:txBody>
          <a:bodyPr numCol="2" spcCol="720000">
            <a:noAutofit/>
          </a:bodyPr>
          <a:lstStyle>
            <a:lvl1pPr marL="0" indent="0">
              <a:spcBef>
                <a:spcPts val="0"/>
              </a:spcBef>
              <a:spcAft>
                <a:spcPts val="1650"/>
              </a:spcAft>
              <a:buFontTx/>
              <a:buNone/>
              <a:defRPr lang="es-ES" sz="900" kern="1200" smtClean="0">
                <a:solidFill>
                  <a:schemeClr val="tx2"/>
                </a:solidFill>
                <a:latin typeface="+mn-lt"/>
                <a:ea typeface="+mn-ea"/>
                <a:cs typeface="+mn-cs"/>
              </a:defRPr>
            </a:lvl1pPr>
            <a:lvl2pPr marL="342900" indent="0">
              <a:buFontTx/>
              <a:buNone/>
              <a:defRPr lang="es-ES" sz="900" kern="1200" smtClean="0">
                <a:solidFill>
                  <a:schemeClr val="tx2"/>
                </a:solidFill>
                <a:latin typeface="+mn-lt"/>
                <a:ea typeface="+mn-ea"/>
                <a:cs typeface="+mn-cs"/>
              </a:defRPr>
            </a:lvl2pPr>
            <a:lvl3pPr marL="685800" indent="0">
              <a:buFontTx/>
              <a:buNone/>
              <a:defRPr lang="es-ES" sz="900" kern="1200" smtClean="0">
                <a:solidFill>
                  <a:schemeClr val="tx2"/>
                </a:solidFill>
                <a:latin typeface="+mn-lt"/>
                <a:ea typeface="+mn-ea"/>
                <a:cs typeface="+mn-cs"/>
              </a:defRPr>
            </a:lvl3pPr>
            <a:lvl4pPr marL="1028700" indent="0">
              <a:buFontTx/>
              <a:buNone/>
              <a:defRPr lang="es-ES" sz="900" kern="1200" smtClean="0">
                <a:solidFill>
                  <a:schemeClr val="tx2"/>
                </a:solidFill>
                <a:latin typeface="+mn-lt"/>
                <a:ea typeface="+mn-ea"/>
                <a:cs typeface="+mn-cs"/>
              </a:defRPr>
            </a:lvl4pPr>
            <a:lvl5pPr marL="1371600" indent="0">
              <a:buFontTx/>
              <a:buNone/>
              <a:defRPr lang="es-ES" sz="900" kern="1200">
                <a:solidFill>
                  <a:schemeClr val="tx2"/>
                </a:solidFill>
                <a:latin typeface="+mn-lt"/>
                <a:ea typeface="+mn-ea"/>
                <a:cs typeface="+mn-cs"/>
              </a:defRPr>
            </a:lvl5pPr>
          </a:lstStyle>
          <a:p>
            <a:pPr lvl="0"/>
            <a:r>
              <a:rPr lang="en-US"/>
              <a:t>Click to edit Master text styles</a:t>
            </a:r>
          </a:p>
        </p:txBody>
      </p:sp>
      <p:pic>
        <p:nvPicPr>
          <p:cNvPr id="8" name="Gráfico 8">
            <a:extLst>
              <a:ext uri="{FF2B5EF4-FFF2-40B4-BE49-F238E27FC236}">
                <a16:creationId xmlns:a16="http://schemas.microsoft.com/office/drawing/2014/main" id="{AC1B0227-D6EB-4F05-832D-EB54916F795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643" y="6262328"/>
            <a:ext cx="1219200" cy="160203"/>
          </a:xfrm>
          <a:prstGeom prst="rect">
            <a:avLst/>
          </a:prstGeom>
          <a:noFill/>
          <a:ln>
            <a:noFill/>
          </a:ln>
        </p:spPr>
      </p:pic>
    </p:spTree>
    <p:extLst>
      <p:ext uri="{BB962C8B-B14F-4D97-AF65-F5344CB8AC3E}">
        <p14:creationId xmlns:p14="http://schemas.microsoft.com/office/powerpoint/2010/main" val="1780124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all Out ">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B5AEF2-F43E-4C92-A186-61C1E43CE82B}"/>
              </a:ext>
            </a:extLst>
          </p:cNvPr>
          <p:cNvSpPr>
            <a:spLocks noGrp="1"/>
          </p:cNvSpPr>
          <p:nvPr>
            <p:ph type="title"/>
          </p:nvPr>
        </p:nvSpPr>
        <p:spPr>
          <a:xfrm>
            <a:off x="731971" y="1109761"/>
            <a:ext cx="3801119" cy="5050689"/>
          </a:xfrm>
        </p:spPr>
        <p:txBody>
          <a:bodyPr anchor="t">
            <a:noAutofit/>
          </a:bodyPr>
          <a:lstStyle>
            <a:lvl1pPr>
              <a:defRPr sz="1875" b="1">
                <a:solidFill>
                  <a:schemeClr val="accent3"/>
                </a:solidFill>
              </a:defRPr>
            </a:lvl1pPr>
          </a:lstStyle>
          <a:p>
            <a:r>
              <a:rPr lang="en-US"/>
              <a:t>Click to edit Master title style</a:t>
            </a:r>
            <a:endParaRPr lang="es-ES" dirty="0"/>
          </a:p>
        </p:txBody>
      </p:sp>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2"/>
            <a:ext cx="2743200" cy="365125"/>
          </a:xfrm>
        </p:spPr>
        <p:txBody>
          <a:bodyPr/>
          <a:lstStyle>
            <a:lvl1pPr>
              <a:defRPr sz="975">
                <a:solidFill>
                  <a:schemeClr val="accent1"/>
                </a:solidFill>
              </a:defRPr>
            </a:lvl1pPr>
          </a:lstStyle>
          <a:p>
            <a:fld id="{BC0D97B6-E32F-4D7D-B839-7C3B51F2640F}" type="slidenum">
              <a:rPr lang="es-ES" smtClean="0"/>
              <a:pPr/>
              <a:t>‹#›</a:t>
            </a:fld>
            <a:endParaRPr lang="es-ES" dirty="0"/>
          </a:p>
        </p:txBody>
      </p:sp>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5" y="337100"/>
            <a:ext cx="10758735" cy="304800"/>
          </a:xfrm>
        </p:spPr>
        <p:txBody>
          <a:bodyPr>
            <a:noAutofit/>
          </a:bodyPr>
          <a:lstStyle>
            <a:lvl1pPr marL="0" indent="0">
              <a:buFontTx/>
              <a:buNone/>
              <a:defRPr sz="975">
                <a:solidFill>
                  <a:schemeClr val="accent1"/>
                </a:solidFill>
              </a:defRPr>
            </a:lvl1pPr>
            <a:lvl2pPr marL="342900" indent="0">
              <a:buFontTx/>
              <a:buNone/>
              <a:defRPr sz="825"/>
            </a:lvl2pPr>
            <a:lvl3pPr marL="685800" indent="0">
              <a:buFontTx/>
              <a:buNone/>
              <a:defRPr sz="788"/>
            </a:lvl3pPr>
            <a:lvl4pPr marL="1028700" indent="0">
              <a:buFontTx/>
              <a:buNone/>
              <a:defRPr sz="750"/>
            </a:lvl4pPr>
            <a:lvl5pPr marL="1371600" indent="0">
              <a:buFontTx/>
              <a:buNone/>
              <a:defRPr sz="750"/>
            </a:lvl5pPr>
          </a:lstStyle>
          <a:p>
            <a:pPr lvl="0"/>
            <a:r>
              <a:rPr lang="en-US"/>
              <a:t>Click to edit Master text styles</a:t>
            </a:r>
          </a:p>
        </p:txBody>
      </p:sp>
      <p:sp>
        <p:nvSpPr>
          <p:cNvPr id="12" name="Marcador de texto 16">
            <a:extLst>
              <a:ext uri="{FF2B5EF4-FFF2-40B4-BE49-F238E27FC236}">
                <a16:creationId xmlns:a16="http://schemas.microsoft.com/office/drawing/2014/main" id="{87DF9564-216B-4533-A626-FE222DEB917D}"/>
              </a:ext>
            </a:extLst>
          </p:cNvPr>
          <p:cNvSpPr>
            <a:spLocks noGrp="1"/>
          </p:cNvSpPr>
          <p:nvPr>
            <p:ph type="body" sz="quarter" idx="15"/>
          </p:nvPr>
        </p:nvSpPr>
        <p:spPr>
          <a:xfrm>
            <a:off x="4772723" y="1126274"/>
            <a:ext cx="6697035" cy="5050690"/>
          </a:xfrm>
        </p:spPr>
        <p:txBody>
          <a:bodyPr numCol="1" spcCol="0">
            <a:noAutofit/>
          </a:bodyPr>
          <a:lstStyle>
            <a:lvl1pPr marL="0" indent="0">
              <a:spcBef>
                <a:spcPts val="0"/>
              </a:spcBef>
              <a:spcAft>
                <a:spcPts val="1650"/>
              </a:spcAft>
              <a:buFontTx/>
              <a:buNone/>
              <a:defRPr lang="es-ES" sz="900" kern="1200" smtClean="0">
                <a:solidFill>
                  <a:schemeClr val="tx2"/>
                </a:solidFill>
                <a:latin typeface="+mn-lt"/>
                <a:ea typeface="+mn-ea"/>
                <a:cs typeface="+mn-cs"/>
              </a:defRPr>
            </a:lvl1pPr>
            <a:lvl2pPr marL="342900" indent="0">
              <a:buFontTx/>
              <a:buNone/>
              <a:defRPr lang="es-ES" sz="900" kern="1200" smtClean="0">
                <a:solidFill>
                  <a:schemeClr val="tx2"/>
                </a:solidFill>
                <a:latin typeface="+mn-lt"/>
                <a:ea typeface="+mn-ea"/>
                <a:cs typeface="+mn-cs"/>
              </a:defRPr>
            </a:lvl2pPr>
            <a:lvl3pPr marL="685800" indent="0">
              <a:buFontTx/>
              <a:buNone/>
              <a:defRPr lang="es-ES" sz="900" kern="1200" smtClean="0">
                <a:solidFill>
                  <a:schemeClr val="tx2"/>
                </a:solidFill>
                <a:latin typeface="+mn-lt"/>
                <a:ea typeface="+mn-ea"/>
                <a:cs typeface="+mn-cs"/>
              </a:defRPr>
            </a:lvl3pPr>
            <a:lvl4pPr marL="1028700" indent="0">
              <a:buFontTx/>
              <a:buNone/>
              <a:defRPr lang="es-ES" sz="900" kern="1200" smtClean="0">
                <a:solidFill>
                  <a:schemeClr val="tx2"/>
                </a:solidFill>
                <a:latin typeface="+mn-lt"/>
                <a:ea typeface="+mn-ea"/>
                <a:cs typeface="+mn-cs"/>
              </a:defRPr>
            </a:lvl4pPr>
            <a:lvl5pPr marL="1371600" indent="0">
              <a:buFontTx/>
              <a:buNone/>
              <a:defRPr lang="es-ES" sz="900" kern="1200">
                <a:solidFill>
                  <a:schemeClr val="tx2"/>
                </a:solidFill>
                <a:latin typeface="+mn-lt"/>
                <a:ea typeface="+mn-ea"/>
                <a:cs typeface="+mn-cs"/>
              </a:defRPr>
            </a:lvl5pPr>
          </a:lstStyle>
          <a:p>
            <a:pPr lvl="0"/>
            <a:r>
              <a:rPr lang="en-US"/>
              <a:t>Click to edit Master text styles</a:t>
            </a:r>
          </a:p>
        </p:txBody>
      </p:sp>
      <p:pic>
        <p:nvPicPr>
          <p:cNvPr id="8" name="Gráfico 8">
            <a:extLst>
              <a:ext uri="{FF2B5EF4-FFF2-40B4-BE49-F238E27FC236}">
                <a16:creationId xmlns:a16="http://schemas.microsoft.com/office/drawing/2014/main" id="{AC1B0227-D6EB-4F05-832D-EB54916F795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643" y="6262328"/>
            <a:ext cx="1219200" cy="160203"/>
          </a:xfrm>
          <a:prstGeom prst="rect">
            <a:avLst/>
          </a:prstGeom>
          <a:noFill/>
          <a:ln>
            <a:noFill/>
          </a:ln>
        </p:spPr>
      </p:pic>
    </p:spTree>
    <p:extLst>
      <p:ext uri="{BB962C8B-B14F-4D97-AF65-F5344CB8AC3E}">
        <p14:creationId xmlns:p14="http://schemas.microsoft.com/office/powerpoint/2010/main" val="1768944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 &amp; Chart  ">
    <p:spTree>
      <p:nvGrpSpPr>
        <p:cNvPr id="1" name=""/>
        <p:cNvGrpSpPr/>
        <p:nvPr/>
      </p:nvGrpSpPr>
      <p:grpSpPr>
        <a:xfrm>
          <a:off x="0" y="0"/>
          <a:ext cx="0" cy="0"/>
          <a:chOff x="0" y="0"/>
          <a:chExt cx="0" cy="0"/>
        </a:xfrm>
      </p:grpSpPr>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2"/>
            <a:ext cx="2743200" cy="365125"/>
          </a:xfrm>
        </p:spPr>
        <p:txBody>
          <a:bodyPr/>
          <a:lstStyle>
            <a:lvl1pPr>
              <a:defRPr sz="975">
                <a:solidFill>
                  <a:schemeClr val="accent1"/>
                </a:solidFill>
              </a:defRPr>
            </a:lvl1pPr>
          </a:lstStyle>
          <a:p>
            <a:fld id="{BC0D97B6-E32F-4D7D-B839-7C3B51F2640F}" type="slidenum">
              <a:rPr lang="es-ES" smtClean="0"/>
              <a:pPr/>
              <a:t>‹#›</a:t>
            </a:fld>
            <a:endParaRPr lang="es-ES" dirty="0"/>
          </a:p>
        </p:txBody>
      </p:sp>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5" y="337100"/>
            <a:ext cx="10758735" cy="304800"/>
          </a:xfrm>
        </p:spPr>
        <p:txBody>
          <a:bodyPr>
            <a:noAutofit/>
          </a:bodyPr>
          <a:lstStyle>
            <a:lvl1pPr marL="0" indent="0">
              <a:buFontTx/>
              <a:buNone/>
              <a:defRPr sz="975">
                <a:solidFill>
                  <a:schemeClr val="accent1"/>
                </a:solidFill>
              </a:defRPr>
            </a:lvl1pPr>
            <a:lvl2pPr marL="342900" indent="0">
              <a:buFontTx/>
              <a:buNone/>
              <a:defRPr sz="825"/>
            </a:lvl2pPr>
            <a:lvl3pPr marL="685800" indent="0">
              <a:buFontTx/>
              <a:buNone/>
              <a:defRPr sz="788"/>
            </a:lvl3pPr>
            <a:lvl4pPr marL="1028700" indent="0">
              <a:buFontTx/>
              <a:buNone/>
              <a:defRPr sz="750"/>
            </a:lvl4pPr>
            <a:lvl5pPr marL="1371600" indent="0">
              <a:buFontTx/>
              <a:buNone/>
              <a:defRPr sz="750"/>
            </a:lvl5pPr>
          </a:lstStyle>
          <a:p>
            <a:pPr lvl="0"/>
            <a:r>
              <a:rPr lang="en-US"/>
              <a:t>Click to edit Master text styles</a:t>
            </a:r>
          </a:p>
        </p:txBody>
      </p:sp>
      <p:sp>
        <p:nvSpPr>
          <p:cNvPr id="9" name="Título 1">
            <a:extLst>
              <a:ext uri="{FF2B5EF4-FFF2-40B4-BE49-F238E27FC236}">
                <a16:creationId xmlns:a16="http://schemas.microsoft.com/office/drawing/2014/main" id="{3AABE934-895B-422A-B16D-773558A762E3}"/>
              </a:ext>
            </a:extLst>
          </p:cNvPr>
          <p:cNvSpPr>
            <a:spLocks noGrp="1"/>
          </p:cNvSpPr>
          <p:nvPr>
            <p:ph type="title"/>
          </p:nvPr>
        </p:nvSpPr>
        <p:spPr>
          <a:xfrm>
            <a:off x="722245" y="1087458"/>
            <a:ext cx="3911401" cy="1183132"/>
          </a:xfrm>
        </p:spPr>
        <p:txBody>
          <a:bodyPr anchor="t">
            <a:normAutofit/>
          </a:bodyPr>
          <a:lstStyle>
            <a:lvl1pPr>
              <a:defRPr sz="2700">
                <a:solidFill>
                  <a:schemeClr val="accent1"/>
                </a:solidFill>
              </a:defRPr>
            </a:lvl1pPr>
          </a:lstStyle>
          <a:p>
            <a:r>
              <a:rPr lang="en-US"/>
              <a:t>Click to edit Master title style</a:t>
            </a:r>
            <a:endParaRPr lang="es-ES" dirty="0"/>
          </a:p>
        </p:txBody>
      </p:sp>
      <p:sp>
        <p:nvSpPr>
          <p:cNvPr id="13" name="Marcador de texto 16">
            <a:extLst>
              <a:ext uri="{FF2B5EF4-FFF2-40B4-BE49-F238E27FC236}">
                <a16:creationId xmlns:a16="http://schemas.microsoft.com/office/drawing/2014/main" id="{3C0F691A-2EF3-4A5F-A7E8-E01ADBCA2384}"/>
              </a:ext>
            </a:extLst>
          </p:cNvPr>
          <p:cNvSpPr>
            <a:spLocks noGrp="1"/>
          </p:cNvSpPr>
          <p:nvPr>
            <p:ph type="body" sz="quarter" idx="16"/>
          </p:nvPr>
        </p:nvSpPr>
        <p:spPr>
          <a:xfrm>
            <a:off x="711026" y="2517170"/>
            <a:ext cx="3911401" cy="3659794"/>
          </a:xfrm>
        </p:spPr>
        <p:txBody>
          <a:bodyPr>
            <a:noAutofit/>
          </a:bodyPr>
          <a:lstStyle>
            <a:lvl1pPr marL="0" indent="0">
              <a:spcBef>
                <a:spcPts val="0"/>
              </a:spcBef>
              <a:spcAft>
                <a:spcPts val="1650"/>
              </a:spcAft>
              <a:buFontTx/>
              <a:buNone/>
              <a:defRPr lang="es-ES" sz="900" kern="1200" smtClean="0">
                <a:solidFill>
                  <a:schemeClr val="tx2"/>
                </a:solidFill>
                <a:latin typeface="+mn-lt"/>
                <a:ea typeface="+mn-ea"/>
                <a:cs typeface="+mn-cs"/>
              </a:defRPr>
            </a:lvl1pPr>
            <a:lvl2pPr marL="342900" indent="0">
              <a:buFontTx/>
              <a:buNone/>
              <a:defRPr lang="es-ES" sz="900" kern="1200" smtClean="0">
                <a:solidFill>
                  <a:schemeClr val="tx2"/>
                </a:solidFill>
                <a:latin typeface="+mn-lt"/>
                <a:ea typeface="+mn-ea"/>
                <a:cs typeface="+mn-cs"/>
              </a:defRPr>
            </a:lvl2pPr>
            <a:lvl3pPr marL="685800" indent="0">
              <a:buFontTx/>
              <a:buNone/>
              <a:defRPr lang="es-ES" sz="900" kern="1200" smtClean="0">
                <a:solidFill>
                  <a:schemeClr val="tx2"/>
                </a:solidFill>
                <a:latin typeface="+mn-lt"/>
                <a:ea typeface="+mn-ea"/>
                <a:cs typeface="+mn-cs"/>
              </a:defRPr>
            </a:lvl3pPr>
            <a:lvl4pPr marL="1028700" indent="0">
              <a:buFontTx/>
              <a:buNone/>
              <a:defRPr lang="es-ES" sz="900" kern="1200" smtClean="0">
                <a:solidFill>
                  <a:schemeClr val="tx2"/>
                </a:solidFill>
                <a:latin typeface="+mn-lt"/>
                <a:ea typeface="+mn-ea"/>
                <a:cs typeface="+mn-cs"/>
              </a:defRPr>
            </a:lvl4pPr>
            <a:lvl5pPr marL="1371600" indent="0">
              <a:buFontTx/>
              <a:buNone/>
              <a:defRPr lang="es-ES" sz="900" kern="1200">
                <a:solidFill>
                  <a:schemeClr val="tx2"/>
                </a:solidFill>
                <a:latin typeface="+mn-lt"/>
                <a:ea typeface="+mn-ea"/>
                <a:cs typeface="+mn-cs"/>
              </a:defRPr>
            </a:lvl5pPr>
          </a:lstStyle>
          <a:p>
            <a:pPr lvl="0"/>
            <a:r>
              <a:rPr lang="en-US"/>
              <a:t>Click to edit Master text styles</a:t>
            </a:r>
          </a:p>
        </p:txBody>
      </p:sp>
      <p:sp>
        <p:nvSpPr>
          <p:cNvPr id="6" name="Marcador de gráfico 5">
            <a:extLst>
              <a:ext uri="{FF2B5EF4-FFF2-40B4-BE49-F238E27FC236}">
                <a16:creationId xmlns:a16="http://schemas.microsoft.com/office/drawing/2014/main" id="{2444BFBF-CC97-48FB-BE66-A28460A7384B}"/>
              </a:ext>
            </a:extLst>
          </p:cNvPr>
          <p:cNvSpPr>
            <a:spLocks noGrp="1"/>
          </p:cNvSpPr>
          <p:nvPr>
            <p:ph type="chart" sz="quarter" idx="17" hasCustomPrompt="1"/>
          </p:nvPr>
        </p:nvSpPr>
        <p:spPr>
          <a:xfrm>
            <a:off x="4797426" y="1087438"/>
            <a:ext cx="6683551" cy="5122862"/>
          </a:xfrm>
        </p:spPr>
        <p:txBody>
          <a:bodyPr>
            <a:normAutofit/>
          </a:bodyPr>
          <a:lstStyle>
            <a:lvl1pPr marL="0" indent="0" algn="ctr">
              <a:buNone/>
              <a:defRPr sz="1200"/>
            </a:lvl1pPr>
          </a:lstStyle>
          <a:p>
            <a:r>
              <a:rPr lang="es-ES" dirty="0" err="1"/>
              <a:t>Insert</a:t>
            </a:r>
            <a:r>
              <a:rPr lang="es-ES" dirty="0"/>
              <a:t> </a:t>
            </a:r>
            <a:r>
              <a:rPr lang="es-ES" dirty="0" err="1"/>
              <a:t>graphic</a:t>
            </a:r>
            <a:r>
              <a:rPr lang="es-ES" dirty="0"/>
              <a:t> </a:t>
            </a:r>
            <a:r>
              <a:rPr lang="es-ES" dirty="0" err="1"/>
              <a:t>here</a:t>
            </a:r>
            <a:endParaRPr lang="es-ES" dirty="0"/>
          </a:p>
        </p:txBody>
      </p:sp>
      <p:pic>
        <p:nvPicPr>
          <p:cNvPr id="12" name="Gráfico 8">
            <a:extLst>
              <a:ext uri="{FF2B5EF4-FFF2-40B4-BE49-F238E27FC236}">
                <a16:creationId xmlns:a16="http://schemas.microsoft.com/office/drawing/2014/main" id="{AC1B0227-D6EB-4F05-832D-EB54916F795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643" y="6262328"/>
            <a:ext cx="1219200" cy="160203"/>
          </a:xfrm>
          <a:prstGeom prst="rect">
            <a:avLst/>
          </a:prstGeom>
          <a:noFill/>
          <a:ln>
            <a:noFill/>
          </a:ln>
        </p:spPr>
      </p:pic>
    </p:spTree>
    <p:extLst>
      <p:ext uri="{BB962C8B-B14F-4D97-AF65-F5344CB8AC3E}">
        <p14:creationId xmlns:p14="http://schemas.microsoft.com/office/powerpoint/2010/main" val="17851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amp; Chart 2">
    <p:spTree>
      <p:nvGrpSpPr>
        <p:cNvPr id="1" name=""/>
        <p:cNvGrpSpPr/>
        <p:nvPr/>
      </p:nvGrpSpPr>
      <p:grpSpPr>
        <a:xfrm>
          <a:off x="0" y="0"/>
          <a:ext cx="0" cy="0"/>
          <a:chOff x="0" y="0"/>
          <a:chExt cx="0" cy="0"/>
        </a:xfrm>
      </p:grpSpPr>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2"/>
            <a:ext cx="2743200" cy="365125"/>
          </a:xfrm>
        </p:spPr>
        <p:txBody>
          <a:bodyPr/>
          <a:lstStyle>
            <a:lvl1pPr>
              <a:defRPr sz="975">
                <a:solidFill>
                  <a:schemeClr val="accent1"/>
                </a:solidFill>
              </a:defRPr>
            </a:lvl1pPr>
          </a:lstStyle>
          <a:p>
            <a:fld id="{BC0D97B6-E32F-4D7D-B839-7C3B51F2640F}" type="slidenum">
              <a:rPr lang="es-ES" smtClean="0"/>
              <a:pPr/>
              <a:t>‹#›</a:t>
            </a:fld>
            <a:endParaRPr lang="es-ES" dirty="0"/>
          </a:p>
        </p:txBody>
      </p:sp>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5" y="337100"/>
            <a:ext cx="10758735" cy="304800"/>
          </a:xfrm>
        </p:spPr>
        <p:txBody>
          <a:bodyPr>
            <a:noAutofit/>
          </a:bodyPr>
          <a:lstStyle>
            <a:lvl1pPr marL="0" indent="0">
              <a:buFontTx/>
              <a:buNone/>
              <a:defRPr sz="975">
                <a:solidFill>
                  <a:schemeClr val="accent1"/>
                </a:solidFill>
              </a:defRPr>
            </a:lvl1pPr>
            <a:lvl2pPr marL="342900" indent="0">
              <a:buFontTx/>
              <a:buNone/>
              <a:defRPr sz="825"/>
            </a:lvl2pPr>
            <a:lvl3pPr marL="685800" indent="0">
              <a:buFontTx/>
              <a:buNone/>
              <a:defRPr sz="788"/>
            </a:lvl3pPr>
            <a:lvl4pPr marL="1028700" indent="0">
              <a:buFontTx/>
              <a:buNone/>
              <a:defRPr sz="750"/>
            </a:lvl4pPr>
            <a:lvl5pPr marL="1371600" indent="0">
              <a:buFontTx/>
              <a:buNone/>
              <a:defRPr sz="750"/>
            </a:lvl5pPr>
          </a:lstStyle>
          <a:p>
            <a:pPr lvl="0"/>
            <a:r>
              <a:rPr lang="en-US"/>
              <a:t>Click to edit Master text styles</a:t>
            </a:r>
          </a:p>
        </p:txBody>
      </p:sp>
      <p:sp>
        <p:nvSpPr>
          <p:cNvPr id="13" name="Marcador de texto 16">
            <a:extLst>
              <a:ext uri="{FF2B5EF4-FFF2-40B4-BE49-F238E27FC236}">
                <a16:creationId xmlns:a16="http://schemas.microsoft.com/office/drawing/2014/main" id="{3C0F691A-2EF3-4A5F-A7E8-E01ADBCA2384}"/>
              </a:ext>
            </a:extLst>
          </p:cNvPr>
          <p:cNvSpPr>
            <a:spLocks noGrp="1"/>
          </p:cNvSpPr>
          <p:nvPr>
            <p:ph type="body" sz="quarter" idx="16"/>
          </p:nvPr>
        </p:nvSpPr>
        <p:spPr>
          <a:xfrm>
            <a:off x="711026" y="1191802"/>
            <a:ext cx="3911401" cy="4985162"/>
          </a:xfrm>
        </p:spPr>
        <p:txBody>
          <a:bodyPr>
            <a:noAutofit/>
          </a:bodyPr>
          <a:lstStyle>
            <a:lvl1pPr marL="0" indent="0">
              <a:spcBef>
                <a:spcPts val="0"/>
              </a:spcBef>
              <a:spcAft>
                <a:spcPts val="1650"/>
              </a:spcAft>
              <a:buFontTx/>
              <a:buNone/>
              <a:defRPr lang="es-ES" sz="900" kern="1200" smtClean="0">
                <a:solidFill>
                  <a:schemeClr val="tx2"/>
                </a:solidFill>
                <a:latin typeface="+mn-lt"/>
                <a:ea typeface="+mn-ea"/>
                <a:cs typeface="+mn-cs"/>
              </a:defRPr>
            </a:lvl1pPr>
            <a:lvl2pPr marL="342900" indent="0">
              <a:buFontTx/>
              <a:buNone/>
              <a:defRPr lang="es-ES" sz="900" kern="1200" smtClean="0">
                <a:solidFill>
                  <a:schemeClr val="tx2"/>
                </a:solidFill>
                <a:latin typeface="+mn-lt"/>
                <a:ea typeface="+mn-ea"/>
                <a:cs typeface="+mn-cs"/>
              </a:defRPr>
            </a:lvl2pPr>
            <a:lvl3pPr marL="685800" indent="0">
              <a:buFontTx/>
              <a:buNone/>
              <a:defRPr lang="es-ES" sz="900" kern="1200" smtClean="0">
                <a:solidFill>
                  <a:schemeClr val="tx2"/>
                </a:solidFill>
                <a:latin typeface="+mn-lt"/>
                <a:ea typeface="+mn-ea"/>
                <a:cs typeface="+mn-cs"/>
              </a:defRPr>
            </a:lvl3pPr>
            <a:lvl4pPr marL="1028700" indent="0">
              <a:buFontTx/>
              <a:buNone/>
              <a:defRPr lang="es-ES" sz="900" kern="1200" smtClean="0">
                <a:solidFill>
                  <a:schemeClr val="tx2"/>
                </a:solidFill>
                <a:latin typeface="+mn-lt"/>
                <a:ea typeface="+mn-ea"/>
                <a:cs typeface="+mn-cs"/>
              </a:defRPr>
            </a:lvl4pPr>
            <a:lvl5pPr marL="1371600" indent="0">
              <a:buFontTx/>
              <a:buNone/>
              <a:defRPr lang="es-ES" sz="900" kern="1200">
                <a:solidFill>
                  <a:schemeClr val="tx2"/>
                </a:solidFill>
                <a:latin typeface="+mn-lt"/>
                <a:ea typeface="+mn-ea"/>
                <a:cs typeface="+mn-cs"/>
              </a:defRPr>
            </a:lvl5pPr>
          </a:lstStyle>
          <a:p>
            <a:pPr lvl="0"/>
            <a:r>
              <a:rPr lang="en-US"/>
              <a:t>Click to edit Master text styles</a:t>
            </a:r>
          </a:p>
        </p:txBody>
      </p:sp>
      <p:sp>
        <p:nvSpPr>
          <p:cNvPr id="12" name="Marcador de tabla 4">
            <a:extLst>
              <a:ext uri="{FF2B5EF4-FFF2-40B4-BE49-F238E27FC236}">
                <a16:creationId xmlns:a16="http://schemas.microsoft.com/office/drawing/2014/main" id="{DF826A4E-1A0C-46D7-8327-402D7A34DE68}"/>
              </a:ext>
            </a:extLst>
          </p:cNvPr>
          <p:cNvSpPr>
            <a:spLocks noGrp="1"/>
          </p:cNvSpPr>
          <p:nvPr>
            <p:ph type="tbl" sz="quarter" idx="18" hasCustomPrompt="1"/>
          </p:nvPr>
        </p:nvSpPr>
        <p:spPr>
          <a:xfrm>
            <a:off x="4867835" y="1707776"/>
            <a:ext cx="6612965" cy="4502524"/>
          </a:xfrm>
        </p:spPr>
        <p:txBody>
          <a:bodyPr>
            <a:normAutofit/>
          </a:bodyPr>
          <a:lstStyle>
            <a:lvl1pPr marL="0" indent="0" algn="ctr">
              <a:buFontTx/>
              <a:buNone/>
              <a:defRPr lang="es-ES" sz="900" kern="1200" smtClean="0">
                <a:solidFill>
                  <a:schemeClr val="tx2"/>
                </a:solidFill>
                <a:latin typeface="+mn-lt"/>
                <a:ea typeface="+mn-ea"/>
                <a:cs typeface="+mn-cs"/>
              </a:defRPr>
            </a:lvl1pPr>
          </a:lstStyle>
          <a:p>
            <a:r>
              <a:rPr lang="es-ES" dirty="0" err="1"/>
              <a:t>Insert</a:t>
            </a:r>
            <a:r>
              <a:rPr lang="es-ES" dirty="0"/>
              <a:t> table </a:t>
            </a:r>
            <a:r>
              <a:rPr lang="es-ES" dirty="0" err="1"/>
              <a:t>here</a:t>
            </a:r>
            <a:endParaRPr lang="es-ES" dirty="0"/>
          </a:p>
        </p:txBody>
      </p:sp>
      <p:sp>
        <p:nvSpPr>
          <p:cNvPr id="14" name="Marcador de texto 16">
            <a:extLst>
              <a:ext uri="{FF2B5EF4-FFF2-40B4-BE49-F238E27FC236}">
                <a16:creationId xmlns:a16="http://schemas.microsoft.com/office/drawing/2014/main" id="{C96F8991-1F66-478E-8C12-FB0275A2F299}"/>
              </a:ext>
            </a:extLst>
          </p:cNvPr>
          <p:cNvSpPr>
            <a:spLocks noGrp="1"/>
          </p:cNvSpPr>
          <p:nvPr>
            <p:ph type="body" sz="quarter" idx="19"/>
          </p:nvPr>
        </p:nvSpPr>
        <p:spPr>
          <a:xfrm>
            <a:off x="4867835" y="1191802"/>
            <a:ext cx="6587576" cy="381504"/>
          </a:xfrm>
        </p:spPr>
        <p:txBody>
          <a:bodyPr>
            <a:noAutofit/>
          </a:bodyPr>
          <a:lstStyle>
            <a:lvl1pPr marL="0" indent="0">
              <a:spcBef>
                <a:spcPts val="0"/>
              </a:spcBef>
              <a:spcAft>
                <a:spcPts val="1650"/>
              </a:spcAft>
              <a:buFontTx/>
              <a:buNone/>
              <a:defRPr lang="es-ES" sz="900" kern="1200" smtClean="0">
                <a:solidFill>
                  <a:schemeClr val="tx2"/>
                </a:solidFill>
                <a:latin typeface="+mn-lt"/>
                <a:ea typeface="+mn-ea"/>
                <a:cs typeface="+mn-cs"/>
              </a:defRPr>
            </a:lvl1pPr>
            <a:lvl2pPr marL="342900" indent="0">
              <a:buFontTx/>
              <a:buNone/>
              <a:defRPr lang="es-ES" sz="900" kern="1200" smtClean="0">
                <a:solidFill>
                  <a:schemeClr val="tx2"/>
                </a:solidFill>
                <a:latin typeface="+mn-lt"/>
                <a:ea typeface="+mn-ea"/>
                <a:cs typeface="+mn-cs"/>
              </a:defRPr>
            </a:lvl2pPr>
            <a:lvl3pPr marL="685800" indent="0">
              <a:buFontTx/>
              <a:buNone/>
              <a:defRPr lang="es-ES" sz="900" kern="1200" smtClean="0">
                <a:solidFill>
                  <a:schemeClr val="tx2"/>
                </a:solidFill>
                <a:latin typeface="+mn-lt"/>
                <a:ea typeface="+mn-ea"/>
                <a:cs typeface="+mn-cs"/>
              </a:defRPr>
            </a:lvl3pPr>
            <a:lvl4pPr marL="1028700" indent="0">
              <a:buFontTx/>
              <a:buNone/>
              <a:defRPr lang="es-ES" sz="900" kern="1200" smtClean="0">
                <a:solidFill>
                  <a:schemeClr val="tx2"/>
                </a:solidFill>
                <a:latin typeface="+mn-lt"/>
                <a:ea typeface="+mn-ea"/>
                <a:cs typeface="+mn-cs"/>
              </a:defRPr>
            </a:lvl4pPr>
            <a:lvl5pPr marL="1371600" indent="0">
              <a:buFontTx/>
              <a:buNone/>
              <a:defRPr lang="es-ES" sz="900" kern="1200">
                <a:solidFill>
                  <a:schemeClr val="tx2"/>
                </a:solidFill>
                <a:latin typeface="+mn-lt"/>
                <a:ea typeface="+mn-ea"/>
                <a:cs typeface="+mn-cs"/>
              </a:defRPr>
            </a:lvl5pPr>
          </a:lstStyle>
          <a:p>
            <a:pPr lvl="0"/>
            <a:r>
              <a:rPr lang="en-US"/>
              <a:t>Click to edit Master text styles</a:t>
            </a:r>
          </a:p>
        </p:txBody>
      </p:sp>
      <p:pic>
        <p:nvPicPr>
          <p:cNvPr id="9" name="Gráfico 8">
            <a:extLst>
              <a:ext uri="{FF2B5EF4-FFF2-40B4-BE49-F238E27FC236}">
                <a16:creationId xmlns:a16="http://schemas.microsoft.com/office/drawing/2014/main" id="{AC1B0227-D6EB-4F05-832D-EB54916F795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643" y="6262328"/>
            <a:ext cx="1219200" cy="160203"/>
          </a:xfrm>
          <a:prstGeom prst="rect">
            <a:avLst/>
          </a:prstGeom>
          <a:noFill/>
          <a:ln>
            <a:noFill/>
          </a:ln>
        </p:spPr>
      </p:pic>
    </p:spTree>
    <p:extLst>
      <p:ext uri="{BB962C8B-B14F-4D97-AF65-F5344CB8AC3E}">
        <p14:creationId xmlns:p14="http://schemas.microsoft.com/office/powerpoint/2010/main" val="28941331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amp; Chart 3 ">
    <p:spTree>
      <p:nvGrpSpPr>
        <p:cNvPr id="1" name=""/>
        <p:cNvGrpSpPr/>
        <p:nvPr/>
      </p:nvGrpSpPr>
      <p:grpSpPr>
        <a:xfrm>
          <a:off x="0" y="0"/>
          <a:ext cx="0" cy="0"/>
          <a:chOff x="0" y="0"/>
          <a:chExt cx="0" cy="0"/>
        </a:xfrm>
      </p:grpSpPr>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2"/>
            <a:ext cx="2743200" cy="365125"/>
          </a:xfrm>
        </p:spPr>
        <p:txBody>
          <a:bodyPr/>
          <a:lstStyle>
            <a:lvl1pPr>
              <a:defRPr sz="975">
                <a:solidFill>
                  <a:schemeClr val="accent1"/>
                </a:solidFill>
              </a:defRPr>
            </a:lvl1pPr>
          </a:lstStyle>
          <a:p>
            <a:fld id="{BC0D97B6-E32F-4D7D-B839-7C3B51F2640F}" type="slidenum">
              <a:rPr lang="es-ES" smtClean="0"/>
              <a:pPr/>
              <a:t>‹#›</a:t>
            </a:fld>
            <a:endParaRPr lang="es-ES" dirty="0"/>
          </a:p>
        </p:txBody>
      </p:sp>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5" y="337100"/>
            <a:ext cx="10758735" cy="304800"/>
          </a:xfrm>
        </p:spPr>
        <p:txBody>
          <a:bodyPr>
            <a:noAutofit/>
          </a:bodyPr>
          <a:lstStyle>
            <a:lvl1pPr marL="0" indent="0">
              <a:buFontTx/>
              <a:buNone/>
              <a:defRPr sz="975">
                <a:solidFill>
                  <a:schemeClr val="accent1"/>
                </a:solidFill>
              </a:defRPr>
            </a:lvl1pPr>
            <a:lvl2pPr marL="342900" indent="0">
              <a:buFontTx/>
              <a:buNone/>
              <a:defRPr sz="825"/>
            </a:lvl2pPr>
            <a:lvl3pPr marL="685800" indent="0">
              <a:buFontTx/>
              <a:buNone/>
              <a:defRPr sz="788"/>
            </a:lvl3pPr>
            <a:lvl4pPr marL="1028700" indent="0">
              <a:buFontTx/>
              <a:buNone/>
              <a:defRPr sz="750"/>
            </a:lvl4pPr>
            <a:lvl5pPr marL="1371600" indent="0">
              <a:buFontTx/>
              <a:buNone/>
              <a:defRPr sz="750"/>
            </a:lvl5pPr>
          </a:lstStyle>
          <a:p>
            <a:pPr lvl="0"/>
            <a:r>
              <a:rPr lang="en-US"/>
              <a:t>Click to edit Master text styles</a:t>
            </a:r>
          </a:p>
        </p:txBody>
      </p:sp>
      <p:sp>
        <p:nvSpPr>
          <p:cNvPr id="13" name="Marcador de texto 16">
            <a:extLst>
              <a:ext uri="{FF2B5EF4-FFF2-40B4-BE49-F238E27FC236}">
                <a16:creationId xmlns:a16="http://schemas.microsoft.com/office/drawing/2014/main" id="{3C0F691A-2EF3-4A5F-A7E8-E01ADBCA2384}"/>
              </a:ext>
            </a:extLst>
          </p:cNvPr>
          <p:cNvSpPr>
            <a:spLocks noGrp="1"/>
          </p:cNvSpPr>
          <p:nvPr>
            <p:ph type="body" sz="quarter" idx="16"/>
          </p:nvPr>
        </p:nvSpPr>
        <p:spPr>
          <a:xfrm>
            <a:off x="711026" y="1191802"/>
            <a:ext cx="3911401" cy="657546"/>
          </a:xfrm>
        </p:spPr>
        <p:txBody>
          <a:bodyPr>
            <a:noAutofit/>
          </a:bodyPr>
          <a:lstStyle>
            <a:lvl1pPr marL="0" indent="0">
              <a:spcBef>
                <a:spcPts val="0"/>
              </a:spcBef>
              <a:spcAft>
                <a:spcPts val="1650"/>
              </a:spcAft>
              <a:buFontTx/>
              <a:buNone/>
              <a:defRPr lang="es-ES" sz="900" kern="1200" smtClean="0">
                <a:solidFill>
                  <a:schemeClr val="tx2"/>
                </a:solidFill>
                <a:latin typeface="+mn-lt"/>
                <a:ea typeface="+mn-ea"/>
                <a:cs typeface="+mn-cs"/>
              </a:defRPr>
            </a:lvl1pPr>
            <a:lvl2pPr marL="342900" indent="0">
              <a:buFontTx/>
              <a:buNone/>
              <a:defRPr lang="es-ES" sz="900" kern="1200" smtClean="0">
                <a:solidFill>
                  <a:schemeClr val="tx2"/>
                </a:solidFill>
                <a:latin typeface="+mn-lt"/>
                <a:ea typeface="+mn-ea"/>
                <a:cs typeface="+mn-cs"/>
              </a:defRPr>
            </a:lvl2pPr>
            <a:lvl3pPr marL="685800" indent="0">
              <a:buFontTx/>
              <a:buNone/>
              <a:defRPr lang="es-ES" sz="900" kern="1200" smtClean="0">
                <a:solidFill>
                  <a:schemeClr val="tx2"/>
                </a:solidFill>
                <a:latin typeface="+mn-lt"/>
                <a:ea typeface="+mn-ea"/>
                <a:cs typeface="+mn-cs"/>
              </a:defRPr>
            </a:lvl3pPr>
            <a:lvl4pPr marL="1028700" indent="0">
              <a:buFontTx/>
              <a:buNone/>
              <a:defRPr lang="es-ES" sz="900" kern="1200" smtClean="0">
                <a:solidFill>
                  <a:schemeClr val="tx2"/>
                </a:solidFill>
                <a:latin typeface="+mn-lt"/>
                <a:ea typeface="+mn-ea"/>
                <a:cs typeface="+mn-cs"/>
              </a:defRPr>
            </a:lvl4pPr>
            <a:lvl5pPr marL="1371600" indent="0">
              <a:buFontTx/>
              <a:buNone/>
              <a:defRPr lang="es-ES" sz="900" kern="1200">
                <a:solidFill>
                  <a:schemeClr val="tx2"/>
                </a:solidFill>
                <a:latin typeface="+mn-lt"/>
                <a:ea typeface="+mn-ea"/>
                <a:cs typeface="+mn-cs"/>
              </a:defRPr>
            </a:lvl5pPr>
          </a:lstStyle>
          <a:p>
            <a:pPr lvl="0"/>
            <a:r>
              <a:rPr lang="en-US"/>
              <a:t>Click to edit Master text styles</a:t>
            </a:r>
          </a:p>
        </p:txBody>
      </p:sp>
      <p:sp>
        <p:nvSpPr>
          <p:cNvPr id="9" name="Marcador de texto 16">
            <a:extLst>
              <a:ext uri="{FF2B5EF4-FFF2-40B4-BE49-F238E27FC236}">
                <a16:creationId xmlns:a16="http://schemas.microsoft.com/office/drawing/2014/main" id="{714DD14E-5956-4FB9-8BE1-1064DD293193}"/>
              </a:ext>
            </a:extLst>
          </p:cNvPr>
          <p:cNvSpPr>
            <a:spLocks noGrp="1"/>
          </p:cNvSpPr>
          <p:nvPr>
            <p:ph type="body" sz="quarter" idx="19"/>
          </p:nvPr>
        </p:nvSpPr>
        <p:spPr>
          <a:xfrm>
            <a:off x="5024064" y="1191802"/>
            <a:ext cx="6456737" cy="657546"/>
          </a:xfrm>
        </p:spPr>
        <p:txBody>
          <a:bodyPr>
            <a:noAutofit/>
          </a:bodyPr>
          <a:lstStyle>
            <a:lvl1pPr marL="0" indent="0">
              <a:spcBef>
                <a:spcPts val="0"/>
              </a:spcBef>
              <a:spcAft>
                <a:spcPts val="1650"/>
              </a:spcAft>
              <a:buFontTx/>
              <a:buNone/>
              <a:defRPr lang="es-ES" sz="900" kern="1200" smtClean="0">
                <a:solidFill>
                  <a:schemeClr val="tx2"/>
                </a:solidFill>
                <a:latin typeface="+mn-lt"/>
                <a:ea typeface="+mn-ea"/>
                <a:cs typeface="+mn-cs"/>
              </a:defRPr>
            </a:lvl1pPr>
            <a:lvl2pPr marL="342900" indent="0">
              <a:buFontTx/>
              <a:buNone/>
              <a:defRPr lang="es-ES" sz="900" kern="1200" smtClean="0">
                <a:solidFill>
                  <a:schemeClr val="tx2"/>
                </a:solidFill>
                <a:latin typeface="+mn-lt"/>
                <a:ea typeface="+mn-ea"/>
                <a:cs typeface="+mn-cs"/>
              </a:defRPr>
            </a:lvl2pPr>
            <a:lvl3pPr marL="685800" indent="0">
              <a:buFontTx/>
              <a:buNone/>
              <a:defRPr lang="es-ES" sz="900" kern="1200" smtClean="0">
                <a:solidFill>
                  <a:schemeClr val="tx2"/>
                </a:solidFill>
                <a:latin typeface="+mn-lt"/>
                <a:ea typeface="+mn-ea"/>
                <a:cs typeface="+mn-cs"/>
              </a:defRPr>
            </a:lvl3pPr>
            <a:lvl4pPr marL="1028700" indent="0">
              <a:buFontTx/>
              <a:buNone/>
              <a:defRPr lang="es-ES" sz="900" kern="1200" smtClean="0">
                <a:solidFill>
                  <a:schemeClr val="tx2"/>
                </a:solidFill>
                <a:latin typeface="+mn-lt"/>
                <a:ea typeface="+mn-ea"/>
                <a:cs typeface="+mn-cs"/>
              </a:defRPr>
            </a:lvl4pPr>
            <a:lvl5pPr marL="1371600" indent="0">
              <a:buFontTx/>
              <a:buNone/>
              <a:defRPr lang="es-ES" sz="900" kern="1200">
                <a:solidFill>
                  <a:schemeClr val="tx2"/>
                </a:solidFill>
                <a:latin typeface="+mn-lt"/>
                <a:ea typeface="+mn-ea"/>
                <a:cs typeface="+mn-cs"/>
              </a:defRPr>
            </a:lvl5pPr>
          </a:lstStyle>
          <a:p>
            <a:pPr lvl="0"/>
            <a:r>
              <a:rPr lang="en-US"/>
              <a:t>Click to edit Master text styles</a:t>
            </a:r>
          </a:p>
        </p:txBody>
      </p:sp>
      <p:sp>
        <p:nvSpPr>
          <p:cNvPr id="16" name="Marcador de gráfico 4">
            <a:extLst>
              <a:ext uri="{FF2B5EF4-FFF2-40B4-BE49-F238E27FC236}">
                <a16:creationId xmlns:a16="http://schemas.microsoft.com/office/drawing/2014/main" id="{9BA63F5F-FC37-4202-A6A3-A0F3EFAC9EB6}"/>
              </a:ext>
            </a:extLst>
          </p:cNvPr>
          <p:cNvSpPr>
            <a:spLocks noGrp="1"/>
          </p:cNvSpPr>
          <p:nvPr>
            <p:ph type="chart" sz="quarter" idx="20" hasCustomPrompt="1"/>
          </p:nvPr>
        </p:nvSpPr>
        <p:spPr>
          <a:xfrm>
            <a:off x="711200" y="1993900"/>
            <a:ext cx="3911600" cy="3605788"/>
          </a:xfrm>
        </p:spPr>
        <p:txBody>
          <a:bodyPr>
            <a:normAutofit/>
          </a:bodyPr>
          <a:lstStyle>
            <a:lvl1pPr marL="0" indent="0" algn="ctr">
              <a:buFontTx/>
              <a:buNone/>
              <a:defRPr sz="1050">
                <a:solidFill>
                  <a:schemeClr val="tx2"/>
                </a:solidFill>
              </a:defRPr>
            </a:lvl1pPr>
          </a:lstStyle>
          <a:p>
            <a:r>
              <a:rPr lang="es-ES" dirty="0" err="1"/>
              <a:t>Insert</a:t>
            </a:r>
            <a:r>
              <a:rPr lang="es-ES" dirty="0"/>
              <a:t> </a:t>
            </a:r>
            <a:r>
              <a:rPr lang="es-ES" dirty="0" err="1"/>
              <a:t>graphic</a:t>
            </a:r>
            <a:r>
              <a:rPr lang="es-ES" dirty="0"/>
              <a:t> </a:t>
            </a:r>
            <a:r>
              <a:rPr lang="es-ES" dirty="0" err="1"/>
              <a:t>here</a:t>
            </a:r>
            <a:endParaRPr lang="es-ES" dirty="0"/>
          </a:p>
        </p:txBody>
      </p:sp>
      <p:sp>
        <p:nvSpPr>
          <p:cNvPr id="17" name="Marcador de gráfico 4">
            <a:extLst>
              <a:ext uri="{FF2B5EF4-FFF2-40B4-BE49-F238E27FC236}">
                <a16:creationId xmlns:a16="http://schemas.microsoft.com/office/drawing/2014/main" id="{0CABFB2C-905F-4A94-BBC0-7C32FA7695A4}"/>
              </a:ext>
            </a:extLst>
          </p:cNvPr>
          <p:cNvSpPr>
            <a:spLocks noGrp="1"/>
          </p:cNvSpPr>
          <p:nvPr>
            <p:ph type="chart" sz="quarter" idx="21" hasCustomPrompt="1"/>
          </p:nvPr>
        </p:nvSpPr>
        <p:spPr>
          <a:xfrm>
            <a:off x="5024063" y="1993900"/>
            <a:ext cx="6472719" cy="3605788"/>
          </a:xfrm>
        </p:spPr>
        <p:txBody>
          <a:bodyPr>
            <a:normAutofit/>
          </a:bodyPr>
          <a:lstStyle>
            <a:lvl1pPr marL="0" indent="0" algn="ctr">
              <a:buFontTx/>
              <a:buNone/>
              <a:defRPr sz="1050">
                <a:solidFill>
                  <a:schemeClr val="tx2"/>
                </a:solidFill>
              </a:defRPr>
            </a:lvl1pPr>
          </a:lstStyle>
          <a:p>
            <a:r>
              <a:rPr lang="es-ES" dirty="0" err="1"/>
              <a:t>Insert</a:t>
            </a:r>
            <a:r>
              <a:rPr lang="es-ES" dirty="0"/>
              <a:t> </a:t>
            </a:r>
            <a:r>
              <a:rPr lang="es-ES" dirty="0" err="1"/>
              <a:t>graphic</a:t>
            </a:r>
            <a:r>
              <a:rPr lang="es-ES" dirty="0"/>
              <a:t> </a:t>
            </a:r>
            <a:r>
              <a:rPr lang="es-ES" dirty="0" err="1"/>
              <a:t>here</a:t>
            </a:r>
            <a:endParaRPr lang="es-ES" dirty="0"/>
          </a:p>
        </p:txBody>
      </p:sp>
      <p:sp>
        <p:nvSpPr>
          <p:cNvPr id="18" name="Forma libre: forma 17">
            <a:extLst>
              <a:ext uri="{FF2B5EF4-FFF2-40B4-BE49-F238E27FC236}">
                <a16:creationId xmlns:a16="http://schemas.microsoft.com/office/drawing/2014/main" id="{AEAA6F10-C407-4622-AF96-B2605139D86B}"/>
              </a:ext>
            </a:extLst>
          </p:cNvPr>
          <p:cNvSpPr/>
          <p:nvPr/>
        </p:nvSpPr>
        <p:spPr>
          <a:xfrm>
            <a:off x="4742397" y="3685063"/>
            <a:ext cx="187151" cy="207057"/>
          </a:xfrm>
          <a:custGeom>
            <a:avLst/>
            <a:gdLst/>
            <a:ahLst/>
            <a:cxnLst/>
            <a:rect l="l" t="t" r="r" b="b"/>
            <a:pathLst>
              <a:path w="187151" h="207057">
                <a:moveTo>
                  <a:pt x="0" y="0"/>
                </a:moveTo>
                <a:lnTo>
                  <a:pt x="187151" y="80925"/>
                </a:lnTo>
                <a:lnTo>
                  <a:pt x="187151" y="125574"/>
                </a:lnTo>
                <a:lnTo>
                  <a:pt x="0" y="207057"/>
                </a:lnTo>
                <a:lnTo>
                  <a:pt x="0" y="154409"/>
                </a:lnTo>
                <a:lnTo>
                  <a:pt x="130596" y="103064"/>
                </a:lnTo>
                <a:lnTo>
                  <a:pt x="0" y="5227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350"/>
          </a:p>
        </p:txBody>
      </p:sp>
      <p:sp>
        <p:nvSpPr>
          <p:cNvPr id="14" name="Forma libre: forma 17">
            <a:extLst>
              <a:ext uri="{FF2B5EF4-FFF2-40B4-BE49-F238E27FC236}">
                <a16:creationId xmlns:a16="http://schemas.microsoft.com/office/drawing/2014/main" id="{AEAA6F10-C407-4622-AF96-B2605139D86B}"/>
              </a:ext>
            </a:extLst>
          </p:cNvPr>
          <p:cNvSpPr/>
          <p:nvPr userDrawn="1"/>
        </p:nvSpPr>
        <p:spPr>
          <a:xfrm>
            <a:off x="4742397" y="3685063"/>
            <a:ext cx="187151" cy="207057"/>
          </a:xfrm>
          <a:custGeom>
            <a:avLst/>
            <a:gdLst/>
            <a:ahLst/>
            <a:cxnLst/>
            <a:rect l="l" t="t" r="r" b="b"/>
            <a:pathLst>
              <a:path w="187151" h="207057">
                <a:moveTo>
                  <a:pt x="0" y="0"/>
                </a:moveTo>
                <a:lnTo>
                  <a:pt x="187151" y="80925"/>
                </a:lnTo>
                <a:lnTo>
                  <a:pt x="187151" y="125574"/>
                </a:lnTo>
                <a:lnTo>
                  <a:pt x="0" y="207057"/>
                </a:lnTo>
                <a:lnTo>
                  <a:pt x="0" y="154409"/>
                </a:lnTo>
                <a:lnTo>
                  <a:pt x="130596" y="103064"/>
                </a:lnTo>
                <a:lnTo>
                  <a:pt x="0" y="5227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pic>
        <p:nvPicPr>
          <p:cNvPr id="19" name="Gráfico 8">
            <a:extLst>
              <a:ext uri="{FF2B5EF4-FFF2-40B4-BE49-F238E27FC236}">
                <a16:creationId xmlns:a16="http://schemas.microsoft.com/office/drawing/2014/main" id="{AC1B0227-D6EB-4F05-832D-EB54916F795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643" y="6262328"/>
            <a:ext cx="1219200" cy="160203"/>
          </a:xfrm>
          <a:prstGeom prst="rect">
            <a:avLst/>
          </a:prstGeom>
          <a:noFill/>
          <a:ln>
            <a:noFill/>
          </a:ln>
        </p:spPr>
      </p:pic>
    </p:spTree>
    <p:extLst>
      <p:ext uri="{BB962C8B-B14F-4D97-AF65-F5344CB8AC3E}">
        <p14:creationId xmlns:p14="http://schemas.microsoft.com/office/powerpoint/2010/main" val="389274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hank you - Contact ">
    <p:spTree>
      <p:nvGrpSpPr>
        <p:cNvPr id="1" name=""/>
        <p:cNvGrpSpPr/>
        <p:nvPr/>
      </p:nvGrpSpPr>
      <p:grpSpPr>
        <a:xfrm>
          <a:off x="0" y="0"/>
          <a:ext cx="0" cy="0"/>
          <a:chOff x="0" y="0"/>
          <a:chExt cx="0" cy="0"/>
        </a:xfrm>
      </p:grpSpPr>
      <p:sp>
        <p:nvSpPr>
          <p:cNvPr id="19" name="Forma libre: forma 18">
            <a:extLst>
              <a:ext uri="{FF2B5EF4-FFF2-40B4-BE49-F238E27FC236}">
                <a16:creationId xmlns:a16="http://schemas.microsoft.com/office/drawing/2014/main" id="{B61CF4CC-ED27-4967-A11A-B838DFD4D9A3}"/>
              </a:ext>
            </a:extLst>
          </p:cNvPr>
          <p:cNvSpPr/>
          <p:nvPr/>
        </p:nvSpPr>
        <p:spPr>
          <a:xfrm>
            <a:off x="0" y="5229922"/>
            <a:ext cx="12192000" cy="1628078"/>
          </a:xfrm>
          <a:custGeom>
            <a:avLst/>
            <a:gdLst>
              <a:gd name="connsiteX0" fmla="*/ 8943278 w 12192000"/>
              <a:gd name="connsiteY0" fmla="*/ 0 h 1628078"/>
              <a:gd name="connsiteX1" fmla="*/ 12192000 w 12192000"/>
              <a:gd name="connsiteY1" fmla="*/ 0 h 1628078"/>
              <a:gd name="connsiteX2" fmla="*/ 12192000 w 12192000"/>
              <a:gd name="connsiteY2" fmla="*/ 1628078 h 1628078"/>
              <a:gd name="connsiteX3" fmla="*/ 0 w 12192000"/>
              <a:gd name="connsiteY3" fmla="*/ 1628078 h 1628078"/>
              <a:gd name="connsiteX4" fmla="*/ 0 w 12192000"/>
              <a:gd name="connsiteY4" fmla="*/ 1226634 h 1628078"/>
              <a:gd name="connsiteX5" fmla="*/ 8943278 w 12192000"/>
              <a:gd name="connsiteY5" fmla="*/ 1226634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1628078">
                <a:moveTo>
                  <a:pt x="8943278" y="0"/>
                </a:moveTo>
                <a:lnTo>
                  <a:pt x="12192000" y="0"/>
                </a:lnTo>
                <a:lnTo>
                  <a:pt x="12192000" y="1628078"/>
                </a:lnTo>
                <a:lnTo>
                  <a:pt x="0" y="1628078"/>
                </a:lnTo>
                <a:lnTo>
                  <a:pt x="0" y="1226634"/>
                </a:lnTo>
                <a:lnTo>
                  <a:pt x="8943278" y="1226634"/>
                </a:lnTo>
                <a:close/>
              </a:path>
            </a:pathLst>
          </a:cu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350"/>
          </a:p>
        </p:txBody>
      </p:sp>
      <p:sp>
        <p:nvSpPr>
          <p:cNvPr id="23" name="CuadroTexto 22">
            <a:extLst>
              <a:ext uri="{FF2B5EF4-FFF2-40B4-BE49-F238E27FC236}">
                <a16:creationId xmlns:a16="http://schemas.microsoft.com/office/drawing/2014/main" id="{B163354C-97AE-4FC8-BF01-B7FCA9B2C7C0}"/>
              </a:ext>
            </a:extLst>
          </p:cNvPr>
          <p:cNvSpPr txBox="1"/>
          <p:nvPr/>
        </p:nvSpPr>
        <p:spPr>
          <a:xfrm>
            <a:off x="719289" y="1945649"/>
            <a:ext cx="3365479" cy="900246"/>
          </a:xfrm>
          <a:prstGeom prst="rect">
            <a:avLst/>
          </a:prstGeom>
          <a:noFill/>
        </p:spPr>
        <p:txBody>
          <a:bodyPr wrap="square" rtlCol="0">
            <a:spAutoFit/>
          </a:bodyPr>
          <a:lstStyle/>
          <a:p>
            <a:r>
              <a:rPr lang="en-US" sz="1050" dirty="0">
                <a:solidFill>
                  <a:schemeClr val="tx2"/>
                </a:solidFill>
              </a:rPr>
              <a:t>Our purpose is to help people </a:t>
            </a:r>
            <a:br>
              <a:rPr lang="en-US" sz="1050" dirty="0">
                <a:solidFill>
                  <a:schemeClr val="tx2"/>
                </a:solidFill>
              </a:rPr>
            </a:br>
            <a:r>
              <a:rPr lang="en-US" sz="1050" dirty="0">
                <a:solidFill>
                  <a:schemeClr val="tx2"/>
                </a:solidFill>
              </a:rPr>
              <a:t>and business prosper.</a:t>
            </a:r>
          </a:p>
          <a:p>
            <a:endParaRPr lang="en-US" sz="1050" dirty="0">
              <a:solidFill>
                <a:schemeClr val="tx2"/>
              </a:solidFill>
            </a:endParaRPr>
          </a:p>
          <a:p>
            <a:r>
              <a:rPr lang="en-US" sz="1050" dirty="0">
                <a:solidFill>
                  <a:schemeClr val="tx2"/>
                </a:solidFill>
              </a:rPr>
              <a:t>Our culture is based on believing </a:t>
            </a:r>
            <a:br>
              <a:rPr lang="en-US" sz="1050" dirty="0">
                <a:solidFill>
                  <a:schemeClr val="tx2"/>
                </a:solidFill>
              </a:rPr>
            </a:br>
            <a:r>
              <a:rPr lang="en-US" sz="1050" dirty="0">
                <a:solidFill>
                  <a:schemeClr val="tx2"/>
                </a:solidFill>
              </a:rPr>
              <a:t>that everything we do should be:</a:t>
            </a:r>
          </a:p>
        </p:txBody>
      </p:sp>
      <p:sp>
        <p:nvSpPr>
          <p:cNvPr id="28" name="CuadroTexto 27">
            <a:extLst>
              <a:ext uri="{FF2B5EF4-FFF2-40B4-BE49-F238E27FC236}">
                <a16:creationId xmlns:a16="http://schemas.microsoft.com/office/drawing/2014/main" id="{68E35268-345F-47C7-ADB2-CE92421E8EED}"/>
              </a:ext>
            </a:extLst>
          </p:cNvPr>
          <p:cNvSpPr txBox="1"/>
          <p:nvPr/>
        </p:nvSpPr>
        <p:spPr>
          <a:xfrm>
            <a:off x="721506" y="628193"/>
            <a:ext cx="3365479" cy="553998"/>
          </a:xfrm>
          <a:prstGeom prst="rect">
            <a:avLst/>
          </a:prstGeom>
          <a:noFill/>
        </p:spPr>
        <p:txBody>
          <a:bodyPr wrap="square" rtlCol="0">
            <a:spAutoFit/>
          </a:bodyPr>
          <a:lstStyle/>
          <a:p>
            <a:r>
              <a:rPr lang="es-ES" sz="3000" dirty="0" err="1">
                <a:solidFill>
                  <a:schemeClr val="accent1"/>
                </a:solidFill>
              </a:rPr>
              <a:t>Thank</a:t>
            </a:r>
            <a:r>
              <a:rPr lang="es-ES" sz="3000" dirty="0">
                <a:solidFill>
                  <a:schemeClr val="accent1"/>
                </a:solidFill>
              </a:rPr>
              <a:t> </a:t>
            </a:r>
            <a:r>
              <a:rPr lang="es-ES" sz="3000" dirty="0" err="1">
                <a:solidFill>
                  <a:schemeClr val="accent1"/>
                </a:solidFill>
              </a:rPr>
              <a:t>You</a:t>
            </a:r>
            <a:r>
              <a:rPr lang="es-ES" sz="3000" dirty="0">
                <a:solidFill>
                  <a:schemeClr val="accent1"/>
                </a:solidFill>
              </a:rPr>
              <a:t>.</a:t>
            </a:r>
          </a:p>
        </p:txBody>
      </p:sp>
      <p:sp>
        <p:nvSpPr>
          <p:cNvPr id="31" name="Forma libre: forma 30">
            <a:extLst>
              <a:ext uri="{FF2B5EF4-FFF2-40B4-BE49-F238E27FC236}">
                <a16:creationId xmlns:a16="http://schemas.microsoft.com/office/drawing/2014/main" id="{073BDF73-2FC7-4E8C-B95B-B68B9F5D3BE9}"/>
              </a:ext>
            </a:extLst>
          </p:cNvPr>
          <p:cNvSpPr/>
          <p:nvPr/>
        </p:nvSpPr>
        <p:spPr>
          <a:xfrm>
            <a:off x="1" y="5229922"/>
            <a:ext cx="12196689" cy="1628078"/>
          </a:xfrm>
          <a:custGeom>
            <a:avLst/>
            <a:gdLst>
              <a:gd name="connsiteX0" fmla="*/ 8932985 w 12196689"/>
              <a:gd name="connsiteY0" fmla="*/ 0 h 1628078"/>
              <a:gd name="connsiteX1" fmla="*/ 12196689 w 12196689"/>
              <a:gd name="connsiteY1" fmla="*/ 0 h 1628078"/>
              <a:gd name="connsiteX2" fmla="*/ 12196689 w 12196689"/>
              <a:gd name="connsiteY2" fmla="*/ 1628078 h 1628078"/>
              <a:gd name="connsiteX3" fmla="*/ 0 w 12196689"/>
              <a:gd name="connsiteY3" fmla="*/ 1628078 h 1628078"/>
              <a:gd name="connsiteX4" fmla="*/ 0 w 12196689"/>
              <a:gd name="connsiteY4" fmla="*/ 1213081 h 1628078"/>
              <a:gd name="connsiteX5" fmla="*/ 8932985 w 12196689"/>
              <a:gd name="connsiteY5" fmla="*/ 1213081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6689" h="1628078">
                <a:moveTo>
                  <a:pt x="8932985" y="0"/>
                </a:moveTo>
                <a:lnTo>
                  <a:pt x="12196689" y="0"/>
                </a:lnTo>
                <a:lnTo>
                  <a:pt x="12196689" y="1628078"/>
                </a:lnTo>
                <a:lnTo>
                  <a:pt x="0" y="1628078"/>
                </a:lnTo>
                <a:lnTo>
                  <a:pt x="0" y="1213081"/>
                </a:lnTo>
                <a:lnTo>
                  <a:pt x="8932985" y="121308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s-ES" sz="1350"/>
          </a:p>
        </p:txBody>
      </p:sp>
      <p:sp>
        <p:nvSpPr>
          <p:cNvPr id="14" name="Forma libre: forma 18">
            <a:extLst>
              <a:ext uri="{FF2B5EF4-FFF2-40B4-BE49-F238E27FC236}">
                <a16:creationId xmlns:a16="http://schemas.microsoft.com/office/drawing/2014/main" id="{B61CF4CC-ED27-4967-A11A-B838DFD4D9A3}"/>
              </a:ext>
            </a:extLst>
          </p:cNvPr>
          <p:cNvSpPr/>
          <p:nvPr userDrawn="1"/>
        </p:nvSpPr>
        <p:spPr>
          <a:xfrm>
            <a:off x="0" y="5229922"/>
            <a:ext cx="12192000" cy="1628078"/>
          </a:xfrm>
          <a:custGeom>
            <a:avLst/>
            <a:gdLst>
              <a:gd name="connsiteX0" fmla="*/ 8943278 w 12192000"/>
              <a:gd name="connsiteY0" fmla="*/ 0 h 1628078"/>
              <a:gd name="connsiteX1" fmla="*/ 12192000 w 12192000"/>
              <a:gd name="connsiteY1" fmla="*/ 0 h 1628078"/>
              <a:gd name="connsiteX2" fmla="*/ 12192000 w 12192000"/>
              <a:gd name="connsiteY2" fmla="*/ 1628078 h 1628078"/>
              <a:gd name="connsiteX3" fmla="*/ 0 w 12192000"/>
              <a:gd name="connsiteY3" fmla="*/ 1628078 h 1628078"/>
              <a:gd name="connsiteX4" fmla="*/ 0 w 12192000"/>
              <a:gd name="connsiteY4" fmla="*/ 1226634 h 1628078"/>
              <a:gd name="connsiteX5" fmla="*/ 8943278 w 12192000"/>
              <a:gd name="connsiteY5" fmla="*/ 1226634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1628078">
                <a:moveTo>
                  <a:pt x="8943278" y="0"/>
                </a:moveTo>
                <a:lnTo>
                  <a:pt x="12192000" y="0"/>
                </a:lnTo>
                <a:lnTo>
                  <a:pt x="12192000" y="1628078"/>
                </a:lnTo>
                <a:lnTo>
                  <a:pt x="0" y="1628078"/>
                </a:lnTo>
                <a:lnTo>
                  <a:pt x="0" y="1226634"/>
                </a:lnTo>
                <a:lnTo>
                  <a:pt x="8943278" y="1226634"/>
                </a:lnTo>
                <a:close/>
              </a:path>
            </a:pathLst>
          </a:cu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sp>
        <p:nvSpPr>
          <p:cNvPr id="29" name="Forma libre: forma 30">
            <a:extLst>
              <a:ext uri="{FF2B5EF4-FFF2-40B4-BE49-F238E27FC236}">
                <a16:creationId xmlns:a16="http://schemas.microsoft.com/office/drawing/2014/main" id="{073BDF73-2FC7-4E8C-B95B-B68B9F5D3BE9}"/>
              </a:ext>
            </a:extLst>
          </p:cNvPr>
          <p:cNvSpPr/>
          <p:nvPr userDrawn="1"/>
        </p:nvSpPr>
        <p:spPr>
          <a:xfrm>
            <a:off x="1" y="5229922"/>
            <a:ext cx="12196689" cy="1628078"/>
          </a:xfrm>
          <a:custGeom>
            <a:avLst/>
            <a:gdLst>
              <a:gd name="connsiteX0" fmla="*/ 8932985 w 12196689"/>
              <a:gd name="connsiteY0" fmla="*/ 0 h 1628078"/>
              <a:gd name="connsiteX1" fmla="*/ 12196689 w 12196689"/>
              <a:gd name="connsiteY1" fmla="*/ 0 h 1628078"/>
              <a:gd name="connsiteX2" fmla="*/ 12196689 w 12196689"/>
              <a:gd name="connsiteY2" fmla="*/ 1628078 h 1628078"/>
              <a:gd name="connsiteX3" fmla="*/ 0 w 12196689"/>
              <a:gd name="connsiteY3" fmla="*/ 1628078 h 1628078"/>
              <a:gd name="connsiteX4" fmla="*/ 0 w 12196689"/>
              <a:gd name="connsiteY4" fmla="*/ 1213081 h 1628078"/>
              <a:gd name="connsiteX5" fmla="*/ 8932985 w 12196689"/>
              <a:gd name="connsiteY5" fmla="*/ 1213081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6689" h="1628078">
                <a:moveTo>
                  <a:pt x="8932985" y="0"/>
                </a:moveTo>
                <a:lnTo>
                  <a:pt x="12196689" y="0"/>
                </a:lnTo>
                <a:lnTo>
                  <a:pt x="12196689" y="1628078"/>
                </a:lnTo>
                <a:lnTo>
                  <a:pt x="0" y="1628078"/>
                </a:lnTo>
                <a:lnTo>
                  <a:pt x="0" y="1213081"/>
                </a:lnTo>
                <a:lnTo>
                  <a:pt x="8932985" y="121308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sz="1800"/>
          </a:p>
        </p:txBody>
      </p:sp>
      <p:pic>
        <p:nvPicPr>
          <p:cNvPr id="30" name="Gráfico 8">
            <a:extLst>
              <a:ext uri="{FF2B5EF4-FFF2-40B4-BE49-F238E27FC236}">
                <a16:creationId xmlns:a16="http://schemas.microsoft.com/office/drawing/2014/main" id="{AC1B0227-D6EB-4F05-832D-EB54916F795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20236" y="5868390"/>
            <a:ext cx="2438400" cy="320406"/>
          </a:xfrm>
          <a:prstGeom prst="rect">
            <a:avLst/>
          </a:prstGeom>
          <a:noFill/>
          <a:ln>
            <a:noFill/>
          </a:ln>
        </p:spPr>
      </p:pic>
      <p:sp>
        <p:nvSpPr>
          <p:cNvPr id="32" name="Freeform: Shape 14">
            <a:extLst>
              <a:ext uri="{FF2B5EF4-FFF2-40B4-BE49-F238E27FC236}">
                <a16:creationId xmlns:a16="http://schemas.microsoft.com/office/drawing/2014/main" id="{80DAC009-2BB8-4885-AC03-9FD05C47BE65}"/>
              </a:ext>
            </a:extLst>
          </p:cNvPr>
          <p:cNvSpPr/>
          <p:nvPr userDrawn="1"/>
        </p:nvSpPr>
        <p:spPr>
          <a:xfrm>
            <a:off x="823204" y="3317616"/>
            <a:ext cx="3261563" cy="248603"/>
          </a:xfrm>
          <a:custGeom>
            <a:avLst/>
            <a:gdLst/>
            <a:ahLst/>
            <a:cxnLst/>
            <a:rect l="l" t="t" r="r" b="b"/>
            <a:pathLst>
              <a:path w="2446172" h="248603">
                <a:moveTo>
                  <a:pt x="2218258" y="75686"/>
                </a:moveTo>
                <a:cubicBezTo>
                  <a:pt x="2202560" y="75848"/>
                  <a:pt x="2190935" y="80359"/>
                  <a:pt x="2183385" y="89222"/>
                </a:cubicBezTo>
                <a:cubicBezTo>
                  <a:pt x="2175835" y="98084"/>
                  <a:pt x="2172083" y="110330"/>
                  <a:pt x="2172129" y="125959"/>
                </a:cubicBezTo>
                <a:cubicBezTo>
                  <a:pt x="2172037" y="140289"/>
                  <a:pt x="2175052" y="151821"/>
                  <a:pt x="2181175" y="160557"/>
                </a:cubicBezTo>
                <a:cubicBezTo>
                  <a:pt x="2187298" y="169292"/>
                  <a:pt x="2197081" y="173781"/>
                  <a:pt x="2210524" y="174023"/>
                </a:cubicBezTo>
                <a:cubicBezTo>
                  <a:pt x="2216451" y="173988"/>
                  <a:pt x="2221861" y="173090"/>
                  <a:pt x="2226752" y="171329"/>
                </a:cubicBezTo>
                <a:cubicBezTo>
                  <a:pt x="2231644" y="169568"/>
                  <a:pt x="2236086" y="167151"/>
                  <a:pt x="2240080" y="164078"/>
                </a:cubicBezTo>
                <a:lnTo>
                  <a:pt x="2240080" y="77344"/>
                </a:lnTo>
                <a:cubicBezTo>
                  <a:pt x="2236926" y="76791"/>
                  <a:pt x="2233566" y="76377"/>
                  <a:pt x="2229998" y="76101"/>
                </a:cubicBezTo>
                <a:cubicBezTo>
                  <a:pt x="2226430" y="75825"/>
                  <a:pt x="2222517" y="75686"/>
                  <a:pt x="2218258" y="75686"/>
                </a:cubicBezTo>
                <a:close/>
                <a:moveTo>
                  <a:pt x="1789633" y="75686"/>
                </a:moveTo>
                <a:cubicBezTo>
                  <a:pt x="1773935" y="75848"/>
                  <a:pt x="1762310" y="80359"/>
                  <a:pt x="1754760" y="89222"/>
                </a:cubicBezTo>
                <a:cubicBezTo>
                  <a:pt x="1747210" y="98084"/>
                  <a:pt x="1743458" y="110330"/>
                  <a:pt x="1743504" y="125959"/>
                </a:cubicBezTo>
                <a:cubicBezTo>
                  <a:pt x="1743412" y="140289"/>
                  <a:pt x="1746427" y="151821"/>
                  <a:pt x="1752550" y="160557"/>
                </a:cubicBezTo>
                <a:cubicBezTo>
                  <a:pt x="1758673" y="169292"/>
                  <a:pt x="1768456" y="173781"/>
                  <a:pt x="1781899" y="174023"/>
                </a:cubicBezTo>
                <a:cubicBezTo>
                  <a:pt x="1787826" y="173988"/>
                  <a:pt x="1793236" y="173090"/>
                  <a:pt x="1798127" y="171329"/>
                </a:cubicBezTo>
                <a:cubicBezTo>
                  <a:pt x="1803019" y="169568"/>
                  <a:pt x="1807461" y="167151"/>
                  <a:pt x="1811455" y="164078"/>
                </a:cubicBezTo>
                <a:lnTo>
                  <a:pt x="1811455" y="77344"/>
                </a:lnTo>
                <a:cubicBezTo>
                  <a:pt x="1808302" y="76791"/>
                  <a:pt x="1804941" y="76377"/>
                  <a:pt x="1801373" y="76101"/>
                </a:cubicBezTo>
                <a:cubicBezTo>
                  <a:pt x="1797805" y="75825"/>
                  <a:pt x="1793892" y="75686"/>
                  <a:pt x="1789633" y="75686"/>
                </a:cubicBezTo>
                <a:close/>
                <a:moveTo>
                  <a:pt x="1469508" y="75686"/>
                </a:moveTo>
                <a:cubicBezTo>
                  <a:pt x="1455466" y="75859"/>
                  <a:pt x="1445085" y="80210"/>
                  <a:pt x="1438363" y="88738"/>
                </a:cubicBezTo>
                <a:cubicBezTo>
                  <a:pt x="1431642" y="97267"/>
                  <a:pt x="1428304" y="108937"/>
                  <a:pt x="1428350" y="123750"/>
                </a:cubicBezTo>
                <a:cubicBezTo>
                  <a:pt x="1428460" y="140663"/>
                  <a:pt x="1432108" y="153104"/>
                  <a:pt x="1439296" y="161075"/>
                </a:cubicBezTo>
                <a:cubicBezTo>
                  <a:pt x="1446483" y="169045"/>
                  <a:pt x="1456554" y="172993"/>
                  <a:pt x="1469508" y="172918"/>
                </a:cubicBezTo>
                <a:cubicBezTo>
                  <a:pt x="1483031" y="172762"/>
                  <a:pt x="1493136" y="168446"/>
                  <a:pt x="1499823" y="159970"/>
                </a:cubicBezTo>
                <a:cubicBezTo>
                  <a:pt x="1506510" y="151493"/>
                  <a:pt x="1509848" y="139788"/>
                  <a:pt x="1509836" y="124855"/>
                </a:cubicBezTo>
                <a:cubicBezTo>
                  <a:pt x="1509710" y="108062"/>
                  <a:pt x="1506096" y="95655"/>
                  <a:pt x="1498995" y="87633"/>
                </a:cubicBezTo>
                <a:cubicBezTo>
                  <a:pt x="1491894" y="79611"/>
                  <a:pt x="1482064" y="75629"/>
                  <a:pt x="1469508" y="75686"/>
                </a:cubicBezTo>
                <a:close/>
                <a:moveTo>
                  <a:pt x="523075" y="75686"/>
                </a:moveTo>
                <a:cubicBezTo>
                  <a:pt x="519478" y="75698"/>
                  <a:pt x="515968" y="75882"/>
                  <a:pt x="512544" y="76239"/>
                </a:cubicBezTo>
                <a:cubicBezTo>
                  <a:pt x="509120" y="76596"/>
                  <a:pt x="505817" y="77056"/>
                  <a:pt x="502634" y="77620"/>
                </a:cubicBezTo>
                <a:lnTo>
                  <a:pt x="502634" y="169879"/>
                </a:lnTo>
                <a:cubicBezTo>
                  <a:pt x="510092" y="171859"/>
                  <a:pt x="517551" y="172872"/>
                  <a:pt x="525009" y="172918"/>
                </a:cubicBezTo>
                <a:cubicBezTo>
                  <a:pt x="540212" y="172877"/>
                  <a:pt x="551653" y="168746"/>
                  <a:pt x="559330" y="160522"/>
                </a:cubicBezTo>
                <a:cubicBezTo>
                  <a:pt x="567006" y="152299"/>
                  <a:pt x="570851" y="140225"/>
                  <a:pt x="570862" y="124302"/>
                </a:cubicBezTo>
                <a:cubicBezTo>
                  <a:pt x="571012" y="109346"/>
                  <a:pt x="567329" y="97549"/>
                  <a:pt x="559813" y="88911"/>
                </a:cubicBezTo>
                <a:cubicBezTo>
                  <a:pt x="552297" y="80273"/>
                  <a:pt x="540051" y="75865"/>
                  <a:pt x="523075" y="75686"/>
                </a:cubicBezTo>
                <a:close/>
                <a:moveTo>
                  <a:pt x="1101204" y="75134"/>
                </a:moveTo>
                <a:cubicBezTo>
                  <a:pt x="1090460" y="75163"/>
                  <a:pt x="1082185" y="78213"/>
                  <a:pt x="1076379" y="84284"/>
                </a:cubicBezTo>
                <a:cubicBezTo>
                  <a:pt x="1070572" y="90355"/>
                  <a:pt x="1067062" y="99275"/>
                  <a:pt x="1065848" y="111043"/>
                </a:cubicBezTo>
                <a:lnTo>
                  <a:pt x="1134351" y="111043"/>
                </a:lnTo>
                <a:cubicBezTo>
                  <a:pt x="1134282" y="99637"/>
                  <a:pt x="1131382" y="90821"/>
                  <a:pt x="1125650" y="84595"/>
                </a:cubicBezTo>
                <a:cubicBezTo>
                  <a:pt x="1119919" y="78368"/>
                  <a:pt x="1111770" y="75215"/>
                  <a:pt x="1101204" y="75134"/>
                </a:cubicBezTo>
                <a:close/>
                <a:moveTo>
                  <a:pt x="748779" y="75134"/>
                </a:moveTo>
                <a:cubicBezTo>
                  <a:pt x="738035" y="75163"/>
                  <a:pt x="729760" y="78213"/>
                  <a:pt x="723954" y="84284"/>
                </a:cubicBezTo>
                <a:cubicBezTo>
                  <a:pt x="718147" y="90355"/>
                  <a:pt x="714637" y="99275"/>
                  <a:pt x="713423" y="111043"/>
                </a:cubicBezTo>
                <a:lnTo>
                  <a:pt x="781926" y="111043"/>
                </a:lnTo>
                <a:cubicBezTo>
                  <a:pt x="781857" y="99637"/>
                  <a:pt x="778957" y="90821"/>
                  <a:pt x="773225" y="84595"/>
                </a:cubicBezTo>
                <a:cubicBezTo>
                  <a:pt x="767494" y="78368"/>
                  <a:pt x="759345" y="75215"/>
                  <a:pt x="748779" y="75134"/>
                </a:cubicBezTo>
                <a:close/>
                <a:moveTo>
                  <a:pt x="2301050" y="53036"/>
                </a:moveTo>
                <a:lnTo>
                  <a:pt x="2331434" y="53036"/>
                </a:lnTo>
                <a:lnTo>
                  <a:pt x="2331434" y="195568"/>
                </a:lnTo>
                <a:lnTo>
                  <a:pt x="2301050" y="195568"/>
                </a:lnTo>
                <a:close/>
                <a:moveTo>
                  <a:pt x="157925" y="53036"/>
                </a:moveTo>
                <a:lnTo>
                  <a:pt x="188309" y="53036"/>
                </a:lnTo>
                <a:lnTo>
                  <a:pt x="188309" y="195568"/>
                </a:lnTo>
                <a:lnTo>
                  <a:pt x="157925" y="195568"/>
                </a:lnTo>
                <a:close/>
                <a:moveTo>
                  <a:pt x="2419655" y="49721"/>
                </a:moveTo>
                <a:cubicBezTo>
                  <a:pt x="2424454" y="49716"/>
                  <a:pt x="2429219" y="49796"/>
                  <a:pt x="2433950" y="49963"/>
                </a:cubicBezTo>
                <a:cubicBezTo>
                  <a:pt x="2438680" y="50130"/>
                  <a:pt x="2442754" y="50418"/>
                  <a:pt x="2446172" y="50826"/>
                </a:cubicBezTo>
                <a:cubicBezTo>
                  <a:pt x="2446161" y="55534"/>
                  <a:pt x="2445908" y="60275"/>
                  <a:pt x="2445413" y="65052"/>
                </a:cubicBezTo>
                <a:cubicBezTo>
                  <a:pt x="2444918" y="69828"/>
                  <a:pt x="2444250" y="73741"/>
                  <a:pt x="2443410" y="76791"/>
                </a:cubicBezTo>
                <a:cubicBezTo>
                  <a:pt x="2439848" y="76383"/>
                  <a:pt x="2436200" y="76095"/>
                  <a:pt x="2432465" y="75928"/>
                </a:cubicBezTo>
                <a:cubicBezTo>
                  <a:pt x="2428730" y="75761"/>
                  <a:pt x="2424736" y="75681"/>
                  <a:pt x="2420484" y="75686"/>
                </a:cubicBezTo>
                <a:cubicBezTo>
                  <a:pt x="2413026" y="75686"/>
                  <a:pt x="2405567" y="76239"/>
                  <a:pt x="2398109" y="77344"/>
                </a:cubicBezTo>
                <a:lnTo>
                  <a:pt x="2398109" y="195568"/>
                </a:lnTo>
                <a:lnTo>
                  <a:pt x="2367725" y="195568"/>
                </a:lnTo>
                <a:lnTo>
                  <a:pt x="2367725" y="57456"/>
                </a:lnTo>
                <a:cubicBezTo>
                  <a:pt x="2374498" y="55200"/>
                  <a:pt x="2382635" y="53358"/>
                  <a:pt x="2392136" y="51931"/>
                </a:cubicBezTo>
                <a:cubicBezTo>
                  <a:pt x="2401637" y="50504"/>
                  <a:pt x="2410810" y="49767"/>
                  <a:pt x="2419655" y="49721"/>
                </a:cubicBezTo>
                <a:close/>
                <a:moveTo>
                  <a:pt x="2218258" y="49721"/>
                </a:moveTo>
                <a:cubicBezTo>
                  <a:pt x="2228133" y="49698"/>
                  <a:pt x="2237318" y="50297"/>
                  <a:pt x="2245812" y="51517"/>
                </a:cubicBezTo>
                <a:cubicBezTo>
                  <a:pt x="2254306" y="52737"/>
                  <a:pt x="2262523" y="54716"/>
                  <a:pt x="2270465" y="57456"/>
                </a:cubicBezTo>
                <a:lnTo>
                  <a:pt x="2270465" y="195568"/>
                </a:lnTo>
                <a:lnTo>
                  <a:pt x="2242566" y="195568"/>
                </a:lnTo>
                <a:lnTo>
                  <a:pt x="2240909" y="178995"/>
                </a:lnTo>
                <a:cubicBezTo>
                  <a:pt x="2237111" y="185141"/>
                  <a:pt x="2232069" y="189975"/>
                  <a:pt x="2225785" y="193496"/>
                </a:cubicBezTo>
                <a:cubicBezTo>
                  <a:pt x="2219501" y="197018"/>
                  <a:pt x="2211560" y="198814"/>
                  <a:pt x="2201961" y="198883"/>
                </a:cubicBezTo>
                <a:cubicBezTo>
                  <a:pt x="2183477" y="198745"/>
                  <a:pt x="2168791" y="192392"/>
                  <a:pt x="2157903" y="179823"/>
                </a:cubicBezTo>
                <a:cubicBezTo>
                  <a:pt x="2147015" y="167255"/>
                  <a:pt x="2141445" y="149300"/>
                  <a:pt x="2141191" y="125959"/>
                </a:cubicBezTo>
                <a:cubicBezTo>
                  <a:pt x="2141209" y="101514"/>
                  <a:pt x="2147665" y="82730"/>
                  <a:pt x="2160562" y="69610"/>
                </a:cubicBezTo>
                <a:cubicBezTo>
                  <a:pt x="2173458" y="56489"/>
                  <a:pt x="2192690" y="49859"/>
                  <a:pt x="2218258" y="49721"/>
                </a:cubicBezTo>
                <a:close/>
                <a:moveTo>
                  <a:pt x="1789633" y="49721"/>
                </a:moveTo>
                <a:cubicBezTo>
                  <a:pt x="1799508" y="49698"/>
                  <a:pt x="1808693" y="50297"/>
                  <a:pt x="1817187" y="51517"/>
                </a:cubicBezTo>
                <a:cubicBezTo>
                  <a:pt x="1825681" y="52737"/>
                  <a:pt x="1833899" y="54716"/>
                  <a:pt x="1841840" y="57456"/>
                </a:cubicBezTo>
                <a:lnTo>
                  <a:pt x="1841840" y="195568"/>
                </a:lnTo>
                <a:lnTo>
                  <a:pt x="1813941" y="195568"/>
                </a:lnTo>
                <a:lnTo>
                  <a:pt x="1812284" y="178995"/>
                </a:lnTo>
                <a:cubicBezTo>
                  <a:pt x="1808486" y="185141"/>
                  <a:pt x="1803445" y="189975"/>
                  <a:pt x="1797160" y="193496"/>
                </a:cubicBezTo>
                <a:cubicBezTo>
                  <a:pt x="1790876" y="197018"/>
                  <a:pt x="1782935" y="198814"/>
                  <a:pt x="1773336" y="198883"/>
                </a:cubicBezTo>
                <a:cubicBezTo>
                  <a:pt x="1754852" y="198745"/>
                  <a:pt x="1740166" y="192392"/>
                  <a:pt x="1729278" y="179823"/>
                </a:cubicBezTo>
                <a:cubicBezTo>
                  <a:pt x="1718390" y="167255"/>
                  <a:pt x="1712820" y="149300"/>
                  <a:pt x="1712567" y="125959"/>
                </a:cubicBezTo>
                <a:cubicBezTo>
                  <a:pt x="1712584" y="101514"/>
                  <a:pt x="1719041" y="82730"/>
                  <a:pt x="1731937" y="69610"/>
                </a:cubicBezTo>
                <a:cubicBezTo>
                  <a:pt x="1744833" y="56489"/>
                  <a:pt x="1764065" y="49859"/>
                  <a:pt x="1789633" y="49721"/>
                </a:cubicBezTo>
                <a:close/>
                <a:moveTo>
                  <a:pt x="1622870" y="49721"/>
                </a:moveTo>
                <a:cubicBezTo>
                  <a:pt x="1647903" y="49842"/>
                  <a:pt x="1665443" y="54503"/>
                  <a:pt x="1675491" y="63705"/>
                </a:cubicBezTo>
                <a:cubicBezTo>
                  <a:pt x="1685538" y="72907"/>
                  <a:pt x="1690372" y="85924"/>
                  <a:pt x="1689992" y="102757"/>
                </a:cubicBezTo>
                <a:lnTo>
                  <a:pt x="1689992" y="195568"/>
                </a:lnTo>
                <a:lnTo>
                  <a:pt x="1659608" y="195568"/>
                </a:lnTo>
                <a:lnTo>
                  <a:pt x="1659608" y="108005"/>
                </a:lnTo>
                <a:cubicBezTo>
                  <a:pt x="1659941" y="97111"/>
                  <a:pt x="1657478" y="88997"/>
                  <a:pt x="1652219" y="83662"/>
                </a:cubicBezTo>
                <a:cubicBezTo>
                  <a:pt x="1646959" y="78328"/>
                  <a:pt x="1636900" y="75669"/>
                  <a:pt x="1622041" y="75686"/>
                </a:cubicBezTo>
                <a:cubicBezTo>
                  <a:pt x="1618416" y="75692"/>
                  <a:pt x="1614548" y="75888"/>
                  <a:pt x="1610440" y="76273"/>
                </a:cubicBezTo>
                <a:cubicBezTo>
                  <a:pt x="1606331" y="76659"/>
                  <a:pt x="1602187" y="77200"/>
                  <a:pt x="1598009" y="77896"/>
                </a:cubicBezTo>
                <a:lnTo>
                  <a:pt x="1598009" y="195568"/>
                </a:lnTo>
                <a:lnTo>
                  <a:pt x="1567625" y="195568"/>
                </a:lnTo>
                <a:lnTo>
                  <a:pt x="1567625" y="57456"/>
                </a:lnTo>
                <a:cubicBezTo>
                  <a:pt x="1577471" y="55079"/>
                  <a:pt x="1587265" y="53203"/>
                  <a:pt x="1597008" y="51828"/>
                </a:cubicBezTo>
                <a:cubicBezTo>
                  <a:pt x="1606751" y="50452"/>
                  <a:pt x="1615371" y="49750"/>
                  <a:pt x="1622870" y="49721"/>
                </a:cubicBezTo>
                <a:close/>
                <a:moveTo>
                  <a:pt x="1470336" y="49721"/>
                </a:moveTo>
                <a:cubicBezTo>
                  <a:pt x="1485815" y="49861"/>
                  <a:pt x="1498777" y="53111"/>
                  <a:pt x="1509223" y="59471"/>
                </a:cubicBezTo>
                <a:cubicBezTo>
                  <a:pt x="1519668" y="65831"/>
                  <a:pt x="1527535" y="74462"/>
                  <a:pt x="1532825" y="85365"/>
                </a:cubicBezTo>
                <a:cubicBezTo>
                  <a:pt x="1538114" y="96267"/>
                  <a:pt x="1540764" y="108602"/>
                  <a:pt x="1540774" y="122369"/>
                </a:cubicBezTo>
                <a:cubicBezTo>
                  <a:pt x="1540555" y="146705"/>
                  <a:pt x="1534018" y="165500"/>
                  <a:pt x="1521162" y="178753"/>
                </a:cubicBezTo>
                <a:cubicBezTo>
                  <a:pt x="1508306" y="192006"/>
                  <a:pt x="1490443" y="198716"/>
                  <a:pt x="1467574" y="198883"/>
                </a:cubicBezTo>
                <a:cubicBezTo>
                  <a:pt x="1452360" y="198743"/>
                  <a:pt x="1439544" y="195493"/>
                  <a:pt x="1429128" y="189133"/>
                </a:cubicBezTo>
                <a:cubicBezTo>
                  <a:pt x="1418711" y="182773"/>
                  <a:pt x="1410827" y="174142"/>
                  <a:pt x="1405475" y="163240"/>
                </a:cubicBezTo>
                <a:cubicBezTo>
                  <a:pt x="1400122" y="152337"/>
                  <a:pt x="1397435" y="140003"/>
                  <a:pt x="1397413" y="126236"/>
                </a:cubicBezTo>
                <a:cubicBezTo>
                  <a:pt x="1397655" y="101899"/>
                  <a:pt x="1404215" y="83104"/>
                  <a:pt x="1417094" y="69851"/>
                </a:cubicBezTo>
                <a:cubicBezTo>
                  <a:pt x="1429973" y="56598"/>
                  <a:pt x="1447720" y="49888"/>
                  <a:pt x="1470336" y="49721"/>
                </a:cubicBezTo>
                <a:close/>
                <a:moveTo>
                  <a:pt x="1329662" y="49721"/>
                </a:moveTo>
                <a:cubicBezTo>
                  <a:pt x="1338351" y="49704"/>
                  <a:pt x="1346454" y="50222"/>
                  <a:pt x="1353969" y="51275"/>
                </a:cubicBezTo>
                <a:cubicBezTo>
                  <a:pt x="1361485" y="52328"/>
                  <a:pt x="1368483" y="54020"/>
                  <a:pt x="1374963" y="56351"/>
                </a:cubicBezTo>
                <a:cubicBezTo>
                  <a:pt x="1374709" y="60316"/>
                  <a:pt x="1374249" y="64263"/>
                  <a:pt x="1373581" y="68194"/>
                </a:cubicBezTo>
                <a:cubicBezTo>
                  <a:pt x="1372914" y="72124"/>
                  <a:pt x="1371901" y="76279"/>
                  <a:pt x="1370543" y="80659"/>
                </a:cubicBezTo>
                <a:cubicBezTo>
                  <a:pt x="1364092" y="78604"/>
                  <a:pt x="1357589" y="77119"/>
                  <a:pt x="1351035" y="76204"/>
                </a:cubicBezTo>
                <a:cubicBezTo>
                  <a:pt x="1344480" y="75289"/>
                  <a:pt x="1337632" y="74841"/>
                  <a:pt x="1330490" y="74858"/>
                </a:cubicBezTo>
                <a:cubicBezTo>
                  <a:pt x="1321018" y="74933"/>
                  <a:pt x="1314550" y="76302"/>
                  <a:pt x="1311086" y="78967"/>
                </a:cubicBezTo>
                <a:cubicBezTo>
                  <a:pt x="1307621" y="81631"/>
                  <a:pt x="1305987" y="85141"/>
                  <a:pt x="1306182" y="89498"/>
                </a:cubicBezTo>
                <a:cubicBezTo>
                  <a:pt x="1306165" y="94504"/>
                  <a:pt x="1307926" y="98510"/>
                  <a:pt x="1311465" y="101514"/>
                </a:cubicBezTo>
                <a:cubicBezTo>
                  <a:pt x="1315004" y="104517"/>
                  <a:pt x="1320425" y="107142"/>
                  <a:pt x="1327728" y="109386"/>
                </a:cubicBezTo>
                <a:lnTo>
                  <a:pt x="1342368" y="114082"/>
                </a:lnTo>
                <a:cubicBezTo>
                  <a:pt x="1355414" y="118104"/>
                  <a:pt x="1364955" y="123456"/>
                  <a:pt x="1370992" y="130137"/>
                </a:cubicBezTo>
                <a:cubicBezTo>
                  <a:pt x="1377029" y="136819"/>
                  <a:pt x="1380009" y="145554"/>
                  <a:pt x="1379935" y="156344"/>
                </a:cubicBezTo>
                <a:cubicBezTo>
                  <a:pt x="1379865" y="169114"/>
                  <a:pt x="1375032" y="179346"/>
                  <a:pt x="1365433" y="187040"/>
                </a:cubicBezTo>
                <a:cubicBezTo>
                  <a:pt x="1355834" y="194734"/>
                  <a:pt x="1341885" y="198681"/>
                  <a:pt x="1323585" y="198883"/>
                </a:cubicBezTo>
                <a:cubicBezTo>
                  <a:pt x="1313428" y="198906"/>
                  <a:pt x="1304393" y="198169"/>
                  <a:pt x="1296480" y="196673"/>
                </a:cubicBezTo>
                <a:cubicBezTo>
                  <a:pt x="1288567" y="195177"/>
                  <a:pt x="1281397" y="192783"/>
                  <a:pt x="1274969" y="189491"/>
                </a:cubicBezTo>
                <a:cubicBezTo>
                  <a:pt x="1275245" y="183863"/>
                  <a:pt x="1275729" y="178960"/>
                  <a:pt x="1276419" y="174782"/>
                </a:cubicBezTo>
                <a:cubicBezTo>
                  <a:pt x="1277110" y="170604"/>
                  <a:pt x="1278008" y="166944"/>
                  <a:pt x="1279112" y="163802"/>
                </a:cubicBezTo>
                <a:cubicBezTo>
                  <a:pt x="1285661" y="166985"/>
                  <a:pt x="1292866" y="169390"/>
                  <a:pt x="1300727" y="171019"/>
                </a:cubicBezTo>
                <a:cubicBezTo>
                  <a:pt x="1308588" y="172647"/>
                  <a:pt x="1315931" y="173464"/>
                  <a:pt x="1322756" y="173470"/>
                </a:cubicBezTo>
                <a:cubicBezTo>
                  <a:pt x="1331497" y="173516"/>
                  <a:pt x="1338184" y="172250"/>
                  <a:pt x="1342817" y="169672"/>
                </a:cubicBezTo>
                <a:cubicBezTo>
                  <a:pt x="1347449" y="167094"/>
                  <a:pt x="1349786" y="162928"/>
                  <a:pt x="1349826" y="157173"/>
                </a:cubicBezTo>
                <a:cubicBezTo>
                  <a:pt x="1349757" y="152189"/>
                  <a:pt x="1347823" y="148345"/>
                  <a:pt x="1344025" y="145640"/>
                </a:cubicBezTo>
                <a:cubicBezTo>
                  <a:pt x="1340227" y="142936"/>
                  <a:pt x="1334979" y="140611"/>
                  <a:pt x="1328281" y="138666"/>
                </a:cubicBezTo>
                <a:lnTo>
                  <a:pt x="1314193" y="134246"/>
                </a:lnTo>
                <a:cubicBezTo>
                  <a:pt x="1300434" y="129821"/>
                  <a:pt x="1290731" y="123963"/>
                  <a:pt x="1285086" y="116671"/>
                </a:cubicBezTo>
                <a:cubicBezTo>
                  <a:pt x="1279440" y="109380"/>
                  <a:pt x="1276713" y="100691"/>
                  <a:pt x="1276903" y="90603"/>
                </a:cubicBezTo>
                <a:cubicBezTo>
                  <a:pt x="1276926" y="77781"/>
                  <a:pt x="1281368" y="67791"/>
                  <a:pt x="1290231" y="60632"/>
                </a:cubicBezTo>
                <a:cubicBezTo>
                  <a:pt x="1299093" y="53473"/>
                  <a:pt x="1312236" y="49836"/>
                  <a:pt x="1329662" y="49721"/>
                </a:cubicBezTo>
                <a:close/>
                <a:moveTo>
                  <a:pt x="1238555" y="49721"/>
                </a:moveTo>
                <a:cubicBezTo>
                  <a:pt x="1243354" y="49716"/>
                  <a:pt x="1248119" y="49796"/>
                  <a:pt x="1252850" y="49963"/>
                </a:cubicBezTo>
                <a:cubicBezTo>
                  <a:pt x="1257580" y="50130"/>
                  <a:pt x="1261654" y="50418"/>
                  <a:pt x="1265073" y="50826"/>
                </a:cubicBezTo>
                <a:cubicBezTo>
                  <a:pt x="1265061" y="55534"/>
                  <a:pt x="1264808" y="60275"/>
                  <a:pt x="1264313" y="65052"/>
                </a:cubicBezTo>
                <a:cubicBezTo>
                  <a:pt x="1263818" y="69828"/>
                  <a:pt x="1263151" y="73741"/>
                  <a:pt x="1262310" y="76791"/>
                </a:cubicBezTo>
                <a:cubicBezTo>
                  <a:pt x="1258748" y="76383"/>
                  <a:pt x="1255100" y="76095"/>
                  <a:pt x="1251365" y="75928"/>
                </a:cubicBezTo>
                <a:cubicBezTo>
                  <a:pt x="1247630" y="75761"/>
                  <a:pt x="1243636" y="75681"/>
                  <a:pt x="1239384" y="75686"/>
                </a:cubicBezTo>
                <a:cubicBezTo>
                  <a:pt x="1231926" y="75686"/>
                  <a:pt x="1224468" y="76239"/>
                  <a:pt x="1217010" y="77344"/>
                </a:cubicBezTo>
                <a:lnTo>
                  <a:pt x="1217010" y="195568"/>
                </a:lnTo>
                <a:lnTo>
                  <a:pt x="1186625" y="195568"/>
                </a:lnTo>
                <a:lnTo>
                  <a:pt x="1186625" y="57456"/>
                </a:lnTo>
                <a:cubicBezTo>
                  <a:pt x="1193398" y="55200"/>
                  <a:pt x="1201535" y="53358"/>
                  <a:pt x="1211036" y="51931"/>
                </a:cubicBezTo>
                <a:cubicBezTo>
                  <a:pt x="1220537" y="50504"/>
                  <a:pt x="1229710" y="49767"/>
                  <a:pt x="1238555" y="49721"/>
                </a:cubicBezTo>
                <a:close/>
                <a:moveTo>
                  <a:pt x="1102862" y="49721"/>
                </a:moveTo>
                <a:cubicBezTo>
                  <a:pt x="1124425" y="50182"/>
                  <a:pt x="1140204" y="56374"/>
                  <a:pt x="1150200" y="68297"/>
                </a:cubicBezTo>
                <a:cubicBezTo>
                  <a:pt x="1160196" y="80221"/>
                  <a:pt x="1165133" y="95114"/>
                  <a:pt x="1165012" y="112977"/>
                </a:cubicBezTo>
                <a:cubicBezTo>
                  <a:pt x="1165012" y="117201"/>
                  <a:pt x="1164874" y="121183"/>
                  <a:pt x="1164598" y="124924"/>
                </a:cubicBezTo>
                <a:cubicBezTo>
                  <a:pt x="1164322" y="128664"/>
                  <a:pt x="1163908" y="132508"/>
                  <a:pt x="1163355" y="136456"/>
                </a:cubicBezTo>
                <a:lnTo>
                  <a:pt x="1066400" y="136456"/>
                </a:lnTo>
                <a:cubicBezTo>
                  <a:pt x="1068288" y="148731"/>
                  <a:pt x="1072937" y="157881"/>
                  <a:pt x="1080349" y="163906"/>
                </a:cubicBezTo>
                <a:cubicBezTo>
                  <a:pt x="1087762" y="169931"/>
                  <a:pt x="1098212" y="172935"/>
                  <a:pt x="1111701" y="172918"/>
                </a:cubicBezTo>
                <a:cubicBezTo>
                  <a:pt x="1120028" y="172912"/>
                  <a:pt x="1128303" y="172026"/>
                  <a:pt x="1136527" y="170259"/>
                </a:cubicBezTo>
                <a:cubicBezTo>
                  <a:pt x="1144750" y="168492"/>
                  <a:pt x="1152680" y="165880"/>
                  <a:pt x="1160317" y="162421"/>
                </a:cubicBezTo>
                <a:cubicBezTo>
                  <a:pt x="1159758" y="166507"/>
                  <a:pt x="1159079" y="170973"/>
                  <a:pt x="1158279" y="175818"/>
                </a:cubicBezTo>
                <a:cubicBezTo>
                  <a:pt x="1157479" y="180663"/>
                  <a:pt x="1156593" y="185405"/>
                  <a:pt x="1155621" y="190044"/>
                </a:cubicBezTo>
                <a:cubicBezTo>
                  <a:pt x="1148732" y="193191"/>
                  <a:pt x="1141585" y="195459"/>
                  <a:pt x="1134179" y="196846"/>
                </a:cubicBezTo>
                <a:cubicBezTo>
                  <a:pt x="1126772" y="198233"/>
                  <a:pt x="1119004" y="198912"/>
                  <a:pt x="1110872" y="198883"/>
                </a:cubicBezTo>
                <a:cubicBezTo>
                  <a:pt x="1085494" y="198693"/>
                  <a:pt x="1066573" y="192029"/>
                  <a:pt x="1054108" y="178891"/>
                </a:cubicBezTo>
                <a:cubicBezTo>
                  <a:pt x="1041643" y="165753"/>
                  <a:pt x="1035428" y="147281"/>
                  <a:pt x="1035463" y="123473"/>
                </a:cubicBezTo>
                <a:cubicBezTo>
                  <a:pt x="1035400" y="109606"/>
                  <a:pt x="1037644" y="97135"/>
                  <a:pt x="1042194" y="86060"/>
                </a:cubicBezTo>
                <a:cubicBezTo>
                  <a:pt x="1046745" y="74986"/>
                  <a:pt x="1053982" y="66198"/>
                  <a:pt x="1063904" y="59696"/>
                </a:cubicBezTo>
                <a:cubicBezTo>
                  <a:pt x="1073826" y="53195"/>
                  <a:pt x="1086812" y="49870"/>
                  <a:pt x="1102862" y="49721"/>
                </a:cubicBezTo>
                <a:close/>
                <a:moveTo>
                  <a:pt x="750437" y="49721"/>
                </a:moveTo>
                <a:cubicBezTo>
                  <a:pt x="772000" y="50182"/>
                  <a:pt x="787779" y="56374"/>
                  <a:pt x="797775" y="68297"/>
                </a:cubicBezTo>
                <a:cubicBezTo>
                  <a:pt x="807771" y="80221"/>
                  <a:pt x="812708" y="95114"/>
                  <a:pt x="812587" y="112977"/>
                </a:cubicBezTo>
                <a:cubicBezTo>
                  <a:pt x="812587" y="117201"/>
                  <a:pt x="812449" y="121183"/>
                  <a:pt x="812173" y="124924"/>
                </a:cubicBezTo>
                <a:cubicBezTo>
                  <a:pt x="811897" y="128664"/>
                  <a:pt x="811482" y="132508"/>
                  <a:pt x="810930" y="136456"/>
                </a:cubicBezTo>
                <a:lnTo>
                  <a:pt x="713975" y="136456"/>
                </a:lnTo>
                <a:cubicBezTo>
                  <a:pt x="715863" y="148731"/>
                  <a:pt x="720512" y="157881"/>
                  <a:pt x="727924" y="163906"/>
                </a:cubicBezTo>
                <a:cubicBezTo>
                  <a:pt x="735337" y="169931"/>
                  <a:pt x="745787" y="172935"/>
                  <a:pt x="759276" y="172918"/>
                </a:cubicBezTo>
                <a:cubicBezTo>
                  <a:pt x="767603" y="172912"/>
                  <a:pt x="775878" y="172026"/>
                  <a:pt x="784102" y="170259"/>
                </a:cubicBezTo>
                <a:cubicBezTo>
                  <a:pt x="792325" y="168492"/>
                  <a:pt x="800255" y="165880"/>
                  <a:pt x="807892" y="162421"/>
                </a:cubicBezTo>
                <a:cubicBezTo>
                  <a:pt x="807333" y="166507"/>
                  <a:pt x="806654" y="170973"/>
                  <a:pt x="805854" y="175818"/>
                </a:cubicBezTo>
                <a:cubicBezTo>
                  <a:pt x="805055" y="180663"/>
                  <a:pt x="804168" y="185405"/>
                  <a:pt x="803196" y="190044"/>
                </a:cubicBezTo>
                <a:cubicBezTo>
                  <a:pt x="796307" y="193191"/>
                  <a:pt x="789160" y="195459"/>
                  <a:pt x="781754" y="196846"/>
                </a:cubicBezTo>
                <a:cubicBezTo>
                  <a:pt x="774347" y="198233"/>
                  <a:pt x="766579" y="198912"/>
                  <a:pt x="758447" y="198883"/>
                </a:cubicBezTo>
                <a:cubicBezTo>
                  <a:pt x="733069" y="198693"/>
                  <a:pt x="714148" y="192029"/>
                  <a:pt x="701683" y="178891"/>
                </a:cubicBezTo>
                <a:cubicBezTo>
                  <a:pt x="689218" y="165753"/>
                  <a:pt x="683003" y="147281"/>
                  <a:pt x="683038" y="123473"/>
                </a:cubicBezTo>
                <a:cubicBezTo>
                  <a:pt x="682975" y="109606"/>
                  <a:pt x="685219" y="97135"/>
                  <a:pt x="689769" y="86060"/>
                </a:cubicBezTo>
                <a:cubicBezTo>
                  <a:pt x="694320" y="74986"/>
                  <a:pt x="701557" y="66198"/>
                  <a:pt x="711479" y="59696"/>
                </a:cubicBezTo>
                <a:cubicBezTo>
                  <a:pt x="721401" y="53195"/>
                  <a:pt x="734387" y="49870"/>
                  <a:pt x="750437" y="49721"/>
                </a:cubicBezTo>
                <a:close/>
                <a:moveTo>
                  <a:pt x="525285" y="49721"/>
                </a:moveTo>
                <a:cubicBezTo>
                  <a:pt x="551302" y="49859"/>
                  <a:pt x="570534" y="56213"/>
                  <a:pt x="582981" y="68781"/>
                </a:cubicBezTo>
                <a:cubicBezTo>
                  <a:pt x="595429" y="81349"/>
                  <a:pt x="601609" y="99304"/>
                  <a:pt x="601523" y="122645"/>
                </a:cubicBezTo>
                <a:cubicBezTo>
                  <a:pt x="601437" y="147091"/>
                  <a:pt x="595049" y="165874"/>
                  <a:pt x="582360" y="178995"/>
                </a:cubicBezTo>
                <a:cubicBezTo>
                  <a:pt x="569671" y="192115"/>
                  <a:pt x="551198" y="198745"/>
                  <a:pt x="526942" y="198883"/>
                </a:cubicBezTo>
                <a:cubicBezTo>
                  <a:pt x="517597" y="198837"/>
                  <a:pt x="509494" y="197824"/>
                  <a:pt x="502634" y="195844"/>
                </a:cubicBezTo>
                <a:lnTo>
                  <a:pt x="502634" y="248603"/>
                </a:lnTo>
                <a:lnTo>
                  <a:pt x="472250" y="248603"/>
                </a:lnTo>
                <a:lnTo>
                  <a:pt x="472250" y="57456"/>
                </a:lnTo>
                <a:cubicBezTo>
                  <a:pt x="479587" y="55200"/>
                  <a:pt x="487908" y="53358"/>
                  <a:pt x="497213" y="51931"/>
                </a:cubicBezTo>
                <a:cubicBezTo>
                  <a:pt x="506519" y="50504"/>
                  <a:pt x="515876" y="49767"/>
                  <a:pt x="525285" y="49721"/>
                </a:cubicBezTo>
                <a:close/>
                <a:moveTo>
                  <a:pt x="283988" y="49721"/>
                </a:moveTo>
                <a:cubicBezTo>
                  <a:pt x="293788" y="49704"/>
                  <a:pt x="302432" y="50567"/>
                  <a:pt x="309919" y="52311"/>
                </a:cubicBezTo>
                <a:cubicBezTo>
                  <a:pt x="317405" y="54055"/>
                  <a:pt x="323770" y="56782"/>
                  <a:pt x="329013" y="60494"/>
                </a:cubicBezTo>
                <a:cubicBezTo>
                  <a:pt x="336925" y="57024"/>
                  <a:pt x="344924" y="54365"/>
                  <a:pt x="353010" y="52518"/>
                </a:cubicBezTo>
                <a:cubicBezTo>
                  <a:pt x="361095" y="50671"/>
                  <a:pt x="369025" y="49739"/>
                  <a:pt x="376800" y="49721"/>
                </a:cubicBezTo>
                <a:cubicBezTo>
                  <a:pt x="399813" y="49842"/>
                  <a:pt x="416006" y="54503"/>
                  <a:pt x="425381" y="63705"/>
                </a:cubicBezTo>
                <a:cubicBezTo>
                  <a:pt x="434755" y="72907"/>
                  <a:pt x="439278" y="85924"/>
                  <a:pt x="438950" y="102757"/>
                </a:cubicBezTo>
                <a:lnTo>
                  <a:pt x="438950" y="195568"/>
                </a:lnTo>
                <a:lnTo>
                  <a:pt x="408565" y="195568"/>
                </a:lnTo>
                <a:lnTo>
                  <a:pt x="408565" y="107176"/>
                </a:lnTo>
                <a:cubicBezTo>
                  <a:pt x="408715" y="96800"/>
                  <a:pt x="406137" y="88963"/>
                  <a:pt x="400831" y="83662"/>
                </a:cubicBezTo>
                <a:cubicBezTo>
                  <a:pt x="395525" y="78362"/>
                  <a:pt x="386594" y="75704"/>
                  <a:pt x="374037" y="75686"/>
                </a:cubicBezTo>
                <a:cubicBezTo>
                  <a:pt x="369031" y="75698"/>
                  <a:pt x="363990" y="76227"/>
                  <a:pt x="358914" y="77275"/>
                </a:cubicBezTo>
                <a:cubicBezTo>
                  <a:pt x="353838" y="78322"/>
                  <a:pt x="348935" y="79818"/>
                  <a:pt x="344205" y="81763"/>
                </a:cubicBezTo>
                <a:cubicBezTo>
                  <a:pt x="346093" y="87794"/>
                  <a:pt x="347013" y="94792"/>
                  <a:pt x="346967" y="102757"/>
                </a:cubicBezTo>
                <a:lnTo>
                  <a:pt x="346967" y="195568"/>
                </a:lnTo>
                <a:lnTo>
                  <a:pt x="316582" y="195568"/>
                </a:lnTo>
                <a:lnTo>
                  <a:pt x="316582" y="106900"/>
                </a:lnTo>
                <a:cubicBezTo>
                  <a:pt x="316738" y="96657"/>
                  <a:pt x="314079" y="88899"/>
                  <a:pt x="308607" y="83628"/>
                </a:cubicBezTo>
                <a:cubicBezTo>
                  <a:pt x="303134" y="78357"/>
                  <a:pt x="293915" y="75710"/>
                  <a:pt x="280949" y="75686"/>
                </a:cubicBezTo>
                <a:cubicBezTo>
                  <a:pt x="276639" y="75686"/>
                  <a:pt x="272277" y="75894"/>
                  <a:pt x="267863" y="76308"/>
                </a:cubicBezTo>
                <a:cubicBezTo>
                  <a:pt x="263450" y="76722"/>
                  <a:pt x="259157" y="77344"/>
                  <a:pt x="254984" y="78173"/>
                </a:cubicBezTo>
                <a:lnTo>
                  <a:pt x="254984" y="195568"/>
                </a:lnTo>
                <a:lnTo>
                  <a:pt x="224600" y="195568"/>
                </a:lnTo>
                <a:lnTo>
                  <a:pt x="224600" y="57456"/>
                </a:lnTo>
                <a:cubicBezTo>
                  <a:pt x="234360" y="55079"/>
                  <a:pt x="244327" y="53203"/>
                  <a:pt x="254501" y="51828"/>
                </a:cubicBezTo>
                <a:cubicBezTo>
                  <a:pt x="264675" y="50452"/>
                  <a:pt x="274504" y="49750"/>
                  <a:pt x="283988" y="49721"/>
                </a:cubicBezTo>
                <a:close/>
                <a:moveTo>
                  <a:pt x="944528" y="28452"/>
                </a:moveTo>
                <a:cubicBezTo>
                  <a:pt x="941173" y="28435"/>
                  <a:pt x="937593" y="28538"/>
                  <a:pt x="933789" y="28763"/>
                </a:cubicBezTo>
                <a:cubicBezTo>
                  <a:pt x="929986" y="28987"/>
                  <a:pt x="926199" y="29436"/>
                  <a:pt x="922430" y="30109"/>
                </a:cubicBezTo>
                <a:lnTo>
                  <a:pt x="922430" y="101375"/>
                </a:lnTo>
                <a:lnTo>
                  <a:pt x="945633" y="101375"/>
                </a:lnTo>
                <a:cubicBezTo>
                  <a:pt x="960790" y="101312"/>
                  <a:pt x="972047" y="98193"/>
                  <a:pt x="979401" y="92018"/>
                </a:cubicBezTo>
                <a:cubicBezTo>
                  <a:pt x="986756" y="85844"/>
                  <a:pt x="990416" y="76993"/>
                  <a:pt x="990381" y="65466"/>
                </a:cubicBezTo>
                <a:cubicBezTo>
                  <a:pt x="990439" y="52927"/>
                  <a:pt x="986733" y="43616"/>
                  <a:pt x="979263" y="37533"/>
                </a:cubicBezTo>
                <a:cubicBezTo>
                  <a:pt x="971793" y="31450"/>
                  <a:pt x="960215" y="28423"/>
                  <a:pt x="944528" y="28452"/>
                </a:cubicBezTo>
                <a:close/>
                <a:moveTo>
                  <a:pt x="2005917" y="4420"/>
                </a:moveTo>
                <a:lnTo>
                  <a:pt x="2120275" y="4420"/>
                </a:lnTo>
                <a:cubicBezTo>
                  <a:pt x="2119998" y="8558"/>
                  <a:pt x="2119584" y="13127"/>
                  <a:pt x="2119032" y="18128"/>
                </a:cubicBezTo>
                <a:cubicBezTo>
                  <a:pt x="2118479" y="23129"/>
                  <a:pt x="2117789" y="27767"/>
                  <a:pt x="2116960" y="32043"/>
                </a:cubicBezTo>
                <a:lnTo>
                  <a:pt x="2036855" y="32043"/>
                </a:lnTo>
                <a:lnTo>
                  <a:pt x="2036855" y="85631"/>
                </a:lnTo>
                <a:lnTo>
                  <a:pt x="2115026" y="85631"/>
                </a:lnTo>
                <a:cubicBezTo>
                  <a:pt x="2114750" y="89636"/>
                  <a:pt x="2114336" y="94124"/>
                  <a:pt x="2113783" y="99097"/>
                </a:cubicBezTo>
                <a:cubicBezTo>
                  <a:pt x="2113231" y="104069"/>
                  <a:pt x="2112540" y="108695"/>
                  <a:pt x="2111712" y="112977"/>
                </a:cubicBezTo>
                <a:lnTo>
                  <a:pt x="2036855" y="112977"/>
                </a:lnTo>
                <a:lnTo>
                  <a:pt x="2036855" y="195568"/>
                </a:lnTo>
                <a:lnTo>
                  <a:pt x="2005917" y="195568"/>
                </a:lnTo>
                <a:close/>
                <a:moveTo>
                  <a:pt x="1902809" y="2211"/>
                </a:moveTo>
                <a:lnTo>
                  <a:pt x="1902809" y="195568"/>
                </a:lnTo>
                <a:lnTo>
                  <a:pt x="1872425" y="195568"/>
                </a:lnTo>
                <a:lnTo>
                  <a:pt x="1872425" y="6630"/>
                </a:lnTo>
                <a:cubicBezTo>
                  <a:pt x="1876488" y="5479"/>
                  <a:pt x="1881345" y="4466"/>
                  <a:pt x="1886996" y="3592"/>
                </a:cubicBezTo>
                <a:cubicBezTo>
                  <a:pt x="1892647" y="2717"/>
                  <a:pt x="1897918" y="2257"/>
                  <a:pt x="1902809" y="2211"/>
                </a:cubicBezTo>
                <a:close/>
                <a:moveTo>
                  <a:pt x="655034" y="2211"/>
                </a:moveTo>
                <a:lnTo>
                  <a:pt x="655034" y="195568"/>
                </a:lnTo>
                <a:lnTo>
                  <a:pt x="624650" y="195568"/>
                </a:lnTo>
                <a:lnTo>
                  <a:pt x="624650" y="6630"/>
                </a:lnTo>
                <a:cubicBezTo>
                  <a:pt x="628712" y="5479"/>
                  <a:pt x="633569" y="4466"/>
                  <a:pt x="639221" y="3592"/>
                </a:cubicBezTo>
                <a:cubicBezTo>
                  <a:pt x="644872" y="2717"/>
                  <a:pt x="650143" y="2257"/>
                  <a:pt x="655034" y="2211"/>
                </a:cubicBezTo>
                <a:close/>
                <a:moveTo>
                  <a:pt x="943423" y="1382"/>
                </a:moveTo>
                <a:cubicBezTo>
                  <a:pt x="963261" y="1532"/>
                  <a:pt x="978921" y="4393"/>
                  <a:pt x="990401" y="9965"/>
                </a:cubicBezTo>
                <a:cubicBezTo>
                  <a:pt x="1001882" y="15538"/>
                  <a:pt x="1010032" y="22921"/>
                  <a:pt x="1014852" y="32115"/>
                </a:cubicBezTo>
                <a:cubicBezTo>
                  <a:pt x="1019673" y="41308"/>
                  <a:pt x="1022012" y="51413"/>
                  <a:pt x="1021871" y="62428"/>
                </a:cubicBezTo>
                <a:cubicBezTo>
                  <a:pt x="1021715" y="83283"/>
                  <a:pt x="1015051" y="99373"/>
                  <a:pt x="1001879" y="110698"/>
                </a:cubicBezTo>
                <a:cubicBezTo>
                  <a:pt x="988706" y="122023"/>
                  <a:pt x="969958" y="127755"/>
                  <a:pt x="945633" y="127893"/>
                </a:cubicBezTo>
                <a:lnTo>
                  <a:pt x="922430" y="127893"/>
                </a:lnTo>
                <a:lnTo>
                  <a:pt x="922430" y="195292"/>
                </a:lnTo>
                <a:lnTo>
                  <a:pt x="891492" y="195292"/>
                </a:lnTo>
                <a:lnTo>
                  <a:pt x="891492" y="6906"/>
                </a:lnTo>
                <a:cubicBezTo>
                  <a:pt x="898473" y="5347"/>
                  <a:pt x="906610" y="4046"/>
                  <a:pt x="915904" y="3005"/>
                </a:cubicBezTo>
                <a:cubicBezTo>
                  <a:pt x="925198" y="1963"/>
                  <a:pt x="934371" y="1422"/>
                  <a:pt x="943423" y="1382"/>
                </a:cubicBezTo>
                <a:close/>
                <a:moveTo>
                  <a:pt x="2316242" y="1106"/>
                </a:moveTo>
                <a:cubicBezTo>
                  <a:pt x="2321738" y="1215"/>
                  <a:pt x="2326215" y="2999"/>
                  <a:pt x="2329673" y="6458"/>
                </a:cubicBezTo>
                <a:cubicBezTo>
                  <a:pt x="2333132" y="9916"/>
                  <a:pt x="2334916" y="14393"/>
                  <a:pt x="2335025" y="19889"/>
                </a:cubicBezTo>
                <a:cubicBezTo>
                  <a:pt x="2334916" y="25385"/>
                  <a:pt x="2333132" y="29862"/>
                  <a:pt x="2329673" y="33320"/>
                </a:cubicBezTo>
                <a:cubicBezTo>
                  <a:pt x="2326215" y="36779"/>
                  <a:pt x="2321738" y="38563"/>
                  <a:pt x="2316242" y="38672"/>
                </a:cubicBezTo>
                <a:cubicBezTo>
                  <a:pt x="2310614" y="38563"/>
                  <a:pt x="2306056" y="36779"/>
                  <a:pt x="2302569" y="33320"/>
                </a:cubicBezTo>
                <a:cubicBezTo>
                  <a:pt x="2299082" y="29862"/>
                  <a:pt x="2297286" y="25385"/>
                  <a:pt x="2297183" y="19889"/>
                </a:cubicBezTo>
                <a:cubicBezTo>
                  <a:pt x="2297286" y="14393"/>
                  <a:pt x="2299082" y="9916"/>
                  <a:pt x="2302569" y="6458"/>
                </a:cubicBezTo>
                <a:cubicBezTo>
                  <a:pt x="2306056" y="2999"/>
                  <a:pt x="2310614" y="1215"/>
                  <a:pt x="2316242" y="1106"/>
                </a:cubicBezTo>
                <a:close/>
                <a:moveTo>
                  <a:pt x="173117" y="1106"/>
                </a:moveTo>
                <a:cubicBezTo>
                  <a:pt x="178613" y="1215"/>
                  <a:pt x="183090" y="2999"/>
                  <a:pt x="186549" y="6458"/>
                </a:cubicBezTo>
                <a:cubicBezTo>
                  <a:pt x="190007" y="9916"/>
                  <a:pt x="191791" y="14393"/>
                  <a:pt x="191900" y="19889"/>
                </a:cubicBezTo>
                <a:cubicBezTo>
                  <a:pt x="191791" y="25385"/>
                  <a:pt x="190007" y="29862"/>
                  <a:pt x="186549" y="33320"/>
                </a:cubicBezTo>
                <a:cubicBezTo>
                  <a:pt x="183090" y="36779"/>
                  <a:pt x="178613" y="38563"/>
                  <a:pt x="173117" y="38672"/>
                </a:cubicBezTo>
                <a:cubicBezTo>
                  <a:pt x="167489" y="38563"/>
                  <a:pt x="162931" y="36779"/>
                  <a:pt x="159444" y="33320"/>
                </a:cubicBezTo>
                <a:cubicBezTo>
                  <a:pt x="155957" y="29862"/>
                  <a:pt x="154161" y="25385"/>
                  <a:pt x="154058" y="19889"/>
                </a:cubicBezTo>
                <a:cubicBezTo>
                  <a:pt x="154161" y="14393"/>
                  <a:pt x="155957" y="9916"/>
                  <a:pt x="159444" y="6458"/>
                </a:cubicBezTo>
                <a:cubicBezTo>
                  <a:pt x="162931" y="2999"/>
                  <a:pt x="167489" y="1215"/>
                  <a:pt x="173117" y="1106"/>
                </a:cubicBezTo>
                <a:close/>
                <a:moveTo>
                  <a:pt x="68228" y="1"/>
                </a:moveTo>
                <a:cubicBezTo>
                  <a:pt x="77205" y="-11"/>
                  <a:pt x="85906" y="634"/>
                  <a:pt x="94331" y="1934"/>
                </a:cubicBezTo>
                <a:cubicBezTo>
                  <a:pt x="102756" y="3235"/>
                  <a:pt x="110904" y="5261"/>
                  <a:pt x="118777" y="8011"/>
                </a:cubicBezTo>
                <a:cubicBezTo>
                  <a:pt x="118357" y="13496"/>
                  <a:pt x="117678" y="18479"/>
                  <a:pt x="116740" y="22962"/>
                </a:cubicBezTo>
                <a:cubicBezTo>
                  <a:pt x="115802" y="27445"/>
                  <a:pt x="114639" y="31669"/>
                  <a:pt x="113252" y="35634"/>
                </a:cubicBezTo>
                <a:cubicBezTo>
                  <a:pt x="105633" y="32883"/>
                  <a:pt x="97807" y="30857"/>
                  <a:pt x="89773" y="29557"/>
                </a:cubicBezTo>
                <a:cubicBezTo>
                  <a:pt x="81740" y="28256"/>
                  <a:pt x="74466" y="27612"/>
                  <a:pt x="67951" y="27623"/>
                </a:cubicBezTo>
                <a:cubicBezTo>
                  <a:pt x="55976" y="27710"/>
                  <a:pt x="47125" y="29885"/>
                  <a:pt x="41399" y="34149"/>
                </a:cubicBezTo>
                <a:cubicBezTo>
                  <a:pt x="35673" y="38413"/>
                  <a:pt x="32831" y="44249"/>
                  <a:pt x="32871" y="51655"/>
                </a:cubicBezTo>
                <a:cubicBezTo>
                  <a:pt x="32917" y="58710"/>
                  <a:pt x="35518" y="64626"/>
                  <a:pt x="40674" y="69402"/>
                </a:cubicBezTo>
                <a:cubicBezTo>
                  <a:pt x="45831" y="74179"/>
                  <a:pt x="53266" y="78575"/>
                  <a:pt x="62979" y="82592"/>
                </a:cubicBezTo>
                <a:lnTo>
                  <a:pt x="77896" y="88945"/>
                </a:lnTo>
                <a:cubicBezTo>
                  <a:pt x="95315" y="96190"/>
                  <a:pt x="107987" y="104282"/>
                  <a:pt x="115911" y="113219"/>
                </a:cubicBezTo>
                <a:cubicBezTo>
                  <a:pt x="123835" y="122156"/>
                  <a:pt x="127737" y="133216"/>
                  <a:pt x="127616" y="146400"/>
                </a:cubicBezTo>
                <a:cubicBezTo>
                  <a:pt x="127593" y="162530"/>
                  <a:pt x="121631" y="175432"/>
                  <a:pt x="109731" y="185106"/>
                </a:cubicBezTo>
                <a:cubicBezTo>
                  <a:pt x="97830" y="194780"/>
                  <a:pt x="80128" y="199740"/>
                  <a:pt x="56626" y="199988"/>
                </a:cubicBezTo>
                <a:cubicBezTo>
                  <a:pt x="45324" y="199999"/>
                  <a:pt x="34989" y="199148"/>
                  <a:pt x="25620" y="197433"/>
                </a:cubicBezTo>
                <a:cubicBezTo>
                  <a:pt x="16251" y="195718"/>
                  <a:pt x="7711" y="193071"/>
                  <a:pt x="0" y="189491"/>
                </a:cubicBezTo>
                <a:cubicBezTo>
                  <a:pt x="271" y="183926"/>
                  <a:pt x="835" y="178966"/>
                  <a:pt x="1692" y="174610"/>
                </a:cubicBezTo>
                <a:cubicBezTo>
                  <a:pt x="2550" y="170253"/>
                  <a:pt x="3735" y="165914"/>
                  <a:pt x="5248" y="161592"/>
                </a:cubicBezTo>
                <a:cubicBezTo>
                  <a:pt x="13173" y="165183"/>
                  <a:pt x="21632" y="167877"/>
                  <a:pt x="30627" y="169672"/>
                </a:cubicBezTo>
                <a:cubicBezTo>
                  <a:pt x="39621" y="171467"/>
                  <a:pt x="48012" y="172365"/>
                  <a:pt x="55798" y="172365"/>
                </a:cubicBezTo>
                <a:cubicBezTo>
                  <a:pt x="68705" y="172359"/>
                  <a:pt x="78592" y="170299"/>
                  <a:pt x="85457" y="166185"/>
                </a:cubicBezTo>
                <a:cubicBezTo>
                  <a:pt x="92323" y="162070"/>
                  <a:pt x="95787" y="155936"/>
                  <a:pt x="95850" y="147781"/>
                </a:cubicBezTo>
                <a:cubicBezTo>
                  <a:pt x="95954" y="140030"/>
                  <a:pt x="93123" y="133642"/>
                  <a:pt x="87356" y="128618"/>
                </a:cubicBezTo>
                <a:cubicBezTo>
                  <a:pt x="81590" y="123594"/>
                  <a:pt x="72268" y="118381"/>
                  <a:pt x="59388" y="112977"/>
                </a:cubicBezTo>
                <a:lnTo>
                  <a:pt x="45301" y="106900"/>
                </a:lnTo>
                <a:cubicBezTo>
                  <a:pt x="32123" y="101473"/>
                  <a:pt x="21603" y="94510"/>
                  <a:pt x="13742" y="86010"/>
                </a:cubicBezTo>
                <a:cubicBezTo>
                  <a:pt x="5881" y="77511"/>
                  <a:pt x="1853" y="66059"/>
                  <a:pt x="1657" y="51655"/>
                </a:cubicBezTo>
                <a:cubicBezTo>
                  <a:pt x="1634" y="35726"/>
                  <a:pt x="7136" y="23181"/>
                  <a:pt x="18162" y="14019"/>
                </a:cubicBezTo>
                <a:cubicBezTo>
                  <a:pt x="29188" y="4858"/>
                  <a:pt x="45877" y="185"/>
                  <a:pt x="68228" y="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57914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le Page Photo">
    <p:spTree>
      <p:nvGrpSpPr>
        <p:cNvPr id="1" name=""/>
        <p:cNvGrpSpPr/>
        <p:nvPr/>
      </p:nvGrpSpPr>
      <p:grpSpPr>
        <a:xfrm>
          <a:off x="0" y="0"/>
          <a:ext cx="0" cy="0"/>
          <a:chOff x="0" y="0"/>
          <a:chExt cx="0" cy="0"/>
        </a:xfrm>
      </p:grpSpPr>
      <p:sp>
        <p:nvSpPr>
          <p:cNvPr id="13" name="Marcador de posición de imagen 12">
            <a:extLst>
              <a:ext uri="{FF2B5EF4-FFF2-40B4-BE49-F238E27FC236}">
                <a16:creationId xmlns:a16="http://schemas.microsoft.com/office/drawing/2014/main" id="{15C5E64B-3225-45C7-B625-CC93DD9A4117}"/>
              </a:ext>
            </a:extLst>
          </p:cNvPr>
          <p:cNvSpPr>
            <a:spLocks noGrp="1"/>
          </p:cNvSpPr>
          <p:nvPr>
            <p:ph type="pic" sz="quarter" idx="13" hasCustomPrompt="1"/>
          </p:nvPr>
        </p:nvSpPr>
        <p:spPr>
          <a:xfrm>
            <a:off x="0" y="1222376"/>
            <a:ext cx="12192000" cy="5635625"/>
          </a:xfrm>
          <a:custGeom>
            <a:avLst/>
            <a:gdLst>
              <a:gd name="connsiteX0" fmla="*/ 6096000 w 12192000"/>
              <a:gd name="connsiteY0" fmla="*/ 0 h 5635625"/>
              <a:gd name="connsiteX1" fmla="*/ 12192000 w 12192000"/>
              <a:gd name="connsiteY1" fmla="*/ 0 h 5635625"/>
              <a:gd name="connsiteX2" fmla="*/ 12192000 w 12192000"/>
              <a:gd name="connsiteY2" fmla="*/ 5635625 h 5635625"/>
              <a:gd name="connsiteX3" fmla="*/ 0 w 12192000"/>
              <a:gd name="connsiteY3" fmla="*/ 5635625 h 5635625"/>
              <a:gd name="connsiteX4" fmla="*/ 0 w 12192000"/>
              <a:gd name="connsiteY4" fmla="*/ 5222492 h 5635625"/>
              <a:gd name="connsiteX5" fmla="*/ 6096000 w 12192000"/>
              <a:gd name="connsiteY5" fmla="*/ 5222492 h 5635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5635625">
                <a:moveTo>
                  <a:pt x="6096000" y="0"/>
                </a:moveTo>
                <a:lnTo>
                  <a:pt x="12192000" y="0"/>
                </a:lnTo>
                <a:lnTo>
                  <a:pt x="12192000" y="5635625"/>
                </a:lnTo>
                <a:lnTo>
                  <a:pt x="0" y="5635625"/>
                </a:lnTo>
                <a:lnTo>
                  <a:pt x="0" y="5222492"/>
                </a:lnTo>
                <a:lnTo>
                  <a:pt x="6096000" y="5222492"/>
                </a:lnTo>
                <a:close/>
              </a:path>
            </a:pathLst>
          </a:custGeom>
        </p:spPr>
        <p:txBody>
          <a:bodyPr wrap="square">
            <a:noAutofit/>
          </a:bodyPr>
          <a:lstStyle>
            <a:lvl1pPr marL="0" indent="0" algn="r">
              <a:buFontTx/>
              <a:buNone/>
              <a:defRPr sz="1800"/>
            </a:lvl1pPr>
          </a:lstStyle>
          <a:p>
            <a:r>
              <a:rPr lang="es-ES" dirty="0" err="1"/>
              <a:t>Insert</a:t>
            </a:r>
            <a:r>
              <a:rPr lang="es-ES" dirty="0"/>
              <a:t> </a:t>
            </a:r>
            <a:r>
              <a:rPr lang="es-ES" dirty="0" err="1"/>
              <a:t>image</a:t>
            </a:r>
            <a:r>
              <a:rPr lang="es-ES" dirty="0"/>
              <a:t> </a:t>
            </a:r>
            <a:r>
              <a:rPr lang="es-ES" dirty="0" err="1"/>
              <a:t>here</a:t>
            </a:r>
            <a:endParaRPr lang="es-ES" dirty="0"/>
          </a:p>
        </p:txBody>
      </p:sp>
      <p:sp>
        <p:nvSpPr>
          <p:cNvPr id="2" name="Título 1">
            <a:extLst>
              <a:ext uri="{FF2B5EF4-FFF2-40B4-BE49-F238E27FC236}">
                <a16:creationId xmlns:a16="http://schemas.microsoft.com/office/drawing/2014/main" id="{92F305A9-DE4B-49AF-BCD4-43A65F7EB523}"/>
              </a:ext>
            </a:extLst>
          </p:cNvPr>
          <p:cNvSpPr>
            <a:spLocks noGrp="1"/>
          </p:cNvSpPr>
          <p:nvPr>
            <p:ph type="ctrTitle"/>
          </p:nvPr>
        </p:nvSpPr>
        <p:spPr>
          <a:xfrm>
            <a:off x="721745" y="1096485"/>
            <a:ext cx="4937184" cy="1407004"/>
          </a:xfrm>
        </p:spPr>
        <p:txBody>
          <a:bodyPr anchor="t">
            <a:normAutofit/>
          </a:bodyPr>
          <a:lstStyle>
            <a:lvl1pPr algn="l">
              <a:lnSpc>
                <a:spcPct val="90000"/>
              </a:lnSpc>
              <a:defRPr sz="4100">
                <a:solidFill>
                  <a:schemeClr val="accent1"/>
                </a:solidFill>
              </a:defRPr>
            </a:lvl1pPr>
          </a:lstStyle>
          <a:p>
            <a:r>
              <a:rPr lang="en-US" dirty="0"/>
              <a:t>Click to edit Master title style</a:t>
            </a:r>
            <a:endParaRPr lang="es-ES" dirty="0"/>
          </a:p>
        </p:txBody>
      </p:sp>
      <p:sp>
        <p:nvSpPr>
          <p:cNvPr id="3" name="Subtítulo 2">
            <a:extLst>
              <a:ext uri="{FF2B5EF4-FFF2-40B4-BE49-F238E27FC236}">
                <a16:creationId xmlns:a16="http://schemas.microsoft.com/office/drawing/2014/main" id="{7AB17398-CAA7-49B6-868C-44D053E7EAC0}"/>
              </a:ext>
            </a:extLst>
          </p:cNvPr>
          <p:cNvSpPr>
            <a:spLocks noGrp="1"/>
          </p:cNvSpPr>
          <p:nvPr>
            <p:ph type="subTitle" idx="1"/>
          </p:nvPr>
        </p:nvSpPr>
        <p:spPr>
          <a:xfrm>
            <a:off x="724620" y="2722142"/>
            <a:ext cx="4934309" cy="2436454"/>
          </a:xfrm>
        </p:spPr>
        <p:txBody>
          <a:bodyPr>
            <a:noAutofit/>
          </a:bodyPr>
          <a:lstStyle>
            <a:lvl1pPr marL="0" indent="0" algn="l">
              <a:lnSpc>
                <a:spcPct val="100000"/>
              </a:lnSpc>
              <a:spcBef>
                <a:spcPts val="0"/>
              </a:spcBef>
              <a:spcAft>
                <a:spcPts val="1200"/>
              </a:spcAft>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9" name="Gráfico 8">
            <a:extLst>
              <a:ext uri="{FF2B5EF4-FFF2-40B4-BE49-F238E27FC236}">
                <a16:creationId xmlns:a16="http://schemas.microsoft.com/office/drawing/2014/main" id="{9012236B-6821-499F-B6D4-F11EC0EF0CA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21979" y="5727401"/>
            <a:ext cx="1896592" cy="332588"/>
          </a:xfrm>
          <a:prstGeom prst="rect">
            <a:avLst/>
          </a:prstGeom>
        </p:spPr>
      </p:pic>
      <p:sp>
        <p:nvSpPr>
          <p:cNvPr id="17" name="Marcador de texto 16">
            <a:extLst>
              <a:ext uri="{FF2B5EF4-FFF2-40B4-BE49-F238E27FC236}">
                <a16:creationId xmlns:a16="http://schemas.microsoft.com/office/drawing/2014/main" id="{F5E5F18D-70E6-495C-A384-2EDAE0030937}"/>
              </a:ext>
            </a:extLst>
          </p:cNvPr>
          <p:cNvSpPr>
            <a:spLocks noGrp="1"/>
          </p:cNvSpPr>
          <p:nvPr>
            <p:ph type="body" sz="quarter" idx="14"/>
          </p:nvPr>
        </p:nvSpPr>
        <p:spPr>
          <a:xfrm>
            <a:off x="709650" y="333651"/>
            <a:ext cx="11177551" cy="419100"/>
          </a:xfrm>
        </p:spPr>
        <p:txBody>
          <a:bodyPr>
            <a:noAutofit/>
          </a:bodyPr>
          <a:lstStyle>
            <a:lvl1pPr marL="0" indent="0">
              <a:buNone/>
              <a:defRPr sz="1300">
                <a:solidFill>
                  <a:schemeClr val="tx2"/>
                </a:solidFill>
              </a:defRPr>
            </a:lvl1pPr>
            <a:lvl2pPr marL="457200" indent="0">
              <a:buNone/>
              <a:defRPr sz="1300">
                <a:solidFill>
                  <a:schemeClr val="tx2"/>
                </a:solidFill>
              </a:defRPr>
            </a:lvl2pPr>
            <a:lvl3pPr marL="914400" indent="0">
              <a:buNone/>
              <a:defRPr sz="1300">
                <a:solidFill>
                  <a:schemeClr val="tx2"/>
                </a:solidFill>
              </a:defRPr>
            </a:lvl3pPr>
            <a:lvl4pPr marL="1371600" indent="0">
              <a:buNone/>
              <a:defRPr sz="1300">
                <a:solidFill>
                  <a:schemeClr val="tx2"/>
                </a:solidFill>
              </a:defRPr>
            </a:lvl4pPr>
            <a:lvl5pPr marL="1828800" indent="0">
              <a:buNone/>
              <a:defRPr sz="1300">
                <a:solidFill>
                  <a:schemeClr val="tx2"/>
                </a:solidFill>
              </a:defRPr>
            </a:lvl5pPr>
          </a:lstStyle>
          <a:p>
            <a:pPr lvl="0"/>
            <a:r>
              <a:rPr lang="en-US" dirty="0"/>
              <a:t>Edit Master text styles</a:t>
            </a:r>
          </a:p>
        </p:txBody>
      </p:sp>
    </p:spTree>
    <p:extLst>
      <p:ext uri="{BB962C8B-B14F-4D97-AF65-F5344CB8AC3E}">
        <p14:creationId xmlns:p14="http://schemas.microsoft.com/office/powerpoint/2010/main" val="454916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Index">
    <p:spTree>
      <p:nvGrpSpPr>
        <p:cNvPr id="1" name=""/>
        <p:cNvGrpSpPr/>
        <p:nvPr/>
      </p:nvGrpSpPr>
      <p:grpSpPr>
        <a:xfrm>
          <a:off x="0" y="0"/>
          <a:ext cx="0" cy="0"/>
          <a:chOff x="0" y="0"/>
          <a:chExt cx="0" cy="0"/>
        </a:xfrm>
      </p:grpSpPr>
      <p:sp>
        <p:nvSpPr>
          <p:cNvPr id="6" name="Marcador de número de diapositiva 5">
            <a:extLst>
              <a:ext uri="{FF2B5EF4-FFF2-40B4-BE49-F238E27FC236}">
                <a16:creationId xmlns:a16="http://schemas.microsoft.com/office/drawing/2014/main" id="{C60B320C-F93D-45A7-B5CC-5C18ED1F85FB}"/>
              </a:ext>
            </a:extLst>
          </p:cNvPr>
          <p:cNvSpPr>
            <a:spLocks noGrp="1"/>
          </p:cNvSpPr>
          <p:nvPr>
            <p:ph type="sldNum" sz="quarter" idx="12"/>
          </p:nvPr>
        </p:nvSpPr>
        <p:spPr>
          <a:xfrm>
            <a:off x="8730845" y="6209602"/>
            <a:ext cx="2743200" cy="365125"/>
          </a:xfrm>
        </p:spPr>
        <p:txBody>
          <a:bodyPr/>
          <a:lstStyle>
            <a:lvl1pPr>
              <a:defRPr sz="1300">
                <a:solidFill>
                  <a:schemeClr val="accent1"/>
                </a:solidFill>
              </a:defRPr>
            </a:lvl1pPr>
          </a:lstStyle>
          <a:p>
            <a:fld id="{BC0D97B6-E32F-4D7D-B839-7C3B51F2640F}" type="slidenum">
              <a:rPr lang="es-ES" smtClean="0"/>
              <a:pPr/>
              <a:t>‹#›</a:t>
            </a:fld>
            <a:endParaRPr lang="es-ES" dirty="0"/>
          </a:p>
        </p:txBody>
      </p:sp>
      <p:pic>
        <p:nvPicPr>
          <p:cNvPr id="9" name="Gráfico 8">
            <a:extLst>
              <a:ext uri="{FF2B5EF4-FFF2-40B4-BE49-F238E27FC236}">
                <a16:creationId xmlns:a16="http://schemas.microsoft.com/office/drawing/2014/main" id="{AC1B0227-D6EB-4F05-832D-EB54916F795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643" y="6262328"/>
            <a:ext cx="1172108" cy="205543"/>
          </a:xfrm>
          <a:prstGeom prst="rect">
            <a:avLst/>
          </a:prstGeom>
        </p:spPr>
      </p:pic>
      <p:sp>
        <p:nvSpPr>
          <p:cNvPr id="10" name="CuadroTexto 9">
            <a:extLst>
              <a:ext uri="{FF2B5EF4-FFF2-40B4-BE49-F238E27FC236}">
                <a16:creationId xmlns:a16="http://schemas.microsoft.com/office/drawing/2014/main" id="{B3950534-FF56-4FD6-A098-D625BC54F0FA}"/>
              </a:ext>
            </a:extLst>
          </p:cNvPr>
          <p:cNvSpPr txBox="1"/>
          <p:nvPr userDrawn="1"/>
        </p:nvSpPr>
        <p:spPr>
          <a:xfrm>
            <a:off x="722534" y="312269"/>
            <a:ext cx="1849821" cy="292388"/>
          </a:xfrm>
          <a:prstGeom prst="rect">
            <a:avLst/>
          </a:prstGeom>
          <a:noFill/>
        </p:spPr>
        <p:txBody>
          <a:bodyPr wrap="square" rtlCol="0">
            <a:spAutoFit/>
          </a:bodyPr>
          <a:lstStyle/>
          <a:p>
            <a:r>
              <a:rPr lang="es-ES" sz="1300" dirty="0" err="1">
                <a:solidFill>
                  <a:schemeClr val="accent1"/>
                </a:solidFill>
              </a:rPr>
              <a:t>Index</a:t>
            </a:r>
            <a:endParaRPr lang="es-ES" sz="1300" dirty="0">
              <a:solidFill>
                <a:schemeClr val="accent1"/>
              </a:solidFill>
            </a:endParaRPr>
          </a:p>
        </p:txBody>
      </p:sp>
      <p:sp>
        <p:nvSpPr>
          <p:cNvPr id="14" name="Marcador de texto 11">
            <a:extLst>
              <a:ext uri="{FF2B5EF4-FFF2-40B4-BE49-F238E27FC236}">
                <a16:creationId xmlns:a16="http://schemas.microsoft.com/office/drawing/2014/main" id="{0CC57AA0-6C3B-4C80-BF6B-C321A960A96C}"/>
              </a:ext>
            </a:extLst>
          </p:cNvPr>
          <p:cNvSpPr>
            <a:spLocks noGrp="1"/>
          </p:cNvSpPr>
          <p:nvPr>
            <p:ph type="body" sz="quarter" idx="13"/>
          </p:nvPr>
        </p:nvSpPr>
        <p:spPr>
          <a:xfrm>
            <a:off x="832641" y="1100239"/>
            <a:ext cx="10635843" cy="4906665"/>
          </a:xfrm>
        </p:spPr>
        <p:txBody>
          <a:bodyPr>
            <a:normAutofit/>
          </a:bodyPr>
          <a:lstStyle>
            <a:lvl1pPr marL="432000" indent="-396000">
              <a:buClr>
                <a:schemeClr val="accent1"/>
              </a:buClr>
              <a:buSzPct val="45000"/>
              <a:buFont typeface="+mj-lt"/>
              <a:buAutoNum type="arabicPeriod"/>
              <a:defRPr lang="es-ES" sz="4000" b="1" kern="1200" dirty="0" smtClean="0">
                <a:solidFill>
                  <a:srgbClr val="3C3C3B"/>
                </a:solidFill>
                <a:latin typeface="+mn-lt"/>
                <a:ea typeface="+mn-ea"/>
                <a:cs typeface="+mn-cs"/>
              </a:defRPr>
            </a:lvl1pPr>
            <a:lvl2pPr marL="457200" indent="0">
              <a:buNone/>
              <a:defRPr/>
            </a:lvl2pPr>
          </a:lstStyle>
          <a:p>
            <a:pPr lvl="0"/>
            <a:r>
              <a:rPr lang="en-US" dirty="0"/>
              <a:t>Edit Master text styles</a:t>
            </a:r>
          </a:p>
        </p:txBody>
      </p:sp>
    </p:spTree>
    <p:extLst>
      <p:ext uri="{BB962C8B-B14F-4D97-AF65-F5344CB8AC3E}">
        <p14:creationId xmlns:p14="http://schemas.microsoft.com/office/powerpoint/2010/main" val="191792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Section Divider Photo">
    <p:spTree>
      <p:nvGrpSpPr>
        <p:cNvPr id="1" name=""/>
        <p:cNvGrpSpPr/>
        <p:nvPr/>
      </p:nvGrpSpPr>
      <p:grpSpPr>
        <a:xfrm>
          <a:off x="0" y="0"/>
          <a:ext cx="0" cy="0"/>
          <a:chOff x="0" y="0"/>
          <a:chExt cx="0" cy="0"/>
        </a:xfrm>
      </p:grpSpPr>
      <p:sp>
        <p:nvSpPr>
          <p:cNvPr id="12" name="Marcador de posición de imagen 11">
            <a:extLst>
              <a:ext uri="{FF2B5EF4-FFF2-40B4-BE49-F238E27FC236}">
                <a16:creationId xmlns:a16="http://schemas.microsoft.com/office/drawing/2014/main" id="{71194EF8-8B73-4F1D-8F99-CAB16E8EF906}"/>
              </a:ext>
            </a:extLst>
          </p:cNvPr>
          <p:cNvSpPr>
            <a:spLocks noGrp="1"/>
          </p:cNvSpPr>
          <p:nvPr>
            <p:ph type="pic" sz="quarter" idx="13" hasCustomPrompt="1"/>
          </p:nvPr>
        </p:nvSpPr>
        <p:spPr>
          <a:xfrm>
            <a:off x="0" y="0"/>
            <a:ext cx="10555357" cy="6858000"/>
          </a:xfrm>
          <a:custGeom>
            <a:avLst/>
            <a:gdLst>
              <a:gd name="connsiteX0" fmla="*/ 0 w 10555357"/>
              <a:gd name="connsiteY0" fmla="*/ 0 h 6858000"/>
              <a:gd name="connsiteX1" fmla="*/ 10555357 w 10555357"/>
              <a:gd name="connsiteY1" fmla="*/ 0 h 6858000"/>
              <a:gd name="connsiteX2" fmla="*/ 10555357 w 10555357"/>
              <a:gd name="connsiteY2" fmla="*/ 2822713 h 6858000"/>
              <a:gd name="connsiteX3" fmla="*/ 8925339 w 10555357"/>
              <a:gd name="connsiteY3" fmla="*/ 2822713 h 6858000"/>
              <a:gd name="connsiteX4" fmla="*/ 8925339 w 10555357"/>
              <a:gd name="connsiteY4" fmla="*/ 6858000 h 6858000"/>
              <a:gd name="connsiteX5" fmla="*/ 0 w 10555357"/>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55357" h="6858000">
                <a:moveTo>
                  <a:pt x="0" y="0"/>
                </a:moveTo>
                <a:lnTo>
                  <a:pt x="10555357" y="0"/>
                </a:lnTo>
                <a:lnTo>
                  <a:pt x="10555357" y="2822713"/>
                </a:lnTo>
                <a:lnTo>
                  <a:pt x="8925339" y="2822713"/>
                </a:lnTo>
                <a:lnTo>
                  <a:pt x="8925339" y="6858000"/>
                </a:lnTo>
                <a:lnTo>
                  <a:pt x="0" y="6858000"/>
                </a:lnTo>
                <a:close/>
              </a:path>
            </a:pathLst>
          </a:custGeom>
        </p:spPr>
        <p:txBody>
          <a:bodyPr wrap="square">
            <a:noAutofit/>
          </a:bodyPr>
          <a:lstStyle>
            <a:lvl1pPr marL="0" indent="0" algn="r">
              <a:buFontTx/>
              <a:buNone/>
              <a:defRPr sz="1800">
                <a:solidFill>
                  <a:schemeClr val="tx1">
                    <a:lumMod val="65000"/>
                    <a:lumOff val="35000"/>
                  </a:schemeClr>
                </a:solidFill>
              </a:defRPr>
            </a:lvl1pPr>
          </a:lstStyle>
          <a:p>
            <a:r>
              <a:rPr lang="es-ES" dirty="0" err="1"/>
              <a:t>Insert</a:t>
            </a:r>
            <a:r>
              <a:rPr lang="es-ES" dirty="0"/>
              <a:t> </a:t>
            </a:r>
            <a:r>
              <a:rPr lang="es-ES" dirty="0" err="1"/>
              <a:t>image</a:t>
            </a:r>
            <a:r>
              <a:rPr lang="es-ES" dirty="0"/>
              <a:t> </a:t>
            </a:r>
            <a:r>
              <a:rPr lang="es-ES" dirty="0" err="1"/>
              <a:t>here</a:t>
            </a:r>
            <a:endParaRPr lang="es-ES" dirty="0"/>
          </a:p>
        </p:txBody>
      </p:sp>
      <p:sp>
        <p:nvSpPr>
          <p:cNvPr id="2" name="Título 1">
            <a:extLst>
              <a:ext uri="{FF2B5EF4-FFF2-40B4-BE49-F238E27FC236}">
                <a16:creationId xmlns:a16="http://schemas.microsoft.com/office/drawing/2014/main" id="{B045CB15-1F44-40E1-909E-6233010BC133}"/>
              </a:ext>
            </a:extLst>
          </p:cNvPr>
          <p:cNvSpPr>
            <a:spLocks noGrp="1"/>
          </p:cNvSpPr>
          <p:nvPr>
            <p:ph type="title" hasCustomPrompt="1"/>
          </p:nvPr>
        </p:nvSpPr>
        <p:spPr>
          <a:xfrm>
            <a:off x="722519" y="626373"/>
            <a:ext cx="4386195" cy="2852737"/>
          </a:xfrm>
        </p:spPr>
        <p:txBody>
          <a:bodyPr anchor="t">
            <a:normAutofit/>
          </a:bodyPr>
          <a:lstStyle>
            <a:lvl1pPr>
              <a:lnSpc>
                <a:spcPct val="100000"/>
              </a:lnSpc>
              <a:defRPr sz="4000">
                <a:solidFill>
                  <a:schemeClr val="accent1"/>
                </a:solidFill>
              </a:defRPr>
            </a:lvl1pPr>
          </a:lstStyle>
          <a:p>
            <a:r>
              <a:rPr lang="en-US" dirty="0"/>
              <a:t>Click to edit Master title </a:t>
            </a:r>
            <a:br>
              <a:rPr lang="en-US" dirty="0"/>
            </a:br>
            <a:r>
              <a:rPr lang="en-US" dirty="0"/>
              <a:t>style</a:t>
            </a:r>
            <a:endParaRPr lang="es-ES" dirty="0"/>
          </a:p>
        </p:txBody>
      </p:sp>
      <p:sp>
        <p:nvSpPr>
          <p:cNvPr id="14" name="Marcador de texto 13">
            <a:extLst>
              <a:ext uri="{FF2B5EF4-FFF2-40B4-BE49-F238E27FC236}">
                <a16:creationId xmlns:a16="http://schemas.microsoft.com/office/drawing/2014/main" id="{6E38BAEA-EEE9-4346-9DB7-91D26BC942D7}"/>
              </a:ext>
            </a:extLst>
          </p:cNvPr>
          <p:cNvSpPr>
            <a:spLocks noGrp="1"/>
          </p:cNvSpPr>
          <p:nvPr>
            <p:ph type="body" sz="quarter" idx="14" hasCustomPrompt="1"/>
          </p:nvPr>
        </p:nvSpPr>
        <p:spPr>
          <a:xfrm>
            <a:off x="8945217" y="3270528"/>
            <a:ext cx="2958755" cy="2364961"/>
          </a:xfrm>
        </p:spPr>
        <p:txBody>
          <a:bodyPr>
            <a:noAutofit/>
          </a:bodyPr>
          <a:lstStyle>
            <a:lvl1pPr marL="0" indent="0" algn="r">
              <a:buFontTx/>
              <a:buNone/>
              <a:defRPr sz="16600">
                <a:solidFill>
                  <a:schemeClr val="accent1"/>
                </a:solidFill>
              </a:defRPr>
            </a:lvl1pPr>
            <a:lvl2pPr>
              <a:defRPr sz="13800">
                <a:solidFill>
                  <a:schemeClr val="tx1"/>
                </a:solidFill>
              </a:defRPr>
            </a:lvl2pPr>
            <a:lvl3pPr>
              <a:defRPr sz="11500">
                <a:solidFill>
                  <a:schemeClr val="tx1"/>
                </a:solidFill>
              </a:defRPr>
            </a:lvl3pPr>
            <a:lvl4pPr>
              <a:defRPr sz="9600">
                <a:solidFill>
                  <a:schemeClr val="tx1"/>
                </a:solidFill>
              </a:defRPr>
            </a:lvl4pPr>
            <a:lvl5pPr>
              <a:defRPr sz="9600">
                <a:solidFill>
                  <a:schemeClr val="tx1"/>
                </a:solidFill>
              </a:defRPr>
            </a:lvl5pPr>
          </a:lstStyle>
          <a:p>
            <a:pPr lvl="0"/>
            <a:r>
              <a:rPr lang="es-ES" dirty="0"/>
              <a:t>00</a:t>
            </a:r>
          </a:p>
        </p:txBody>
      </p:sp>
    </p:spTree>
    <p:extLst>
      <p:ext uri="{BB962C8B-B14F-4D97-AF65-F5344CB8AC3E}">
        <p14:creationId xmlns:p14="http://schemas.microsoft.com/office/powerpoint/2010/main" val="1600676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Header &amp; Content ">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B5AEF2-F43E-4C92-A186-61C1E43CE82B}"/>
              </a:ext>
            </a:extLst>
          </p:cNvPr>
          <p:cNvSpPr>
            <a:spLocks noGrp="1"/>
          </p:cNvSpPr>
          <p:nvPr>
            <p:ph type="title"/>
          </p:nvPr>
        </p:nvSpPr>
        <p:spPr>
          <a:xfrm>
            <a:off x="722244" y="1087459"/>
            <a:ext cx="5297557" cy="1606047"/>
          </a:xfrm>
        </p:spPr>
        <p:txBody>
          <a:bodyPr anchor="t">
            <a:normAutofit/>
          </a:bodyPr>
          <a:lstStyle>
            <a:lvl1pPr>
              <a:defRPr sz="3600">
                <a:solidFill>
                  <a:schemeClr val="accent1"/>
                </a:solidFill>
              </a:defRPr>
            </a:lvl1pPr>
          </a:lstStyle>
          <a:p>
            <a:r>
              <a:rPr lang="en-US" dirty="0"/>
              <a:t>Click to edit Master title style</a:t>
            </a:r>
            <a:endParaRPr lang="es-ES" dirty="0"/>
          </a:p>
        </p:txBody>
      </p:sp>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2"/>
            <a:ext cx="2743200" cy="365125"/>
          </a:xfrm>
        </p:spPr>
        <p:txBody>
          <a:bodyPr/>
          <a:lstStyle>
            <a:lvl1pPr>
              <a:defRPr sz="1300">
                <a:solidFill>
                  <a:schemeClr val="accent1"/>
                </a:solidFill>
              </a:defRPr>
            </a:lvl1pPr>
          </a:lstStyle>
          <a:p>
            <a:fld id="{BC0D97B6-E32F-4D7D-B839-7C3B51F2640F}" type="slidenum">
              <a:rPr lang="es-ES" smtClean="0"/>
              <a:pPr/>
              <a:t>‹#›</a:t>
            </a:fld>
            <a:endParaRPr lang="es-ES" dirty="0"/>
          </a:p>
        </p:txBody>
      </p:sp>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643" y="6262328"/>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5" y="337100"/>
            <a:ext cx="10758735" cy="304800"/>
          </a:xfrm>
        </p:spPr>
        <p:txBody>
          <a:bodyPr>
            <a:noAutofit/>
          </a:bodyPr>
          <a:lstStyle>
            <a:lvl1pPr marL="0" indent="0">
              <a:buFontTx/>
              <a:buNone/>
              <a:defRPr sz="1300">
                <a:solidFill>
                  <a:schemeClr val="accent1"/>
                </a:solidFill>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dirty="0"/>
              <a:t>Edit Master text styles</a:t>
            </a:r>
          </a:p>
        </p:txBody>
      </p:sp>
      <p:sp>
        <p:nvSpPr>
          <p:cNvPr id="18" name="Marcador de texto 16">
            <a:extLst>
              <a:ext uri="{FF2B5EF4-FFF2-40B4-BE49-F238E27FC236}">
                <a16:creationId xmlns:a16="http://schemas.microsoft.com/office/drawing/2014/main" id="{07C8BA77-3119-41AC-B33B-745A751CC066}"/>
              </a:ext>
            </a:extLst>
          </p:cNvPr>
          <p:cNvSpPr>
            <a:spLocks noGrp="1"/>
          </p:cNvSpPr>
          <p:nvPr>
            <p:ph type="body" sz="quarter" idx="15"/>
          </p:nvPr>
        </p:nvSpPr>
        <p:spPr>
          <a:xfrm>
            <a:off x="711025" y="3093564"/>
            <a:ext cx="5308776" cy="3083401"/>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dirty="0"/>
              <a:t>Edit Master text styles</a:t>
            </a:r>
          </a:p>
        </p:txBody>
      </p:sp>
      <p:sp>
        <p:nvSpPr>
          <p:cNvPr id="20" name="Marcador de texto 16">
            <a:extLst>
              <a:ext uri="{FF2B5EF4-FFF2-40B4-BE49-F238E27FC236}">
                <a16:creationId xmlns:a16="http://schemas.microsoft.com/office/drawing/2014/main" id="{81AA2FC0-CE4E-483D-AF92-BEA6CD796B9C}"/>
              </a:ext>
            </a:extLst>
          </p:cNvPr>
          <p:cNvSpPr>
            <a:spLocks noGrp="1"/>
          </p:cNvSpPr>
          <p:nvPr>
            <p:ph type="body" sz="quarter" idx="16"/>
          </p:nvPr>
        </p:nvSpPr>
        <p:spPr>
          <a:xfrm>
            <a:off x="6399971" y="1087458"/>
            <a:ext cx="5081004" cy="5089506"/>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dirty="0"/>
              <a:t>Edit Master text styles</a:t>
            </a:r>
          </a:p>
        </p:txBody>
      </p:sp>
    </p:spTree>
    <p:extLst>
      <p:ext uri="{BB962C8B-B14F-4D97-AF65-F5344CB8AC3E}">
        <p14:creationId xmlns:p14="http://schemas.microsoft.com/office/powerpoint/2010/main" val="2297184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Header &amp; Content 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B5AEF2-F43E-4C92-A186-61C1E43CE82B}"/>
              </a:ext>
            </a:extLst>
          </p:cNvPr>
          <p:cNvSpPr>
            <a:spLocks noGrp="1"/>
          </p:cNvSpPr>
          <p:nvPr>
            <p:ph type="title"/>
          </p:nvPr>
        </p:nvSpPr>
        <p:spPr>
          <a:xfrm>
            <a:off x="722243" y="1087459"/>
            <a:ext cx="10758733" cy="1823011"/>
          </a:xfrm>
        </p:spPr>
        <p:txBody>
          <a:bodyPr anchor="t">
            <a:noAutofit/>
          </a:bodyPr>
          <a:lstStyle>
            <a:lvl1pPr>
              <a:defRPr sz="3600">
                <a:solidFill>
                  <a:schemeClr val="accent1"/>
                </a:solidFill>
              </a:defRPr>
            </a:lvl1pPr>
          </a:lstStyle>
          <a:p>
            <a:r>
              <a:rPr lang="en-US" dirty="0"/>
              <a:t>Click to edit Master title style</a:t>
            </a:r>
            <a:endParaRPr lang="es-ES" dirty="0"/>
          </a:p>
        </p:txBody>
      </p:sp>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2"/>
            <a:ext cx="2743200" cy="365125"/>
          </a:xfrm>
        </p:spPr>
        <p:txBody>
          <a:bodyPr/>
          <a:lstStyle>
            <a:lvl1pPr>
              <a:defRPr sz="1300">
                <a:solidFill>
                  <a:schemeClr val="accent1"/>
                </a:solidFill>
              </a:defRPr>
            </a:lvl1pPr>
          </a:lstStyle>
          <a:p>
            <a:fld id="{BC0D97B6-E32F-4D7D-B839-7C3B51F2640F}" type="slidenum">
              <a:rPr lang="es-ES" smtClean="0"/>
              <a:pPr/>
              <a:t>‹#›</a:t>
            </a:fld>
            <a:endParaRPr lang="es-ES" dirty="0"/>
          </a:p>
        </p:txBody>
      </p:sp>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643" y="6262328"/>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5" y="337100"/>
            <a:ext cx="10758735" cy="304800"/>
          </a:xfrm>
        </p:spPr>
        <p:txBody>
          <a:bodyPr>
            <a:noAutofit/>
          </a:bodyPr>
          <a:lstStyle>
            <a:lvl1pPr marL="0" indent="0">
              <a:buFontTx/>
              <a:buNone/>
              <a:defRPr sz="1300">
                <a:solidFill>
                  <a:schemeClr val="accent1"/>
                </a:solidFill>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dirty="0"/>
              <a:t>Edit Master text styles</a:t>
            </a:r>
          </a:p>
        </p:txBody>
      </p:sp>
      <p:sp>
        <p:nvSpPr>
          <p:cNvPr id="12" name="Marcador de texto 16">
            <a:extLst>
              <a:ext uri="{FF2B5EF4-FFF2-40B4-BE49-F238E27FC236}">
                <a16:creationId xmlns:a16="http://schemas.microsoft.com/office/drawing/2014/main" id="{87DF9564-216B-4533-A626-FE222DEB917D}"/>
              </a:ext>
            </a:extLst>
          </p:cNvPr>
          <p:cNvSpPr>
            <a:spLocks noGrp="1"/>
          </p:cNvSpPr>
          <p:nvPr>
            <p:ph type="body" sz="quarter" idx="15"/>
          </p:nvPr>
        </p:nvSpPr>
        <p:spPr>
          <a:xfrm>
            <a:off x="711024" y="3093564"/>
            <a:ext cx="10758733" cy="3083401"/>
          </a:xfrm>
        </p:spPr>
        <p:txBody>
          <a:bodyPr numCol="2" spcCol="720000">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s-ES" dirty="0" err="1"/>
              <a:t>Edit</a:t>
            </a:r>
            <a:r>
              <a:rPr lang="es-ES" dirty="0"/>
              <a:t> Master </a:t>
            </a:r>
            <a:r>
              <a:rPr lang="es-ES" dirty="0" err="1"/>
              <a:t>text</a:t>
            </a:r>
            <a:r>
              <a:rPr lang="es-ES" dirty="0"/>
              <a:t> </a:t>
            </a:r>
            <a:r>
              <a:rPr lang="es-ES" dirty="0" err="1"/>
              <a:t>styles</a:t>
            </a:r>
            <a:endParaRPr lang="es-ES" dirty="0"/>
          </a:p>
        </p:txBody>
      </p:sp>
    </p:spTree>
    <p:extLst>
      <p:ext uri="{BB962C8B-B14F-4D97-AF65-F5344CB8AC3E}">
        <p14:creationId xmlns:p14="http://schemas.microsoft.com/office/powerpoint/2010/main" val="2284330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Call Out ">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B5AEF2-F43E-4C92-A186-61C1E43CE82B}"/>
              </a:ext>
            </a:extLst>
          </p:cNvPr>
          <p:cNvSpPr>
            <a:spLocks noGrp="1"/>
          </p:cNvSpPr>
          <p:nvPr>
            <p:ph type="title"/>
          </p:nvPr>
        </p:nvSpPr>
        <p:spPr>
          <a:xfrm>
            <a:off x="731971" y="1109761"/>
            <a:ext cx="3801119" cy="5050689"/>
          </a:xfrm>
        </p:spPr>
        <p:txBody>
          <a:bodyPr anchor="t">
            <a:noAutofit/>
          </a:bodyPr>
          <a:lstStyle>
            <a:lvl1pPr>
              <a:defRPr sz="2500" b="1">
                <a:solidFill>
                  <a:schemeClr val="accent3"/>
                </a:solidFill>
              </a:defRPr>
            </a:lvl1pPr>
          </a:lstStyle>
          <a:p>
            <a:r>
              <a:rPr lang="en-US" dirty="0"/>
              <a:t>Click to edit Master title style</a:t>
            </a:r>
            <a:endParaRPr lang="es-ES" dirty="0"/>
          </a:p>
        </p:txBody>
      </p:sp>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2"/>
            <a:ext cx="2743200" cy="365125"/>
          </a:xfrm>
        </p:spPr>
        <p:txBody>
          <a:bodyPr/>
          <a:lstStyle>
            <a:lvl1pPr>
              <a:defRPr sz="1300">
                <a:solidFill>
                  <a:schemeClr val="accent1"/>
                </a:solidFill>
              </a:defRPr>
            </a:lvl1pPr>
          </a:lstStyle>
          <a:p>
            <a:fld id="{BC0D97B6-E32F-4D7D-B839-7C3B51F2640F}" type="slidenum">
              <a:rPr lang="es-ES" smtClean="0"/>
              <a:pPr/>
              <a:t>‹#›</a:t>
            </a:fld>
            <a:endParaRPr lang="es-ES" dirty="0"/>
          </a:p>
        </p:txBody>
      </p:sp>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643" y="6262328"/>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5" y="337100"/>
            <a:ext cx="10758735" cy="304800"/>
          </a:xfrm>
        </p:spPr>
        <p:txBody>
          <a:bodyPr>
            <a:noAutofit/>
          </a:bodyPr>
          <a:lstStyle>
            <a:lvl1pPr marL="0" indent="0">
              <a:buFontTx/>
              <a:buNone/>
              <a:defRPr sz="1300">
                <a:solidFill>
                  <a:schemeClr val="accent1"/>
                </a:solidFill>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dirty="0"/>
              <a:t>Edit Master text styles</a:t>
            </a:r>
          </a:p>
        </p:txBody>
      </p:sp>
      <p:sp>
        <p:nvSpPr>
          <p:cNvPr id="12" name="Marcador de texto 16">
            <a:extLst>
              <a:ext uri="{FF2B5EF4-FFF2-40B4-BE49-F238E27FC236}">
                <a16:creationId xmlns:a16="http://schemas.microsoft.com/office/drawing/2014/main" id="{87DF9564-216B-4533-A626-FE222DEB917D}"/>
              </a:ext>
            </a:extLst>
          </p:cNvPr>
          <p:cNvSpPr>
            <a:spLocks noGrp="1"/>
          </p:cNvSpPr>
          <p:nvPr>
            <p:ph type="body" sz="quarter" idx="15"/>
          </p:nvPr>
        </p:nvSpPr>
        <p:spPr>
          <a:xfrm>
            <a:off x="4772723" y="1126274"/>
            <a:ext cx="6697035" cy="5050690"/>
          </a:xfrm>
        </p:spPr>
        <p:txBody>
          <a:bodyPr numCol="1" spcCol="0">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dirty="0"/>
              <a:t>Edit Master text styles</a:t>
            </a:r>
          </a:p>
        </p:txBody>
      </p:sp>
    </p:spTree>
    <p:extLst>
      <p:ext uri="{BB962C8B-B14F-4D97-AF65-F5344CB8AC3E}">
        <p14:creationId xmlns:p14="http://schemas.microsoft.com/office/powerpoint/2010/main" val="3521185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Content &amp; Chart  ">
    <p:spTree>
      <p:nvGrpSpPr>
        <p:cNvPr id="1" name=""/>
        <p:cNvGrpSpPr/>
        <p:nvPr/>
      </p:nvGrpSpPr>
      <p:grpSpPr>
        <a:xfrm>
          <a:off x="0" y="0"/>
          <a:ext cx="0" cy="0"/>
          <a:chOff x="0" y="0"/>
          <a:chExt cx="0" cy="0"/>
        </a:xfrm>
      </p:grpSpPr>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2"/>
            <a:ext cx="2743200" cy="365125"/>
          </a:xfrm>
        </p:spPr>
        <p:txBody>
          <a:bodyPr/>
          <a:lstStyle>
            <a:lvl1pPr>
              <a:defRPr sz="1300">
                <a:solidFill>
                  <a:schemeClr val="accent1"/>
                </a:solidFill>
              </a:defRPr>
            </a:lvl1pPr>
          </a:lstStyle>
          <a:p>
            <a:fld id="{BC0D97B6-E32F-4D7D-B839-7C3B51F2640F}" type="slidenum">
              <a:rPr lang="es-ES" smtClean="0"/>
              <a:pPr/>
              <a:t>‹#›</a:t>
            </a:fld>
            <a:endParaRPr lang="es-ES" dirty="0"/>
          </a:p>
        </p:txBody>
      </p:sp>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643" y="6262328"/>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5" y="337100"/>
            <a:ext cx="10758735" cy="304800"/>
          </a:xfrm>
        </p:spPr>
        <p:txBody>
          <a:bodyPr>
            <a:noAutofit/>
          </a:bodyPr>
          <a:lstStyle>
            <a:lvl1pPr marL="0" indent="0">
              <a:buFontTx/>
              <a:buNone/>
              <a:defRPr sz="1300">
                <a:solidFill>
                  <a:schemeClr val="accent1"/>
                </a:solidFill>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dirty="0"/>
              <a:t>Edit Master text styles</a:t>
            </a:r>
          </a:p>
        </p:txBody>
      </p:sp>
      <p:sp>
        <p:nvSpPr>
          <p:cNvPr id="9" name="Título 1">
            <a:extLst>
              <a:ext uri="{FF2B5EF4-FFF2-40B4-BE49-F238E27FC236}">
                <a16:creationId xmlns:a16="http://schemas.microsoft.com/office/drawing/2014/main" id="{3AABE934-895B-422A-B16D-773558A762E3}"/>
              </a:ext>
            </a:extLst>
          </p:cNvPr>
          <p:cNvSpPr>
            <a:spLocks noGrp="1"/>
          </p:cNvSpPr>
          <p:nvPr>
            <p:ph type="title"/>
          </p:nvPr>
        </p:nvSpPr>
        <p:spPr>
          <a:xfrm>
            <a:off x="722245" y="1087458"/>
            <a:ext cx="3911401" cy="1183132"/>
          </a:xfrm>
        </p:spPr>
        <p:txBody>
          <a:bodyPr anchor="t">
            <a:normAutofit/>
          </a:bodyPr>
          <a:lstStyle>
            <a:lvl1pPr>
              <a:defRPr sz="3600">
                <a:solidFill>
                  <a:schemeClr val="accent1"/>
                </a:solidFill>
              </a:defRPr>
            </a:lvl1pPr>
          </a:lstStyle>
          <a:p>
            <a:r>
              <a:rPr lang="en-US" dirty="0"/>
              <a:t>Click to edit Master title style</a:t>
            </a:r>
            <a:endParaRPr lang="es-ES" dirty="0"/>
          </a:p>
        </p:txBody>
      </p:sp>
      <p:sp>
        <p:nvSpPr>
          <p:cNvPr id="13" name="Marcador de texto 16">
            <a:extLst>
              <a:ext uri="{FF2B5EF4-FFF2-40B4-BE49-F238E27FC236}">
                <a16:creationId xmlns:a16="http://schemas.microsoft.com/office/drawing/2014/main" id="{3C0F691A-2EF3-4A5F-A7E8-E01ADBCA2384}"/>
              </a:ext>
            </a:extLst>
          </p:cNvPr>
          <p:cNvSpPr>
            <a:spLocks noGrp="1"/>
          </p:cNvSpPr>
          <p:nvPr>
            <p:ph type="body" sz="quarter" idx="16"/>
          </p:nvPr>
        </p:nvSpPr>
        <p:spPr>
          <a:xfrm>
            <a:off x="711026" y="2517170"/>
            <a:ext cx="3911401" cy="3659794"/>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dirty="0"/>
              <a:t>Edit Master text styles</a:t>
            </a:r>
          </a:p>
        </p:txBody>
      </p:sp>
      <p:sp>
        <p:nvSpPr>
          <p:cNvPr id="6" name="Marcador de gráfico 5">
            <a:extLst>
              <a:ext uri="{FF2B5EF4-FFF2-40B4-BE49-F238E27FC236}">
                <a16:creationId xmlns:a16="http://schemas.microsoft.com/office/drawing/2014/main" id="{2444BFBF-CC97-48FB-BE66-A28460A7384B}"/>
              </a:ext>
            </a:extLst>
          </p:cNvPr>
          <p:cNvSpPr>
            <a:spLocks noGrp="1"/>
          </p:cNvSpPr>
          <p:nvPr>
            <p:ph type="chart" sz="quarter" idx="17" hasCustomPrompt="1"/>
          </p:nvPr>
        </p:nvSpPr>
        <p:spPr>
          <a:xfrm>
            <a:off x="4797426" y="1087438"/>
            <a:ext cx="6683551" cy="5122862"/>
          </a:xfrm>
        </p:spPr>
        <p:txBody>
          <a:bodyPr>
            <a:normAutofit/>
          </a:bodyPr>
          <a:lstStyle>
            <a:lvl1pPr marL="0" indent="0" algn="ctr">
              <a:buNone/>
              <a:defRPr sz="1600"/>
            </a:lvl1pPr>
          </a:lstStyle>
          <a:p>
            <a:r>
              <a:rPr lang="es-ES" dirty="0" err="1"/>
              <a:t>Insert</a:t>
            </a:r>
            <a:r>
              <a:rPr lang="es-ES" dirty="0"/>
              <a:t> </a:t>
            </a:r>
            <a:r>
              <a:rPr lang="es-ES" dirty="0" err="1"/>
              <a:t>graphic</a:t>
            </a:r>
            <a:r>
              <a:rPr lang="es-ES" dirty="0"/>
              <a:t> </a:t>
            </a:r>
            <a:r>
              <a:rPr lang="es-ES" dirty="0" err="1"/>
              <a:t>here</a:t>
            </a:r>
            <a:endParaRPr lang="es-ES" dirty="0"/>
          </a:p>
        </p:txBody>
      </p:sp>
    </p:spTree>
    <p:extLst>
      <p:ext uri="{BB962C8B-B14F-4D97-AF65-F5344CB8AC3E}">
        <p14:creationId xmlns:p14="http://schemas.microsoft.com/office/powerpoint/2010/main" val="664214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Content &amp; Chart 2">
    <p:spTree>
      <p:nvGrpSpPr>
        <p:cNvPr id="1" name=""/>
        <p:cNvGrpSpPr/>
        <p:nvPr/>
      </p:nvGrpSpPr>
      <p:grpSpPr>
        <a:xfrm>
          <a:off x="0" y="0"/>
          <a:ext cx="0" cy="0"/>
          <a:chOff x="0" y="0"/>
          <a:chExt cx="0" cy="0"/>
        </a:xfrm>
      </p:grpSpPr>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2"/>
            <a:ext cx="2743200" cy="365125"/>
          </a:xfrm>
        </p:spPr>
        <p:txBody>
          <a:bodyPr/>
          <a:lstStyle>
            <a:lvl1pPr>
              <a:defRPr sz="1300">
                <a:solidFill>
                  <a:schemeClr val="accent1"/>
                </a:solidFill>
              </a:defRPr>
            </a:lvl1pPr>
          </a:lstStyle>
          <a:p>
            <a:fld id="{BC0D97B6-E32F-4D7D-B839-7C3B51F2640F}" type="slidenum">
              <a:rPr lang="es-ES" smtClean="0"/>
              <a:pPr/>
              <a:t>‹#›</a:t>
            </a:fld>
            <a:endParaRPr lang="es-ES" dirty="0"/>
          </a:p>
        </p:txBody>
      </p:sp>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643" y="6262328"/>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5" y="337100"/>
            <a:ext cx="10758735" cy="304800"/>
          </a:xfrm>
        </p:spPr>
        <p:txBody>
          <a:bodyPr>
            <a:noAutofit/>
          </a:bodyPr>
          <a:lstStyle>
            <a:lvl1pPr marL="0" indent="0">
              <a:buFontTx/>
              <a:buNone/>
              <a:defRPr sz="1300">
                <a:solidFill>
                  <a:schemeClr val="accent1"/>
                </a:solidFill>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dirty="0"/>
              <a:t>Edit Master text styles</a:t>
            </a:r>
          </a:p>
        </p:txBody>
      </p:sp>
      <p:sp>
        <p:nvSpPr>
          <p:cNvPr id="13" name="Marcador de texto 16">
            <a:extLst>
              <a:ext uri="{FF2B5EF4-FFF2-40B4-BE49-F238E27FC236}">
                <a16:creationId xmlns:a16="http://schemas.microsoft.com/office/drawing/2014/main" id="{3C0F691A-2EF3-4A5F-A7E8-E01ADBCA2384}"/>
              </a:ext>
            </a:extLst>
          </p:cNvPr>
          <p:cNvSpPr>
            <a:spLocks noGrp="1"/>
          </p:cNvSpPr>
          <p:nvPr>
            <p:ph type="body" sz="quarter" idx="16"/>
          </p:nvPr>
        </p:nvSpPr>
        <p:spPr>
          <a:xfrm>
            <a:off x="711026" y="1191802"/>
            <a:ext cx="3911401" cy="4985162"/>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dirty="0"/>
              <a:t>Edit Master text styles</a:t>
            </a:r>
          </a:p>
        </p:txBody>
      </p:sp>
      <p:sp>
        <p:nvSpPr>
          <p:cNvPr id="12" name="Marcador de tabla 4">
            <a:extLst>
              <a:ext uri="{FF2B5EF4-FFF2-40B4-BE49-F238E27FC236}">
                <a16:creationId xmlns:a16="http://schemas.microsoft.com/office/drawing/2014/main" id="{DF826A4E-1A0C-46D7-8327-402D7A34DE68}"/>
              </a:ext>
            </a:extLst>
          </p:cNvPr>
          <p:cNvSpPr>
            <a:spLocks noGrp="1"/>
          </p:cNvSpPr>
          <p:nvPr>
            <p:ph type="tbl" sz="quarter" idx="18" hasCustomPrompt="1"/>
          </p:nvPr>
        </p:nvSpPr>
        <p:spPr>
          <a:xfrm>
            <a:off x="4867835" y="1707776"/>
            <a:ext cx="6612965" cy="4502524"/>
          </a:xfrm>
        </p:spPr>
        <p:txBody>
          <a:bodyPr>
            <a:normAutofit/>
          </a:bodyPr>
          <a:lstStyle>
            <a:lvl1pPr marL="0" indent="0" algn="ctr">
              <a:buFontTx/>
              <a:buNone/>
              <a:defRPr lang="es-ES" sz="1200" kern="1200" smtClean="0">
                <a:solidFill>
                  <a:schemeClr val="tx2"/>
                </a:solidFill>
                <a:latin typeface="+mn-lt"/>
                <a:ea typeface="+mn-ea"/>
                <a:cs typeface="+mn-cs"/>
              </a:defRPr>
            </a:lvl1pPr>
          </a:lstStyle>
          <a:p>
            <a:r>
              <a:rPr lang="es-ES" dirty="0" err="1"/>
              <a:t>Insert</a:t>
            </a:r>
            <a:r>
              <a:rPr lang="es-ES" dirty="0"/>
              <a:t> table </a:t>
            </a:r>
            <a:r>
              <a:rPr lang="es-ES" dirty="0" err="1"/>
              <a:t>here</a:t>
            </a:r>
            <a:endParaRPr lang="es-ES" dirty="0"/>
          </a:p>
        </p:txBody>
      </p:sp>
      <p:sp>
        <p:nvSpPr>
          <p:cNvPr id="14" name="Marcador de texto 16">
            <a:extLst>
              <a:ext uri="{FF2B5EF4-FFF2-40B4-BE49-F238E27FC236}">
                <a16:creationId xmlns:a16="http://schemas.microsoft.com/office/drawing/2014/main" id="{C96F8991-1F66-478E-8C12-FB0275A2F299}"/>
              </a:ext>
            </a:extLst>
          </p:cNvPr>
          <p:cNvSpPr>
            <a:spLocks noGrp="1"/>
          </p:cNvSpPr>
          <p:nvPr>
            <p:ph type="body" sz="quarter" idx="19"/>
          </p:nvPr>
        </p:nvSpPr>
        <p:spPr>
          <a:xfrm>
            <a:off x="4867835" y="1191802"/>
            <a:ext cx="6587576" cy="381504"/>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dirty="0"/>
              <a:t>Edit Master text styles</a:t>
            </a:r>
          </a:p>
        </p:txBody>
      </p:sp>
    </p:spTree>
    <p:extLst>
      <p:ext uri="{BB962C8B-B14F-4D97-AF65-F5344CB8AC3E}">
        <p14:creationId xmlns:p14="http://schemas.microsoft.com/office/powerpoint/2010/main" val="118542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Content &amp; Chart 3 ">
    <p:spTree>
      <p:nvGrpSpPr>
        <p:cNvPr id="1" name=""/>
        <p:cNvGrpSpPr/>
        <p:nvPr/>
      </p:nvGrpSpPr>
      <p:grpSpPr>
        <a:xfrm>
          <a:off x="0" y="0"/>
          <a:ext cx="0" cy="0"/>
          <a:chOff x="0" y="0"/>
          <a:chExt cx="0" cy="0"/>
        </a:xfrm>
      </p:grpSpPr>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2"/>
            <a:ext cx="2743200" cy="365125"/>
          </a:xfrm>
        </p:spPr>
        <p:txBody>
          <a:bodyPr/>
          <a:lstStyle>
            <a:lvl1pPr>
              <a:defRPr sz="1300">
                <a:solidFill>
                  <a:schemeClr val="accent1"/>
                </a:solidFill>
              </a:defRPr>
            </a:lvl1pPr>
          </a:lstStyle>
          <a:p>
            <a:fld id="{BC0D97B6-E32F-4D7D-B839-7C3B51F2640F}" type="slidenum">
              <a:rPr lang="es-ES" smtClean="0"/>
              <a:pPr/>
              <a:t>‹#›</a:t>
            </a:fld>
            <a:endParaRPr lang="es-ES" dirty="0"/>
          </a:p>
        </p:txBody>
      </p:sp>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643" y="6262328"/>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5" y="337100"/>
            <a:ext cx="10758735" cy="304800"/>
          </a:xfrm>
        </p:spPr>
        <p:txBody>
          <a:bodyPr>
            <a:noAutofit/>
          </a:bodyPr>
          <a:lstStyle>
            <a:lvl1pPr marL="0" indent="0">
              <a:buFontTx/>
              <a:buNone/>
              <a:defRPr sz="1300">
                <a:solidFill>
                  <a:schemeClr val="accent1"/>
                </a:solidFill>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dirty="0"/>
              <a:t>Edit Master text styles</a:t>
            </a:r>
          </a:p>
        </p:txBody>
      </p:sp>
      <p:sp>
        <p:nvSpPr>
          <p:cNvPr id="13" name="Marcador de texto 16">
            <a:extLst>
              <a:ext uri="{FF2B5EF4-FFF2-40B4-BE49-F238E27FC236}">
                <a16:creationId xmlns:a16="http://schemas.microsoft.com/office/drawing/2014/main" id="{3C0F691A-2EF3-4A5F-A7E8-E01ADBCA2384}"/>
              </a:ext>
            </a:extLst>
          </p:cNvPr>
          <p:cNvSpPr>
            <a:spLocks noGrp="1"/>
          </p:cNvSpPr>
          <p:nvPr>
            <p:ph type="body" sz="quarter" idx="16"/>
          </p:nvPr>
        </p:nvSpPr>
        <p:spPr>
          <a:xfrm>
            <a:off x="711026" y="1191802"/>
            <a:ext cx="3911401" cy="657546"/>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dirty="0"/>
              <a:t>Edit Master text styles</a:t>
            </a:r>
          </a:p>
        </p:txBody>
      </p:sp>
      <p:sp>
        <p:nvSpPr>
          <p:cNvPr id="9" name="Marcador de texto 16">
            <a:extLst>
              <a:ext uri="{FF2B5EF4-FFF2-40B4-BE49-F238E27FC236}">
                <a16:creationId xmlns:a16="http://schemas.microsoft.com/office/drawing/2014/main" id="{714DD14E-5956-4FB9-8BE1-1064DD293193}"/>
              </a:ext>
            </a:extLst>
          </p:cNvPr>
          <p:cNvSpPr>
            <a:spLocks noGrp="1"/>
          </p:cNvSpPr>
          <p:nvPr>
            <p:ph type="body" sz="quarter" idx="19"/>
          </p:nvPr>
        </p:nvSpPr>
        <p:spPr>
          <a:xfrm>
            <a:off x="5024064" y="1191802"/>
            <a:ext cx="6456737" cy="657546"/>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dirty="0"/>
              <a:t>Edit Master text styles</a:t>
            </a:r>
          </a:p>
        </p:txBody>
      </p:sp>
      <p:sp>
        <p:nvSpPr>
          <p:cNvPr id="16" name="Marcador de gráfico 4">
            <a:extLst>
              <a:ext uri="{FF2B5EF4-FFF2-40B4-BE49-F238E27FC236}">
                <a16:creationId xmlns:a16="http://schemas.microsoft.com/office/drawing/2014/main" id="{9BA63F5F-FC37-4202-A6A3-A0F3EFAC9EB6}"/>
              </a:ext>
            </a:extLst>
          </p:cNvPr>
          <p:cNvSpPr>
            <a:spLocks noGrp="1"/>
          </p:cNvSpPr>
          <p:nvPr>
            <p:ph type="chart" sz="quarter" idx="20" hasCustomPrompt="1"/>
          </p:nvPr>
        </p:nvSpPr>
        <p:spPr>
          <a:xfrm>
            <a:off x="711200" y="1993900"/>
            <a:ext cx="3911600" cy="3605788"/>
          </a:xfrm>
        </p:spPr>
        <p:txBody>
          <a:bodyPr>
            <a:normAutofit/>
          </a:bodyPr>
          <a:lstStyle>
            <a:lvl1pPr marL="0" indent="0" algn="ctr">
              <a:buFontTx/>
              <a:buNone/>
              <a:defRPr sz="1400">
                <a:solidFill>
                  <a:schemeClr val="tx2"/>
                </a:solidFill>
              </a:defRPr>
            </a:lvl1pPr>
          </a:lstStyle>
          <a:p>
            <a:r>
              <a:rPr lang="es-ES" dirty="0" err="1"/>
              <a:t>Insert</a:t>
            </a:r>
            <a:r>
              <a:rPr lang="es-ES" dirty="0"/>
              <a:t> </a:t>
            </a:r>
            <a:r>
              <a:rPr lang="es-ES" dirty="0" err="1"/>
              <a:t>graphic</a:t>
            </a:r>
            <a:r>
              <a:rPr lang="es-ES" dirty="0"/>
              <a:t> </a:t>
            </a:r>
            <a:r>
              <a:rPr lang="es-ES" dirty="0" err="1"/>
              <a:t>here</a:t>
            </a:r>
            <a:endParaRPr lang="es-ES" dirty="0"/>
          </a:p>
        </p:txBody>
      </p:sp>
      <p:sp>
        <p:nvSpPr>
          <p:cNvPr id="17" name="Marcador de gráfico 4">
            <a:extLst>
              <a:ext uri="{FF2B5EF4-FFF2-40B4-BE49-F238E27FC236}">
                <a16:creationId xmlns:a16="http://schemas.microsoft.com/office/drawing/2014/main" id="{0CABFB2C-905F-4A94-BBC0-7C32FA7695A4}"/>
              </a:ext>
            </a:extLst>
          </p:cNvPr>
          <p:cNvSpPr>
            <a:spLocks noGrp="1"/>
          </p:cNvSpPr>
          <p:nvPr>
            <p:ph type="chart" sz="quarter" idx="21" hasCustomPrompt="1"/>
          </p:nvPr>
        </p:nvSpPr>
        <p:spPr>
          <a:xfrm>
            <a:off x="5024063" y="1993900"/>
            <a:ext cx="6472719" cy="3605788"/>
          </a:xfrm>
        </p:spPr>
        <p:txBody>
          <a:bodyPr>
            <a:normAutofit/>
          </a:bodyPr>
          <a:lstStyle>
            <a:lvl1pPr marL="0" indent="0" algn="ctr">
              <a:buFontTx/>
              <a:buNone/>
              <a:defRPr sz="1400">
                <a:solidFill>
                  <a:schemeClr val="tx2"/>
                </a:solidFill>
              </a:defRPr>
            </a:lvl1pPr>
          </a:lstStyle>
          <a:p>
            <a:r>
              <a:rPr lang="es-ES" dirty="0" err="1"/>
              <a:t>Insert</a:t>
            </a:r>
            <a:r>
              <a:rPr lang="es-ES" dirty="0"/>
              <a:t> </a:t>
            </a:r>
            <a:r>
              <a:rPr lang="es-ES" dirty="0" err="1"/>
              <a:t>graphic</a:t>
            </a:r>
            <a:r>
              <a:rPr lang="es-ES" dirty="0"/>
              <a:t> </a:t>
            </a:r>
            <a:r>
              <a:rPr lang="es-ES" dirty="0" err="1"/>
              <a:t>here</a:t>
            </a:r>
            <a:endParaRPr lang="es-ES" dirty="0"/>
          </a:p>
        </p:txBody>
      </p:sp>
      <p:sp>
        <p:nvSpPr>
          <p:cNvPr id="18" name="Forma libre: forma 17">
            <a:extLst>
              <a:ext uri="{FF2B5EF4-FFF2-40B4-BE49-F238E27FC236}">
                <a16:creationId xmlns:a16="http://schemas.microsoft.com/office/drawing/2014/main" id="{AEAA6F10-C407-4622-AF96-B2605139D86B}"/>
              </a:ext>
            </a:extLst>
          </p:cNvPr>
          <p:cNvSpPr/>
          <p:nvPr userDrawn="1"/>
        </p:nvSpPr>
        <p:spPr>
          <a:xfrm>
            <a:off x="4742397" y="3685063"/>
            <a:ext cx="187151" cy="207057"/>
          </a:xfrm>
          <a:custGeom>
            <a:avLst/>
            <a:gdLst/>
            <a:ahLst/>
            <a:cxnLst/>
            <a:rect l="l" t="t" r="r" b="b"/>
            <a:pathLst>
              <a:path w="187151" h="207057">
                <a:moveTo>
                  <a:pt x="0" y="0"/>
                </a:moveTo>
                <a:lnTo>
                  <a:pt x="187151" y="80925"/>
                </a:lnTo>
                <a:lnTo>
                  <a:pt x="187151" y="125574"/>
                </a:lnTo>
                <a:lnTo>
                  <a:pt x="0" y="207057"/>
                </a:lnTo>
                <a:lnTo>
                  <a:pt x="0" y="154409"/>
                </a:lnTo>
                <a:lnTo>
                  <a:pt x="130596" y="103064"/>
                </a:lnTo>
                <a:lnTo>
                  <a:pt x="0" y="5227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spTree>
    <p:extLst>
      <p:ext uri="{BB962C8B-B14F-4D97-AF65-F5344CB8AC3E}">
        <p14:creationId xmlns:p14="http://schemas.microsoft.com/office/powerpoint/2010/main" val="1363901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Thank you - Contact ">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80DAC009-2BB8-4885-AC03-9FD05C47BE65}"/>
              </a:ext>
            </a:extLst>
          </p:cNvPr>
          <p:cNvSpPr/>
          <p:nvPr userDrawn="1"/>
        </p:nvSpPr>
        <p:spPr>
          <a:xfrm>
            <a:off x="820237" y="3464159"/>
            <a:ext cx="2446172" cy="248603"/>
          </a:xfrm>
          <a:custGeom>
            <a:avLst/>
            <a:gdLst/>
            <a:ahLst/>
            <a:cxnLst/>
            <a:rect l="l" t="t" r="r" b="b"/>
            <a:pathLst>
              <a:path w="2446172" h="248603">
                <a:moveTo>
                  <a:pt x="2218258" y="75686"/>
                </a:moveTo>
                <a:cubicBezTo>
                  <a:pt x="2202560" y="75848"/>
                  <a:pt x="2190935" y="80359"/>
                  <a:pt x="2183385" y="89222"/>
                </a:cubicBezTo>
                <a:cubicBezTo>
                  <a:pt x="2175835" y="98084"/>
                  <a:pt x="2172083" y="110330"/>
                  <a:pt x="2172129" y="125959"/>
                </a:cubicBezTo>
                <a:cubicBezTo>
                  <a:pt x="2172037" y="140289"/>
                  <a:pt x="2175052" y="151821"/>
                  <a:pt x="2181175" y="160557"/>
                </a:cubicBezTo>
                <a:cubicBezTo>
                  <a:pt x="2187298" y="169292"/>
                  <a:pt x="2197081" y="173781"/>
                  <a:pt x="2210524" y="174023"/>
                </a:cubicBezTo>
                <a:cubicBezTo>
                  <a:pt x="2216451" y="173988"/>
                  <a:pt x="2221861" y="173090"/>
                  <a:pt x="2226752" y="171329"/>
                </a:cubicBezTo>
                <a:cubicBezTo>
                  <a:pt x="2231644" y="169568"/>
                  <a:pt x="2236086" y="167151"/>
                  <a:pt x="2240080" y="164078"/>
                </a:cubicBezTo>
                <a:lnTo>
                  <a:pt x="2240080" y="77344"/>
                </a:lnTo>
                <a:cubicBezTo>
                  <a:pt x="2236926" y="76791"/>
                  <a:pt x="2233566" y="76377"/>
                  <a:pt x="2229998" y="76101"/>
                </a:cubicBezTo>
                <a:cubicBezTo>
                  <a:pt x="2226430" y="75825"/>
                  <a:pt x="2222517" y="75686"/>
                  <a:pt x="2218258" y="75686"/>
                </a:cubicBezTo>
                <a:close/>
                <a:moveTo>
                  <a:pt x="1789633" y="75686"/>
                </a:moveTo>
                <a:cubicBezTo>
                  <a:pt x="1773935" y="75848"/>
                  <a:pt x="1762310" y="80359"/>
                  <a:pt x="1754760" y="89222"/>
                </a:cubicBezTo>
                <a:cubicBezTo>
                  <a:pt x="1747210" y="98084"/>
                  <a:pt x="1743458" y="110330"/>
                  <a:pt x="1743504" y="125959"/>
                </a:cubicBezTo>
                <a:cubicBezTo>
                  <a:pt x="1743412" y="140289"/>
                  <a:pt x="1746427" y="151821"/>
                  <a:pt x="1752550" y="160557"/>
                </a:cubicBezTo>
                <a:cubicBezTo>
                  <a:pt x="1758673" y="169292"/>
                  <a:pt x="1768456" y="173781"/>
                  <a:pt x="1781899" y="174023"/>
                </a:cubicBezTo>
                <a:cubicBezTo>
                  <a:pt x="1787826" y="173988"/>
                  <a:pt x="1793236" y="173090"/>
                  <a:pt x="1798127" y="171329"/>
                </a:cubicBezTo>
                <a:cubicBezTo>
                  <a:pt x="1803019" y="169568"/>
                  <a:pt x="1807461" y="167151"/>
                  <a:pt x="1811455" y="164078"/>
                </a:cubicBezTo>
                <a:lnTo>
                  <a:pt x="1811455" y="77344"/>
                </a:lnTo>
                <a:cubicBezTo>
                  <a:pt x="1808302" y="76791"/>
                  <a:pt x="1804941" y="76377"/>
                  <a:pt x="1801373" y="76101"/>
                </a:cubicBezTo>
                <a:cubicBezTo>
                  <a:pt x="1797805" y="75825"/>
                  <a:pt x="1793892" y="75686"/>
                  <a:pt x="1789633" y="75686"/>
                </a:cubicBezTo>
                <a:close/>
                <a:moveTo>
                  <a:pt x="1469508" y="75686"/>
                </a:moveTo>
                <a:cubicBezTo>
                  <a:pt x="1455466" y="75859"/>
                  <a:pt x="1445085" y="80210"/>
                  <a:pt x="1438363" y="88738"/>
                </a:cubicBezTo>
                <a:cubicBezTo>
                  <a:pt x="1431642" y="97267"/>
                  <a:pt x="1428304" y="108937"/>
                  <a:pt x="1428350" y="123750"/>
                </a:cubicBezTo>
                <a:cubicBezTo>
                  <a:pt x="1428460" y="140663"/>
                  <a:pt x="1432108" y="153104"/>
                  <a:pt x="1439296" y="161075"/>
                </a:cubicBezTo>
                <a:cubicBezTo>
                  <a:pt x="1446483" y="169045"/>
                  <a:pt x="1456554" y="172993"/>
                  <a:pt x="1469508" y="172918"/>
                </a:cubicBezTo>
                <a:cubicBezTo>
                  <a:pt x="1483031" y="172762"/>
                  <a:pt x="1493136" y="168446"/>
                  <a:pt x="1499823" y="159970"/>
                </a:cubicBezTo>
                <a:cubicBezTo>
                  <a:pt x="1506510" y="151493"/>
                  <a:pt x="1509848" y="139788"/>
                  <a:pt x="1509836" y="124855"/>
                </a:cubicBezTo>
                <a:cubicBezTo>
                  <a:pt x="1509710" y="108062"/>
                  <a:pt x="1506096" y="95655"/>
                  <a:pt x="1498995" y="87633"/>
                </a:cubicBezTo>
                <a:cubicBezTo>
                  <a:pt x="1491894" y="79611"/>
                  <a:pt x="1482064" y="75629"/>
                  <a:pt x="1469508" y="75686"/>
                </a:cubicBezTo>
                <a:close/>
                <a:moveTo>
                  <a:pt x="523075" y="75686"/>
                </a:moveTo>
                <a:cubicBezTo>
                  <a:pt x="519478" y="75698"/>
                  <a:pt x="515968" y="75882"/>
                  <a:pt x="512544" y="76239"/>
                </a:cubicBezTo>
                <a:cubicBezTo>
                  <a:pt x="509120" y="76596"/>
                  <a:pt x="505817" y="77056"/>
                  <a:pt x="502634" y="77620"/>
                </a:cubicBezTo>
                <a:lnTo>
                  <a:pt x="502634" y="169879"/>
                </a:lnTo>
                <a:cubicBezTo>
                  <a:pt x="510092" y="171859"/>
                  <a:pt x="517551" y="172872"/>
                  <a:pt x="525009" y="172918"/>
                </a:cubicBezTo>
                <a:cubicBezTo>
                  <a:pt x="540212" y="172877"/>
                  <a:pt x="551653" y="168746"/>
                  <a:pt x="559330" y="160522"/>
                </a:cubicBezTo>
                <a:cubicBezTo>
                  <a:pt x="567006" y="152299"/>
                  <a:pt x="570851" y="140225"/>
                  <a:pt x="570862" y="124302"/>
                </a:cubicBezTo>
                <a:cubicBezTo>
                  <a:pt x="571012" y="109346"/>
                  <a:pt x="567329" y="97549"/>
                  <a:pt x="559813" y="88911"/>
                </a:cubicBezTo>
                <a:cubicBezTo>
                  <a:pt x="552297" y="80273"/>
                  <a:pt x="540051" y="75865"/>
                  <a:pt x="523075" y="75686"/>
                </a:cubicBezTo>
                <a:close/>
                <a:moveTo>
                  <a:pt x="1101204" y="75134"/>
                </a:moveTo>
                <a:cubicBezTo>
                  <a:pt x="1090460" y="75163"/>
                  <a:pt x="1082185" y="78213"/>
                  <a:pt x="1076379" y="84284"/>
                </a:cubicBezTo>
                <a:cubicBezTo>
                  <a:pt x="1070572" y="90355"/>
                  <a:pt x="1067062" y="99275"/>
                  <a:pt x="1065848" y="111043"/>
                </a:cubicBezTo>
                <a:lnTo>
                  <a:pt x="1134351" y="111043"/>
                </a:lnTo>
                <a:cubicBezTo>
                  <a:pt x="1134282" y="99637"/>
                  <a:pt x="1131382" y="90821"/>
                  <a:pt x="1125650" y="84595"/>
                </a:cubicBezTo>
                <a:cubicBezTo>
                  <a:pt x="1119919" y="78368"/>
                  <a:pt x="1111770" y="75215"/>
                  <a:pt x="1101204" y="75134"/>
                </a:cubicBezTo>
                <a:close/>
                <a:moveTo>
                  <a:pt x="748779" y="75134"/>
                </a:moveTo>
                <a:cubicBezTo>
                  <a:pt x="738035" y="75163"/>
                  <a:pt x="729760" y="78213"/>
                  <a:pt x="723954" y="84284"/>
                </a:cubicBezTo>
                <a:cubicBezTo>
                  <a:pt x="718147" y="90355"/>
                  <a:pt x="714637" y="99275"/>
                  <a:pt x="713423" y="111043"/>
                </a:cubicBezTo>
                <a:lnTo>
                  <a:pt x="781926" y="111043"/>
                </a:lnTo>
                <a:cubicBezTo>
                  <a:pt x="781857" y="99637"/>
                  <a:pt x="778957" y="90821"/>
                  <a:pt x="773225" y="84595"/>
                </a:cubicBezTo>
                <a:cubicBezTo>
                  <a:pt x="767494" y="78368"/>
                  <a:pt x="759345" y="75215"/>
                  <a:pt x="748779" y="75134"/>
                </a:cubicBezTo>
                <a:close/>
                <a:moveTo>
                  <a:pt x="2301050" y="53036"/>
                </a:moveTo>
                <a:lnTo>
                  <a:pt x="2331434" y="53036"/>
                </a:lnTo>
                <a:lnTo>
                  <a:pt x="2331434" y="195568"/>
                </a:lnTo>
                <a:lnTo>
                  <a:pt x="2301050" y="195568"/>
                </a:lnTo>
                <a:close/>
                <a:moveTo>
                  <a:pt x="157925" y="53036"/>
                </a:moveTo>
                <a:lnTo>
                  <a:pt x="188309" y="53036"/>
                </a:lnTo>
                <a:lnTo>
                  <a:pt x="188309" y="195568"/>
                </a:lnTo>
                <a:lnTo>
                  <a:pt x="157925" y="195568"/>
                </a:lnTo>
                <a:close/>
                <a:moveTo>
                  <a:pt x="2419655" y="49721"/>
                </a:moveTo>
                <a:cubicBezTo>
                  <a:pt x="2424454" y="49716"/>
                  <a:pt x="2429219" y="49796"/>
                  <a:pt x="2433950" y="49963"/>
                </a:cubicBezTo>
                <a:cubicBezTo>
                  <a:pt x="2438680" y="50130"/>
                  <a:pt x="2442754" y="50418"/>
                  <a:pt x="2446172" y="50826"/>
                </a:cubicBezTo>
                <a:cubicBezTo>
                  <a:pt x="2446161" y="55534"/>
                  <a:pt x="2445908" y="60275"/>
                  <a:pt x="2445413" y="65052"/>
                </a:cubicBezTo>
                <a:cubicBezTo>
                  <a:pt x="2444918" y="69828"/>
                  <a:pt x="2444250" y="73741"/>
                  <a:pt x="2443410" y="76791"/>
                </a:cubicBezTo>
                <a:cubicBezTo>
                  <a:pt x="2439848" y="76383"/>
                  <a:pt x="2436200" y="76095"/>
                  <a:pt x="2432465" y="75928"/>
                </a:cubicBezTo>
                <a:cubicBezTo>
                  <a:pt x="2428730" y="75761"/>
                  <a:pt x="2424736" y="75681"/>
                  <a:pt x="2420484" y="75686"/>
                </a:cubicBezTo>
                <a:cubicBezTo>
                  <a:pt x="2413026" y="75686"/>
                  <a:pt x="2405567" y="76239"/>
                  <a:pt x="2398109" y="77344"/>
                </a:cubicBezTo>
                <a:lnTo>
                  <a:pt x="2398109" y="195568"/>
                </a:lnTo>
                <a:lnTo>
                  <a:pt x="2367725" y="195568"/>
                </a:lnTo>
                <a:lnTo>
                  <a:pt x="2367725" y="57456"/>
                </a:lnTo>
                <a:cubicBezTo>
                  <a:pt x="2374498" y="55200"/>
                  <a:pt x="2382635" y="53358"/>
                  <a:pt x="2392136" y="51931"/>
                </a:cubicBezTo>
                <a:cubicBezTo>
                  <a:pt x="2401637" y="50504"/>
                  <a:pt x="2410810" y="49767"/>
                  <a:pt x="2419655" y="49721"/>
                </a:cubicBezTo>
                <a:close/>
                <a:moveTo>
                  <a:pt x="2218258" y="49721"/>
                </a:moveTo>
                <a:cubicBezTo>
                  <a:pt x="2228133" y="49698"/>
                  <a:pt x="2237318" y="50297"/>
                  <a:pt x="2245812" y="51517"/>
                </a:cubicBezTo>
                <a:cubicBezTo>
                  <a:pt x="2254306" y="52737"/>
                  <a:pt x="2262523" y="54716"/>
                  <a:pt x="2270465" y="57456"/>
                </a:cubicBezTo>
                <a:lnTo>
                  <a:pt x="2270465" y="195568"/>
                </a:lnTo>
                <a:lnTo>
                  <a:pt x="2242566" y="195568"/>
                </a:lnTo>
                <a:lnTo>
                  <a:pt x="2240909" y="178995"/>
                </a:lnTo>
                <a:cubicBezTo>
                  <a:pt x="2237111" y="185141"/>
                  <a:pt x="2232069" y="189975"/>
                  <a:pt x="2225785" y="193496"/>
                </a:cubicBezTo>
                <a:cubicBezTo>
                  <a:pt x="2219501" y="197018"/>
                  <a:pt x="2211560" y="198814"/>
                  <a:pt x="2201961" y="198883"/>
                </a:cubicBezTo>
                <a:cubicBezTo>
                  <a:pt x="2183477" y="198745"/>
                  <a:pt x="2168791" y="192392"/>
                  <a:pt x="2157903" y="179823"/>
                </a:cubicBezTo>
                <a:cubicBezTo>
                  <a:pt x="2147015" y="167255"/>
                  <a:pt x="2141445" y="149300"/>
                  <a:pt x="2141191" y="125959"/>
                </a:cubicBezTo>
                <a:cubicBezTo>
                  <a:pt x="2141209" y="101514"/>
                  <a:pt x="2147665" y="82730"/>
                  <a:pt x="2160562" y="69610"/>
                </a:cubicBezTo>
                <a:cubicBezTo>
                  <a:pt x="2173458" y="56489"/>
                  <a:pt x="2192690" y="49859"/>
                  <a:pt x="2218258" y="49721"/>
                </a:cubicBezTo>
                <a:close/>
                <a:moveTo>
                  <a:pt x="1789633" y="49721"/>
                </a:moveTo>
                <a:cubicBezTo>
                  <a:pt x="1799508" y="49698"/>
                  <a:pt x="1808693" y="50297"/>
                  <a:pt x="1817187" y="51517"/>
                </a:cubicBezTo>
                <a:cubicBezTo>
                  <a:pt x="1825681" y="52737"/>
                  <a:pt x="1833899" y="54716"/>
                  <a:pt x="1841840" y="57456"/>
                </a:cubicBezTo>
                <a:lnTo>
                  <a:pt x="1841840" y="195568"/>
                </a:lnTo>
                <a:lnTo>
                  <a:pt x="1813941" y="195568"/>
                </a:lnTo>
                <a:lnTo>
                  <a:pt x="1812284" y="178995"/>
                </a:lnTo>
                <a:cubicBezTo>
                  <a:pt x="1808486" y="185141"/>
                  <a:pt x="1803445" y="189975"/>
                  <a:pt x="1797160" y="193496"/>
                </a:cubicBezTo>
                <a:cubicBezTo>
                  <a:pt x="1790876" y="197018"/>
                  <a:pt x="1782935" y="198814"/>
                  <a:pt x="1773336" y="198883"/>
                </a:cubicBezTo>
                <a:cubicBezTo>
                  <a:pt x="1754852" y="198745"/>
                  <a:pt x="1740166" y="192392"/>
                  <a:pt x="1729278" y="179823"/>
                </a:cubicBezTo>
                <a:cubicBezTo>
                  <a:pt x="1718390" y="167255"/>
                  <a:pt x="1712820" y="149300"/>
                  <a:pt x="1712567" y="125959"/>
                </a:cubicBezTo>
                <a:cubicBezTo>
                  <a:pt x="1712584" y="101514"/>
                  <a:pt x="1719041" y="82730"/>
                  <a:pt x="1731937" y="69610"/>
                </a:cubicBezTo>
                <a:cubicBezTo>
                  <a:pt x="1744833" y="56489"/>
                  <a:pt x="1764065" y="49859"/>
                  <a:pt x="1789633" y="49721"/>
                </a:cubicBezTo>
                <a:close/>
                <a:moveTo>
                  <a:pt x="1622870" y="49721"/>
                </a:moveTo>
                <a:cubicBezTo>
                  <a:pt x="1647903" y="49842"/>
                  <a:pt x="1665443" y="54503"/>
                  <a:pt x="1675491" y="63705"/>
                </a:cubicBezTo>
                <a:cubicBezTo>
                  <a:pt x="1685538" y="72907"/>
                  <a:pt x="1690372" y="85924"/>
                  <a:pt x="1689992" y="102757"/>
                </a:cubicBezTo>
                <a:lnTo>
                  <a:pt x="1689992" y="195568"/>
                </a:lnTo>
                <a:lnTo>
                  <a:pt x="1659608" y="195568"/>
                </a:lnTo>
                <a:lnTo>
                  <a:pt x="1659608" y="108005"/>
                </a:lnTo>
                <a:cubicBezTo>
                  <a:pt x="1659941" y="97111"/>
                  <a:pt x="1657478" y="88997"/>
                  <a:pt x="1652219" y="83662"/>
                </a:cubicBezTo>
                <a:cubicBezTo>
                  <a:pt x="1646959" y="78328"/>
                  <a:pt x="1636900" y="75669"/>
                  <a:pt x="1622041" y="75686"/>
                </a:cubicBezTo>
                <a:cubicBezTo>
                  <a:pt x="1618416" y="75692"/>
                  <a:pt x="1614548" y="75888"/>
                  <a:pt x="1610440" y="76273"/>
                </a:cubicBezTo>
                <a:cubicBezTo>
                  <a:pt x="1606331" y="76659"/>
                  <a:pt x="1602187" y="77200"/>
                  <a:pt x="1598009" y="77896"/>
                </a:cubicBezTo>
                <a:lnTo>
                  <a:pt x="1598009" y="195568"/>
                </a:lnTo>
                <a:lnTo>
                  <a:pt x="1567625" y="195568"/>
                </a:lnTo>
                <a:lnTo>
                  <a:pt x="1567625" y="57456"/>
                </a:lnTo>
                <a:cubicBezTo>
                  <a:pt x="1577471" y="55079"/>
                  <a:pt x="1587265" y="53203"/>
                  <a:pt x="1597008" y="51828"/>
                </a:cubicBezTo>
                <a:cubicBezTo>
                  <a:pt x="1606751" y="50452"/>
                  <a:pt x="1615371" y="49750"/>
                  <a:pt x="1622870" y="49721"/>
                </a:cubicBezTo>
                <a:close/>
                <a:moveTo>
                  <a:pt x="1470336" y="49721"/>
                </a:moveTo>
                <a:cubicBezTo>
                  <a:pt x="1485815" y="49861"/>
                  <a:pt x="1498777" y="53111"/>
                  <a:pt x="1509223" y="59471"/>
                </a:cubicBezTo>
                <a:cubicBezTo>
                  <a:pt x="1519668" y="65831"/>
                  <a:pt x="1527535" y="74462"/>
                  <a:pt x="1532825" y="85365"/>
                </a:cubicBezTo>
                <a:cubicBezTo>
                  <a:pt x="1538114" y="96267"/>
                  <a:pt x="1540764" y="108602"/>
                  <a:pt x="1540774" y="122369"/>
                </a:cubicBezTo>
                <a:cubicBezTo>
                  <a:pt x="1540555" y="146705"/>
                  <a:pt x="1534018" y="165500"/>
                  <a:pt x="1521162" y="178753"/>
                </a:cubicBezTo>
                <a:cubicBezTo>
                  <a:pt x="1508306" y="192006"/>
                  <a:pt x="1490443" y="198716"/>
                  <a:pt x="1467574" y="198883"/>
                </a:cubicBezTo>
                <a:cubicBezTo>
                  <a:pt x="1452360" y="198743"/>
                  <a:pt x="1439544" y="195493"/>
                  <a:pt x="1429128" y="189133"/>
                </a:cubicBezTo>
                <a:cubicBezTo>
                  <a:pt x="1418711" y="182773"/>
                  <a:pt x="1410827" y="174142"/>
                  <a:pt x="1405475" y="163240"/>
                </a:cubicBezTo>
                <a:cubicBezTo>
                  <a:pt x="1400122" y="152337"/>
                  <a:pt x="1397435" y="140003"/>
                  <a:pt x="1397413" y="126236"/>
                </a:cubicBezTo>
                <a:cubicBezTo>
                  <a:pt x="1397655" y="101899"/>
                  <a:pt x="1404215" y="83104"/>
                  <a:pt x="1417094" y="69851"/>
                </a:cubicBezTo>
                <a:cubicBezTo>
                  <a:pt x="1429973" y="56598"/>
                  <a:pt x="1447720" y="49888"/>
                  <a:pt x="1470336" y="49721"/>
                </a:cubicBezTo>
                <a:close/>
                <a:moveTo>
                  <a:pt x="1329662" y="49721"/>
                </a:moveTo>
                <a:cubicBezTo>
                  <a:pt x="1338351" y="49704"/>
                  <a:pt x="1346454" y="50222"/>
                  <a:pt x="1353969" y="51275"/>
                </a:cubicBezTo>
                <a:cubicBezTo>
                  <a:pt x="1361485" y="52328"/>
                  <a:pt x="1368483" y="54020"/>
                  <a:pt x="1374963" y="56351"/>
                </a:cubicBezTo>
                <a:cubicBezTo>
                  <a:pt x="1374709" y="60316"/>
                  <a:pt x="1374249" y="64263"/>
                  <a:pt x="1373581" y="68194"/>
                </a:cubicBezTo>
                <a:cubicBezTo>
                  <a:pt x="1372914" y="72124"/>
                  <a:pt x="1371901" y="76279"/>
                  <a:pt x="1370543" y="80659"/>
                </a:cubicBezTo>
                <a:cubicBezTo>
                  <a:pt x="1364092" y="78604"/>
                  <a:pt x="1357589" y="77119"/>
                  <a:pt x="1351035" y="76204"/>
                </a:cubicBezTo>
                <a:cubicBezTo>
                  <a:pt x="1344480" y="75289"/>
                  <a:pt x="1337632" y="74841"/>
                  <a:pt x="1330490" y="74858"/>
                </a:cubicBezTo>
                <a:cubicBezTo>
                  <a:pt x="1321018" y="74933"/>
                  <a:pt x="1314550" y="76302"/>
                  <a:pt x="1311086" y="78967"/>
                </a:cubicBezTo>
                <a:cubicBezTo>
                  <a:pt x="1307621" y="81631"/>
                  <a:pt x="1305987" y="85141"/>
                  <a:pt x="1306182" y="89498"/>
                </a:cubicBezTo>
                <a:cubicBezTo>
                  <a:pt x="1306165" y="94504"/>
                  <a:pt x="1307926" y="98510"/>
                  <a:pt x="1311465" y="101514"/>
                </a:cubicBezTo>
                <a:cubicBezTo>
                  <a:pt x="1315004" y="104517"/>
                  <a:pt x="1320425" y="107142"/>
                  <a:pt x="1327728" y="109386"/>
                </a:cubicBezTo>
                <a:lnTo>
                  <a:pt x="1342368" y="114082"/>
                </a:lnTo>
                <a:cubicBezTo>
                  <a:pt x="1355414" y="118104"/>
                  <a:pt x="1364955" y="123456"/>
                  <a:pt x="1370992" y="130137"/>
                </a:cubicBezTo>
                <a:cubicBezTo>
                  <a:pt x="1377029" y="136819"/>
                  <a:pt x="1380009" y="145554"/>
                  <a:pt x="1379935" y="156344"/>
                </a:cubicBezTo>
                <a:cubicBezTo>
                  <a:pt x="1379865" y="169114"/>
                  <a:pt x="1375032" y="179346"/>
                  <a:pt x="1365433" y="187040"/>
                </a:cubicBezTo>
                <a:cubicBezTo>
                  <a:pt x="1355834" y="194734"/>
                  <a:pt x="1341885" y="198681"/>
                  <a:pt x="1323585" y="198883"/>
                </a:cubicBezTo>
                <a:cubicBezTo>
                  <a:pt x="1313428" y="198906"/>
                  <a:pt x="1304393" y="198169"/>
                  <a:pt x="1296480" y="196673"/>
                </a:cubicBezTo>
                <a:cubicBezTo>
                  <a:pt x="1288567" y="195177"/>
                  <a:pt x="1281397" y="192783"/>
                  <a:pt x="1274969" y="189491"/>
                </a:cubicBezTo>
                <a:cubicBezTo>
                  <a:pt x="1275245" y="183863"/>
                  <a:pt x="1275729" y="178960"/>
                  <a:pt x="1276419" y="174782"/>
                </a:cubicBezTo>
                <a:cubicBezTo>
                  <a:pt x="1277110" y="170604"/>
                  <a:pt x="1278008" y="166944"/>
                  <a:pt x="1279112" y="163802"/>
                </a:cubicBezTo>
                <a:cubicBezTo>
                  <a:pt x="1285661" y="166985"/>
                  <a:pt x="1292866" y="169390"/>
                  <a:pt x="1300727" y="171019"/>
                </a:cubicBezTo>
                <a:cubicBezTo>
                  <a:pt x="1308588" y="172647"/>
                  <a:pt x="1315931" y="173464"/>
                  <a:pt x="1322756" y="173470"/>
                </a:cubicBezTo>
                <a:cubicBezTo>
                  <a:pt x="1331497" y="173516"/>
                  <a:pt x="1338184" y="172250"/>
                  <a:pt x="1342817" y="169672"/>
                </a:cubicBezTo>
                <a:cubicBezTo>
                  <a:pt x="1347449" y="167094"/>
                  <a:pt x="1349786" y="162928"/>
                  <a:pt x="1349826" y="157173"/>
                </a:cubicBezTo>
                <a:cubicBezTo>
                  <a:pt x="1349757" y="152189"/>
                  <a:pt x="1347823" y="148345"/>
                  <a:pt x="1344025" y="145640"/>
                </a:cubicBezTo>
                <a:cubicBezTo>
                  <a:pt x="1340227" y="142936"/>
                  <a:pt x="1334979" y="140611"/>
                  <a:pt x="1328281" y="138666"/>
                </a:cubicBezTo>
                <a:lnTo>
                  <a:pt x="1314193" y="134246"/>
                </a:lnTo>
                <a:cubicBezTo>
                  <a:pt x="1300434" y="129821"/>
                  <a:pt x="1290731" y="123963"/>
                  <a:pt x="1285086" y="116671"/>
                </a:cubicBezTo>
                <a:cubicBezTo>
                  <a:pt x="1279440" y="109380"/>
                  <a:pt x="1276713" y="100691"/>
                  <a:pt x="1276903" y="90603"/>
                </a:cubicBezTo>
                <a:cubicBezTo>
                  <a:pt x="1276926" y="77781"/>
                  <a:pt x="1281368" y="67791"/>
                  <a:pt x="1290231" y="60632"/>
                </a:cubicBezTo>
                <a:cubicBezTo>
                  <a:pt x="1299093" y="53473"/>
                  <a:pt x="1312236" y="49836"/>
                  <a:pt x="1329662" y="49721"/>
                </a:cubicBezTo>
                <a:close/>
                <a:moveTo>
                  <a:pt x="1238555" y="49721"/>
                </a:moveTo>
                <a:cubicBezTo>
                  <a:pt x="1243354" y="49716"/>
                  <a:pt x="1248119" y="49796"/>
                  <a:pt x="1252850" y="49963"/>
                </a:cubicBezTo>
                <a:cubicBezTo>
                  <a:pt x="1257580" y="50130"/>
                  <a:pt x="1261654" y="50418"/>
                  <a:pt x="1265073" y="50826"/>
                </a:cubicBezTo>
                <a:cubicBezTo>
                  <a:pt x="1265061" y="55534"/>
                  <a:pt x="1264808" y="60275"/>
                  <a:pt x="1264313" y="65052"/>
                </a:cubicBezTo>
                <a:cubicBezTo>
                  <a:pt x="1263818" y="69828"/>
                  <a:pt x="1263151" y="73741"/>
                  <a:pt x="1262310" y="76791"/>
                </a:cubicBezTo>
                <a:cubicBezTo>
                  <a:pt x="1258748" y="76383"/>
                  <a:pt x="1255100" y="76095"/>
                  <a:pt x="1251365" y="75928"/>
                </a:cubicBezTo>
                <a:cubicBezTo>
                  <a:pt x="1247630" y="75761"/>
                  <a:pt x="1243636" y="75681"/>
                  <a:pt x="1239384" y="75686"/>
                </a:cubicBezTo>
                <a:cubicBezTo>
                  <a:pt x="1231926" y="75686"/>
                  <a:pt x="1224468" y="76239"/>
                  <a:pt x="1217010" y="77344"/>
                </a:cubicBezTo>
                <a:lnTo>
                  <a:pt x="1217010" y="195568"/>
                </a:lnTo>
                <a:lnTo>
                  <a:pt x="1186625" y="195568"/>
                </a:lnTo>
                <a:lnTo>
                  <a:pt x="1186625" y="57456"/>
                </a:lnTo>
                <a:cubicBezTo>
                  <a:pt x="1193398" y="55200"/>
                  <a:pt x="1201535" y="53358"/>
                  <a:pt x="1211036" y="51931"/>
                </a:cubicBezTo>
                <a:cubicBezTo>
                  <a:pt x="1220537" y="50504"/>
                  <a:pt x="1229710" y="49767"/>
                  <a:pt x="1238555" y="49721"/>
                </a:cubicBezTo>
                <a:close/>
                <a:moveTo>
                  <a:pt x="1102862" y="49721"/>
                </a:moveTo>
                <a:cubicBezTo>
                  <a:pt x="1124425" y="50182"/>
                  <a:pt x="1140204" y="56374"/>
                  <a:pt x="1150200" y="68297"/>
                </a:cubicBezTo>
                <a:cubicBezTo>
                  <a:pt x="1160196" y="80221"/>
                  <a:pt x="1165133" y="95114"/>
                  <a:pt x="1165012" y="112977"/>
                </a:cubicBezTo>
                <a:cubicBezTo>
                  <a:pt x="1165012" y="117201"/>
                  <a:pt x="1164874" y="121183"/>
                  <a:pt x="1164598" y="124924"/>
                </a:cubicBezTo>
                <a:cubicBezTo>
                  <a:pt x="1164322" y="128664"/>
                  <a:pt x="1163908" y="132508"/>
                  <a:pt x="1163355" y="136456"/>
                </a:cubicBezTo>
                <a:lnTo>
                  <a:pt x="1066400" y="136456"/>
                </a:lnTo>
                <a:cubicBezTo>
                  <a:pt x="1068288" y="148731"/>
                  <a:pt x="1072937" y="157881"/>
                  <a:pt x="1080349" y="163906"/>
                </a:cubicBezTo>
                <a:cubicBezTo>
                  <a:pt x="1087762" y="169931"/>
                  <a:pt x="1098212" y="172935"/>
                  <a:pt x="1111701" y="172918"/>
                </a:cubicBezTo>
                <a:cubicBezTo>
                  <a:pt x="1120028" y="172912"/>
                  <a:pt x="1128303" y="172026"/>
                  <a:pt x="1136527" y="170259"/>
                </a:cubicBezTo>
                <a:cubicBezTo>
                  <a:pt x="1144750" y="168492"/>
                  <a:pt x="1152680" y="165880"/>
                  <a:pt x="1160317" y="162421"/>
                </a:cubicBezTo>
                <a:cubicBezTo>
                  <a:pt x="1159758" y="166507"/>
                  <a:pt x="1159079" y="170973"/>
                  <a:pt x="1158279" y="175818"/>
                </a:cubicBezTo>
                <a:cubicBezTo>
                  <a:pt x="1157479" y="180663"/>
                  <a:pt x="1156593" y="185405"/>
                  <a:pt x="1155621" y="190044"/>
                </a:cubicBezTo>
                <a:cubicBezTo>
                  <a:pt x="1148732" y="193191"/>
                  <a:pt x="1141585" y="195459"/>
                  <a:pt x="1134179" y="196846"/>
                </a:cubicBezTo>
                <a:cubicBezTo>
                  <a:pt x="1126772" y="198233"/>
                  <a:pt x="1119004" y="198912"/>
                  <a:pt x="1110872" y="198883"/>
                </a:cubicBezTo>
                <a:cubicBezTo>
                  <a:pt x="1085494" y="198693"/>
                  <a:pt x="1066573" y="192029"/>
                  <a:pt x="1054108" y="178891"/>
                </a:cubicBezTo>
                <a:cubicBezTo>
                  <a:pt x="1041643" y="165753"/>
                  <a:pt x="1035428" y="147281"/>
                  <a:pt x="1035463" y="123473"/>
                </a:cubicBezTo>
                <a:cubicBezTo>
                  <a:pt x="1035400" y="109606"/>
                  <a:pt x="1037644" y="97135"/>
                  <a:pt x="1042194" y="86060"/>
                </a:cubicBezTo>
                <a:cubicBezTo>
                  <a:pt x="1046745" y="74986"/>
                  <a:pt x="1053982" y="66198"/>
                  <a:pt x="1063904" y="59696"/>
                </a:cubicBezTo>
                <a:cubicBezTo>
                  <a:pt x="1073826" y="53195"/>
                  <a:pt x="1086812" y="49870"/>
                  <a:pt x="1102862" y="49721"/>
                </a:cubicBezTo>
                <a:close/>
                <a:moveTo>
                  <a:pt x="750437" y="49721"/>
                </a:moveTo>
                <a:cubicBezTo>
                  <a:pt x="772000" y="50182"/>
                  <a:pt x="787779" y="56374"/>
                  <a:pt x="797775" y="68297"/>
                </a:cubicBezTo>
                <a:cubicBezTo>
                  <a:pt x="807771" y="80221"/>
                  <a:pt x="812708" y="95114"/>
                  <a:pt x="812587" y="112977"/>
                </a:cubicBezTo>
                <a:cubicBezTo>
                  <a:pt x="812587" y="117201"/>
                  <a:pt x="812449" y="121183"/>
                  <a:pt x="812173" y="124924"/>
                </a:cubicBezTo>
                <a:cubicBezTo>
                  <a:pt x="811897" y="128664"/>
                  <a:pt x="811482" y="132508"/>
                  <a:pt x="810930" y="136456"/>
                </a:cubicBezTo>
                <a:lnTo>
                  <a:pt x="713975" y="136456"/>
                </a:lnTo>
                <a:cubicBezTo>
                  <a:pt x="715863" y="148731"/>
                  <a:pt x="720512" y="157881"/>
                  <a:pt x="727924" y="163906"/>
                </a:cubicBezTo>
                <a:cubicBezTo>
                  <a:pt x="735337" y="169931"/>
                  <a:pt x="745787" y="172935"/>
                  <a:pt x="759276" y="172918"/>
                </a:cubicBezTo>
                <a:cubicBezTo>
                  <a:pt x="767603" y="172912"/>
                  <a:pt x="775878" y="172026"/>
                  <a:pt x="784102" y="170259"/>
                </a:cubicBezTo>
                <a:cubicBezTo>
                  <a:pt x="792325" y="168492"/>
                  <a:pt x="800255" y="165880"/>
                  <a:pt x="807892" y="162421"/>
                </a:cubicBezTo>
                <a:cubicBezTo>
                  <a:pt x="807333" y="166507"/>
                  <a:pt x="806654" y="170973"/>
                  <a:pt x="805854" y="175818"/>
                </a:cubicBezTo>
                <a:cubicBezTo>
                  <a:pt x="805055" y="180663"/>
                  <a:pt x="804168" y="185405"/>
                  <a:pt x="803196" y="190044"/>
                </a:cubicBezTo>
                <a:cubicBezTo>
                  <a:pt x="796307" y="193191"/>
                  <a:pt x="789160" y="195459"/>
                  <a:pt x="781754" y="196846"/>
                </a:cubicBezTo>
                <a:cubicBezTo>
                  <a:pt x="774347" y="198233"/>
                  <a:pt x="766579" y="198912"/>
                  <a:pt x="758447" y="198883"/>
                </a:cubicBezTo>
                <a:cubicBezTo>
                  <a:pt x="733069" y="198693"/>
                  <a:pt x="714148" y="192029"/>
                  <a:pt x="701683" y="178891"/>
                </a:cubicBezTo>
                <a:cubicBezTo>
                  <a:pt x="689218" y="165753"/>
                  <a:pt x="683003" y="147281"/>
                  <a:pt x="683038" y="123473"/>
                </a:cubicBezTo>
                <a:cubicBezTo>
                  <a:pt x="682975" y="109606"/>
                  <a:pt x="685219" y="97135"/>
                  <a:pt x="689769" y="86060"/>
                </a:cubicBezTo>
                <a:cubicBezTo>
                  <a:pt x="694320" y="74986"/>
                  <a:pt x="701557" y="66198"/>
                  <a:pt x="711479" y="59696"/>
                </a:cubicBezTo>
                <a:cubicBezTo>
                  <a:pt x="721401" y="53195"/>
                  <a:pt x="734387" y="49870"/>
                  <a:pt x="750437" y="49721"/>
                </a:cubicBezTo>
                <a:close/>
                <a:moveTo>
                  <a:pt x="525285" y="49721"/>
                </a:moveTo>
                <a:cubicBezTo>
                  <a:pt x="551302" y="49859"/>
                  <a:pt x="570534" y="56213"/>
                  <a:pt x="582981" y="68781"/>
                </a:cubicBezTo>
                <a:cubicBezTo>
                  <a:pt x="595429" y="81349"/>
                  <a:pt x="601609" y="99304"/>
                  <a:pt x="601523" y="122645"/>
                </a:cubicBezTo>
                <a:cubicBezTo>
                  <a:pt x="601437" y="147091"/>
                  <a:pt x="595049" y="165874"/>
                  <a:pt x="582360" y="178995"/>
                </a:cubicBezTo>
                <a:cubicBezTo>
                  <a:pt x="569671" y="192115"/>
                  <a:pt x="551198" y="198745"/>
                  <a:pt x="526942" y="198883"/>
                </a:cubicBezTo>
                <a:cubicBezTo>
                  <a:pt x="517597" y="198837"/>
                  <a:pt x="509494" y="197824"/>
                  <a:pt x="502634" y="195844"/>
                </a:cubicBezTo>
                <a:lnTo>
                  <a:pt x="502634" y="248603"/>
                </a:lnTo>
                <a:lnTo>
                  <a:pt x="472250" y="248603"/>
                </a:lnTo>
                <a:lnTo>
                  <a:pt x="472250" y="57456"/>
                </a:lnTo>
                <a:cubicBezTo>
                  <a:pt x="479587" y="55200"/>
                  <a:pt x="487908" y="53358"/>
                  <a:pt x="497213" y="51931"/>
                </a:cubicBezTo>
                <a:cubicBezTo>
                  <a:pt x="506519" y="50504"/>
                  <a:pt x="515876" y="49767"/>
                  <a:pt x="525285" y="49721"/>
                </a:cubicBezTo>
                <a:close/>
                <a:moveTo>
                  <a:pt x="283988" y="49721"/>
                </a:moveTo>
                <a:cubicBezTo>
                  <a:pt x="293788" y="49704"/>
                  <a:pt x="302432" y="50567"/>
                  <a:pt x="309919" y="52311"/>
                </a:cubicBezTo>
                <a:cubicBezTo>
                  <a:pt x="317405" y="54055"/>
                  <a:pt x="323770" y="56782"/>
                  <a:pt x="329013" y="60494"/>
                </a:cubicBezTo>
                <a:cubicBezTo>
                  <a:pt x="336925" y="57024"/>
                  <a:pt x="344924" y="54365"/>
                  <a:pt x="353010" y="52518"/>
                </a:cubicBezTo>
                <a:cubicBezTo>
                  <a:pt x="361095" y="50671"/>
                  <a:pt x="369025" y="49739"/>
                  <a:pt x="376800" y="49721"/>
                </a:cubicBezTo>
                <a:cubicBezTo>
                  <a:pt x="399813" y="49842"/>
                  <a:pt x="416006" y="54503"/>
                  <a:pt x="425381" y="63705"/>
                </a:cubicBezTo>
                <a:cubicBezTo>
                  <a:pt x="434755" y="72907"/>
                  <a:pt x="439278" y="85924"/>
                  <a:pt x="438950" y="102757"/>
                </a:cubicBezTo>
                <a:lnTo>
                  <a:pt x="438950" y="195568"/>
                </a:lnTo>
                <a:lnTo>
                  <a:pt x="408565" y="195568"/>
                </a:lnTo>
                <a:lnTo>
                  <a:pt x="408565" y="107176"/>
                </a:lnTo>
                <a:cubicBezTo>
                  <a:pt x="408715" y="96800"/>
                  <a:pt x="406137" y="88963"/>
                  <a:pt x="400831" y="83662"/>
                </a:cubicBezTo>
                <a:cubicBezTo>
                  <a:pt x="395525" y="78362"/>
                  <a:pt x="386594" y="75704"/>
                  <a:pt x="374037" y="75686"/>
                </a:cubicBezTo>
                <a:cubicBezTo>
                  <a:pt x="369031" y="75698"/>
                  <a:pt x="363990" y="76227"/>
                  <a:pt x="358914" y="77275"/>
                </a:cubicBezTo>
                <a:cubicBezTo>
                  <a:pt x="353838" y="78322"/>
                  <a:pt x="348935" y="79818"/>
                  <a:pt x="344205" y="81763"/>
                </a:cubicBezTo>
                <a:cubicBezTo>
                  <a:pt x="346093" y="87794"/>
                  <a:pt x="347013" y="94792"/>
                  <a:pt x="346967" y="102757"/>
                </a:cubicBezTo>
                <a:lnTo>
                  <a:pt x="346967" y="195568"/>
                </a:lnTo>
                <a:lnTo>
                  <a:pt x="316582" y="195568"/>
                </a:lnTo>
                <a:lnTo>
                  <a:pt x="316582" y="106900"/>
                </a:lnTo>
                <a:cubicBezTo>
                  <a:pt x="316738" y="96657"/>
                  <a:pt x="314079" y="88899"/>
                  <a:pt x="308607" y="83628"/>
                </a:cubicBezTo>
                <a:cubicBezTo>
                  <a:pt x="303134" y="78357"/>
                  <a:pt x="293915" y="75710"/>
                  <a:pt x="280949" y="75686"/>
                </a:cubicBezTo>
                <a:cubicBezTo>
                  <a:pt x="276639" y="75686"/>
                  <a:pt x="272277" y="75894"/>
                  <a:pt x="267863" y="76308"/>
                </a:cubicBezTo>
                <a:cubicBezTo>
                  <a:pt x="263450" y="76722"/>
                  <a:pt x="259157" y="77344"/>
                  <a:pt x="254984" y="78173"/>
                </a:cubicBezTo>
                <a:lnTo>
                  <a:pt x="254984" y="195568"/>
                </a:lnTo>
                <a:lnTo>
                  <a:pt x="224600" y="195568"/>
                </a:lnTo>
                <a:lnTo>
                  <a:pt x="224600" y="57456"/>
                </a:lnTo>
                <a:cubicBezTo>
                  <a:pt x="234360" y="55079"/>
                  <a:pt x="244327" y="53203"/>
                  <a:pt x="254501" y="51828"/>
                </a:cubicBezTo>
                <a:cubicBezTo>
                  <a:pt x="264675" y="50452"/>
                  <a:pt x="274504" y="49750"/>
                  <a:pt x="283988" y="49721"/>
                </a:cubicBezTo>
                <a:close/>
                <a:moveTo>
                  <a:pt x="944528" y="28452"/>
                </a:moveTo>
                <a:cubicBezTo>
                  <a:pt x="941173" y="28435"/>
                  <a:pt x="937593" y="28538"/>
                  <a:pt x="933789" y="28763"/>
                </a:cubicBezTo>
                <a:cubicBezTo>
                  <a:pt x="929986" y="28987"/>
                  <a:pt x="926199" y="29436"/>
                  <a:pt x="922430" y="30109"/>
                </a:cubicBezTo>
                <a:lnTo>
                  <a:pt x="922430" y="101375"/>
                </a:lnTo>
                <a:lnTo>
                  <a:pt x="945633" y="101375"/>
                </a:lnTo>
                <a:cubicBezTo>
                  <a:pt x="960790" y="101312"/>
                  <a:pt x="972047" y="98193"/>
                  <a:pt x="979401" y="92018"/>
                </a:cubicBezTo>
                <a:cubicBezTo>
                  <a:pt x="986756" y="85844"/>
                  <a:pt x="990416" y="76993"/>
                  <a:pt x="990381" y="65466"/>
                </a:cubicBezTo>
                <a:cubicBezTo>
                  <a:pt x="990439" y="52927"/>
                  <a:pt x="986733" y="43616"/>
                  <a:pt x="979263" y="37533"/>
                </a:cubicBezTo>
                <a:cubicBezTo>
                  <a:pt x="971793" y="31450"/>
                  <a:pt x="960215" y="28423"/>
                  <a:pt x="944528" y="28452"/>
                </a:cubicBezTo>
                <a:close/>
                <a:moveTo>
                  <a:pt x="2005917" y="4420"/>
                </a:moveTo>
                <a:lnTo>
                  <a:pt x="2120275" y="4420"/>
                </a:lnTo>
                <a:cubicBezTo>
                  <a:pt x="2119998" y="8558"/>
                  <a:pt x="2119584" y="13127"/>
                  <a:pt x="2119032" y="18128"/>
                </a:cubicBezTo>
                <a:cubicBezTo>
                  <a:pt x="2118479" y="23129"/>
                  <a:pt x="2117789" y="27767"/>
                  <a:pt x="2116960" y="32043"/>
                </a:cubicBezTo>
                <a:lnTo>
                  <a:pt x="2036855" y="32043"/>
                </a:lnTo>
                <a:lnTo>
                  <a:pt x="2036855" y="85631"/>
                </a:lnTo>
                <a:lnTo>
                  <a:pt x="2115026" y="85631"/>
                </a:lnTo>
                <a:cubicBezTo>
                  <a:pt x="2114750" y="89636"/>
                  <a:pt x="2114336" y="94124"/>
                  <a:pt x="2113783" y="99097"/>
                </a:cubicBezTo>
                <a:cubicBezTo>
                  <a:pt x="2113231" y="104069"/>
                  <a:pt x="2112540" y="108695"/>
                  <a:pt x="2111712" y="112977"/>
                </a:cubicBezTo>
                <a:lnTo>
                  <a:pt x="2036855" y="112977"/>
                </a:lnTo>
                <a:lnTo>
                  <a:pt x="2036855" y="195568"/>
                </a:lnTo>
                <a:lnTo>
                  <a:pt x="2005917" y="195568"/>
                </a:lnTo>
                <a:close/>
                <a:moveTo>
                  <a:pt x="1902809" y="2211"/>
                </a:moveTo>
                <a:lnTo>
                  <a:pt x="1902809" y="195568"/>
                </a:lnTo>
                <a:lnTo>
                  <a:pt x="1872425" y="195568"/>
                </a:lnTo>
                <a:lnTo>
                  <a:pt x="1872425" y="6630"/>
                </a:lnTo>
                <a:cubicBezTo>
                  <a:pt x="1876488" y="5479"/>
                  <a:pt x="1881345" y="4466"/>
                  <a:pt x="1886996" y="3592"/>
                </a:cubicBezTo>
                <a:cubicBezTo>
                  <a:pt x="1892647" y="2717"/>
                  <a:pt x="1897918" y="2257"/>
                  <a:pt x="1902809" y="2211"/>
                </a:cubicBezTo>
                <a:close/>
                <a:moveTo>
                  <a:pt x="655034" y="2211"/>
                </a:moveTo>
                <a:lnTo>
                  <a:pt x="655034" y="195568"/>
                </a:lnTo>
                <a:lnTo>
                  <a:pt x="624650" y="195568"/>
                </a:lnTo>
                <a:lnTo>
                  <a:pt x="624650" y="6630"/>
                </a:lnTo>
                <a:cubicBezTo>
                  <a:pt x="628712" y="5479"/>
                  <a:pt x="633569" y="4466"/>
                  <a:pt x="639221" y="3592"/>
                </a:cubicBezTo>
                <a:cubicBezTo>
                  <a:pt x="644872" y="2717"/>
                  <a:pt x="650143" y="2257"/>
                  <a:pt x="655034" y="2211"/>
                </a:cubicBezTo>
                <a:close/>
                <a:moveTo>
                  <a:pt x="943423" y="1382"/>
                </a:moveTo>
                <a:cubicBezTo>
                  <a:pt x="963261" y="1532"/>
                  <a:pt x="978921" y="4393"/>
                  <a:pt x="990401" y="9965"/>
                </a:cubicBezTo>
                <a:cubicBezTo>
                  <a:pt x="1001882" y="15538"/>
                  <a:pt x="1010032" y="22921"/>
                  <a:pt x="1014852" y="32115"/>
                </a:cubicBezTo>
                <a:cubicBezTo>
                  <a:pt x="1019673" y="41308"/>
                  <a:pt x="1022012" y="51413"/>
                  <a:pt x="1021871" y="62428"/>
                </a:cubicBezTo>
                <a:cubicBezTo>
                  <a:pt x="1021715" y="83283"/>
                  <a:pt x="1015051" y="99373"/>
                  <a:pt x="1001879" y="110698"/>
                </a:cubicBezTo>
                <a:cubicBezTo>
                  <a:pt x="988706" y="122023"/>
                  <a:pt x="969958" y="127755"/>
                  <a:pt x="945633" y="127893"/>
                </a:cubicBezTo>
                <a:lnTo>
                  <a:pt x="922430" y="127893"/>
                </a:lnTo>
                <a:lnTo>
                  <a:pt x="922430" y="195292"/>
                </a:lnTo>
                <a:lnTo>
                  <a:pt x="891492" y="195292"/>
                </a:lnTo>
                <a:lnTo>
                  <a:pt x="891492" y="6906"/>
                </a:lnTo>
                <a:cubicBezTo>
                  <a:pt x="898473" y="5347"/>
                  <a:pt x="906610" y="4046"/>
                  <a:pt x="915904" y="3005"/>
                </a:cubicBezTo>
                <a:cubicBezTo>
                  <a:pt x="925198" y="1963"/>
                  <a:pt x="934371" y="1422"/>
                  <a:pt x="943423" y="1382"/>
                </a:cubicBezTo>
                <a:close/>
                <a:moveTo>
                  <a:pt x="2316242" y="1106"/>
                </a:moveTo>
                <a:cubicBezTo>
                  <a:pt x="2321738" y="1215"/>
                  <a:pt x="2326215" y="2999"/>
                  <a:pt x="2329673" y="6458"/>
                </a:cubicBezTo>
                <a:cubicBezTo>
                  <a:pt x="2333132" y="9916"/>
                  <a:pt x="2334916" y="14393"/>
                  <a:pt x="2335025" y="19889"/>
                </a:cubicBezTo>
                <a:cubicBezTo>
                  <a:pt x="2334916" y="25385"/>
                  <a:pt x="2333132" y="29862"/>
                  <a:pt x="2329673" y="33320"/>
                </a:cubicBezTo>
                <a:cubicBezTo>
                  <a:pt x="2326215" y="36779"/>
                  <a:pt x="2321738" y="38563"/>
                  <a:pt x="2316242" y="38672"/>
                </a:cubicBezTo>
                <a:cubicBezTo>
                  <a:pt x="2310614" y="38563"/>
                  <a:pt x="2306056" y="36779"/>
                  <a:pt x="2302569" y="33320"/>
                </a:cubicBezTo>
                <a:cubicBezTo>
                  <a:pt x="2299082" y="29862"/>
                  <a:pt x="2297286" y="25385"/>
                  <a:pt x="2297183" y="19889"/>
                </a:cubicBezTo>
                <a:cubicBezTo>
                  <a:pt x="2297286" y="14393"/>
                  <a:pt x="2299082" y="9916"/>
                  <a:pt x="2302569" y="6458"/>
                </a:cubicBezTo>
                <a:cubicBezTo>
                  <a:pt x="2306056" y="2999"/>
                  <a:pt x="2310614" y="1215"/>
                  <a:pt x="2316242" y="1106"/>
                </a:cubicBezTo>
                <a:close/>
                <a:moveTo>
                  <a:pt x="173117" y="1106"/>
                </a:moveTo>
                <a:cubicBezTo>
                  <a:pt x="178613" y="1215"/>
                  <a:pt x="183090" y="2999"/>
                  <a:pt x="186549" y="6458"/>
                </a:cubicBezTo>
                <a:cubicBezTo>
                  <a:pt x="190007" y="9916"/>
                  <a:pt x="191791" y="14393"/>
                  <a:pt x="191900" y="19889"/>
                </a:cubicBezTo>
                <a:cubicBezTo>
                  <a:pt x="191791" y="25385"/>
                  <a:pt x="190007" y="29862"/>
                  <a:pt x="186549" y="33320"/>
                </a:cubicBezTo>
                <a:cubicBezTo>
                  <a:pt x="183090" y="36779"/>
                  <a:pt x="178613" y="38563"/>
                  <a:pt x="173117" y="38672"/>
                </a:cubicBezTo>
                <a:cubicBezTo>
                  <a:pt x="167489" y="38563"/>
                  <a:pt x="162931" y="36779"/>
                  <a:pt x="159444" y="33320"/>
                </a:cubicBezTo>
                <a:cubicBezTo>
                  <a:pt x="155957" y="29862"/>
                  <a:pt x="154161" y="25385"/>
                  <a:pt x="154058" y="19889"/>
                </a:cubicBezTo>
                <a:cubicBezTo>
                  <a:pt x="154161" y="14393"/>
                  <a:pt x="155957" y="9916"/>
                  <a:pt x="159444" y="6458"/>
                </a:cubicBezTo>
                <a:cubicBezTo>
                  <a:pt x="162931" y="2999"/>
                  <a:pt x="167489" y="1215"/>
                  <a:pt x="173117" y="1106"/>
                </a:cubicBezTo>
                <a:close/>
                <a:moveTo>
                  <a:pt x="68228" y="1"/>
                </a:moveTo>
                <a:cubicBezTo>
                  <a:pt x="77205" y="-11"/>
                  <a:pt x="85906" y="634"/>
                  <a:pt x="94331" y="1934"/>
                </a:cubicBezTo>
                <a:cubicBezTo>
                  <a:pt x="102756" y="3235"/>
                  <a:pt x="110904" y="5261"/>
                  <a:pt x="118777" y="8011"/>
                </a:cubicBezTo>
                <a:cubicBezTo>
                  <a:pt x="118357" y="13496"/>
                  <a:pt x="117678" y="18479"/>
                  <a:pt x="116740" y="22962"/>
                </a:cubicBezTo>
                <a:cubicBezTo>
                  <a:pt x="115802" y="27445"/>
                  <a:pt x="114639" y="31669"/>
                  <a:pt x="113252" y="35634"/>
                </a:cubicBezTo>
                <a:cubicBezTo>
                  <a:pt x="105633" y="32883"/>
                  <a:pt x="97807" y="30857"/>
                  <a:pt x="89773" y="29557"/>
                </a:cubicBezTo>
                <a:cubicBezTo>
                  <a:pt x="81740" y="28256"/>
                  <a:pt x="74466" y="27612"/>
                  <a:pt x="67951" y="27623"/>
                </a:cubicBezTo>
                <a:cubicBezTo>
                  <a:pt x="55976" y="27710"/>
                  <a:pt x="47125" y="29885"/>
                  <a:pt x="41399" y="34149"/>
                </a:cubicBezTo>
                <a:cubicBezTo>
                  <a:pt x="35673" y="38413"/>
                  <a:pt x="32831" y="44249"/>
                  <a:pt x="32871" y="51655"/>
                </a:cubicBezTo>
                <a:cubicBezTo>
                  <a:pt x="32917" y="58710"/>
                  <a:pt x="35518" y="64626"/>
                  <a:pt x="40674" y="69402"/>
                </a:cubicBezTo>
                <a:cubicBezTo>
                  <a:pt x="45831" y="74179"/>
                  <a:pt x="53266" y="78575"/>
                  <a:pt x="62979" y="82592"/>
                </a:cubicBezTo>
                <a:lnTo>
                  <a:pt x="77896" y="88945"/>
                </a:lnTo>
                <a:cubicBezTo>
                  <a:pt x="95315" y="96190"/>
                  <a:pt x="107987" y="104282"/>
                  <a:pt x="115911" y="113219"/>
                </a:cubicBezTo>
                <a:cubicBezTo>
                  <a:pt x="123835" y="122156"/>
                  <a:pt x="127737" y="133216"/>
                  <a:pt x="127616" y="146400"/>
                </a:cubicBezTo>
                <a:cubicBezTo>
                  <a:pt x="127593" y="162530"/>
                  <a:pt x="121631" y="175432"/>
                  <a:pt x="109731" y="185106"/>
                </a:cubicBezTo>
                <a:cubicBezTo>
                  <a:pt x="97830" y="194780"/>
                  <a:pt x="80128" y="199740"/>
                  <a:pt x="56626" y="199988"/>
                </a:cubicBezTo>
                <a:cubicBezTo>
                  <a:pt x="45324" y="199999"/>
                  <a:pt x="34989" y="199148"/>
                  <a:pt x="25620" y="197433"/>
                </a:cubicBezTo>
                <a:cubicBezTo>
                  <a:pt x="16251" y="195718"/>
                  <a:pt x="7711" y="193071"/>
                  <a:pt x="0" y="189491"/>
                </a:cubicBezTo>
                <a:cubicBezTo>
                  <a:pt x="271" y="183926"/>
                  <a:pt x="835" y="178966"/>
                  <a:pt x="1692" y="174610"/>
                </a:cubicBezTo>
                <a:cubicBezTo>
                  <a:pt x="2550" y="170253"/>
                  <a:pt x="3735" y="165914"/>
                  <a:pt x="5248" y="161592"/>
                </a:cubicBezTo>
                <a:cubicBezTo>
                  <a:pt x="13173" y="165183"/>
                  <a:pt x="21632" y="167877"/>
                  <a:pt x="30627" y="169672"/>
                </a:cubicBezTo>
                <a:cubicBezTo>
                  <a:pt x="39621" y="171467"/>
                  <a:pt x="48012" y="172365"/>
                  <a:pt x="55798" y="172365"/>
                </a:cubicBezTo>
                <a:cubicBezTo>
                  <a:pt x="68705" y="172359"/>
                  <a:pt x="78592" y="170299"/>
                  <a:pt x="85457" y="166185"/>
                </a:cubicBezTo>
                <a:cubicBezTo>
                  <a:pt x="92323" y="162070"/>
                  <a:pt x="95787" y="155936"/>
                  <a:pt x="95850" y="147781"/>
                </a:cubicBezTo>
                <a:cubicBezTo>
                  <a:pt x="95954" y="140030"/>
                  <a:pt x="93123" y="133642"/>
                  <a:pt x="87356" y="128618"/>
                </a:cubicBezTo>
                <a:cubicBezTo>
                  <a:pt x="81590" y="123594"/>
                  <a:pt x="72268" y="118381"/>
                  <a:pt x="59388" y="112977"/>
                </a:cubicBezTo>
                <a:lnTo>
                  <a:pt x="45301" y="106900"/>
                </a:lnTo>
                <a:cubicBezTo>
                  <a:pt x="32123" y="101473"/>
                  <a:pt x="21603" y="94510"/>
                  <a:pt x="13742" y="86010"/>
                </a:cubicBezTo>
                <a:cubicBezTo>
                  <a:pt x="5881" y="77511"/>
                  <a:pt x="1853" y="66059"/>
                  <a:pt x="1657" y="51655"/>
                </a:cubicBezTo>
                <a:cubicBezTo>
                  <a:pt x="1634" y="35726"/>
                  <a:pt x="7136" y="23181"/>
                  <a:pt x="18162" y="14019"/>
                </a:cubicBezTo>
                <a:cubicBezTo>
                  <a:pt x="29188" y="4858"/>
                  <a:pt x="45877" y="185"/>
                  <a:pt x="68228" y="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9" name="Forma libre: forma 18">
            <a:extLst>
              <a:ext uri="{FF2B5EF4-FFF2-40B4-BE49-F238E27FC236}">
                <a16:creationId xmlns:a16="http://schemas.microsoft.com/office/drawing/2014/main" id="{B61CF4CC-ED27-4967-A11A-B838DFD4D9A3}"/>
              </a:ext>
            </a:extLst>
          </p:cNvPr>
          <p:cNvSpPr/>
          <p:nvPr userDrawn="1"/>
        </p:nvSpPr>
        <p:spPr>
          <a:xfrm>
            <a:off x="0" y="5229922"/>
            <a:ext cx="12192000" cy="1628078"/>
          </a:xfrm>
          <a:custGeom>
            <a:avLst/>
            <a:gdLst>
              <a:gd name="connsiteX0" fmla="*/ 8943278 w 12192000"/>
              <a:gd name="connsiteY0" fmla="*/ 0 h 1628078"/>
              <a:gd name="connsiteX1" fmla="*/ 12192000 w 12192000"/>
              <a:gd name="connsiteY1" fmla="*/ 0 h 1628078"/>
              <a:gd name="connsiteX2" fmla="*/ 12192000 w 12192000"/>
              <a:gd name="connsiteY2" fmla="*/ 1628078 h 1628078"/>
              <a:gd name="connsiteX3" fmla="*/ 0 w 12192000"/>
              <a:gd name="connsiteY3" fmla="*/ 1628078 h 1628078"/>
              <a:gd name="connsiteX4" fmla="*/ 0 w 12192000"/>
              <a:gd name="connsiteY4" fmla="*/ 1226634 h 1628078"/>
              <a:gd name="connsiteX5" fmla="*/ 8943278 w 12192000"/>
              <a:gd name="connsiteY5" fmla="*/ 1226634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1628078">
                <a:moveTo>
                  <a:pt x="8943278" y="0"/>
                </a:moveTo>
                <a:lnTo>
                  <a:pt x="12192000" y="0"/>
                </a:lnTo>
                <a:lnTo>
                  <a:pt x="12192000" y="1628078"/>
                </a:lnTo>
                <a:lnTo>
                  <a:pt x="0" y="1628078"/>
                </a:lnTo>
                <a:lnTo>
                  <a:pt x="0" y="1226634"/>
                </a:lnTo>
                <a:lnTo>
                  <a:pt x="8943278" y="1226634"/>
                </a:lnTo>
                <a:close/>
              </a:path>
            </a:pathLst>
          </a:cu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pic>
        <p:nvPicPr>
          <p:cNvPr id="12" name="Gráfico 11">
            <a:extLst>
              <a:ext uri="{FF2B5EF4-FFF2-40B4-BE49-F238E27FC236}">
                <a16:creationId xmlns:a16="http://schemas.microsoft.com/office/drawing/2014/main" id="{67F54544-030A-41BD-9896-574241C7188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21979" y="5727401"/>
            <a:ext cx="1896592" cy="332588"/>
          </a:xfrm>
          <a:prstGeom prst="rect">
            <a:avLst/>
          </a:prstGeom>
        </p:spPr>
      </p:pic>
      <p:pic>
        <p:nvPicPr>
          <p:cNvPr id="1026" name="Picture 2" descr="Resultado de imagen de DJSI Member Log">
            <a:extLst>
              <a:ext uri="{FF2B5EF4-FFF2-40B4-BE49-F238E27FC236}">
                <a16:creationId xmlns:a16="http://schemas.microsoft.com/office/drawing/2014/main" id="{892B8B9E-DEBC-4365-A4A8-EB9654BA3099}"/>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5796917" y="5573145"/>
            <a:ext cx="1347483" cy="455449"/>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upo 19">
            <a:extLst>
              <a:ext uri="{FF2B5EF4-FFF2-40B4-BE49-F238E27FC236}">
                <a16:creationId xmlns:a16="http://schemas.microsoft.com/office/drawing/2014/main" id="{246620ED-93B0-4966-8E36-4B883B49E634}"/>
              </a:ext>
            </a:extLst>
          </p:cNvPr>
          <p:cNvGrpSpPr/>
          <p:nvPr userDrawn="1"/>
        </p:nvGrpSpPr>
        <p:grpSpPr>
          <a:xfrm>
            <a:off x="7612560" y="5573578"/>
            <a:ext cx="578707" cy="455017"/>
            <a:chOff x="2203451" y="-4230356"/>
            <a:chExt cx="6896100" cy="5422158"/>
          </a:xfrm>
        </p:grpSpPr>
        <p:pic>
          <p:nvPicPr>
            <p:cNvPr id="22" name="Imagen 21" descr="Imagen relacionada">
              <a:extLst>
                <a:ext uri="{FF2B5EF4-FFF2-40B4-BE49-F238E27FC236}">
                  <a16:creationId xmlns:a16="http://schemas.microsoft.com/office/drawing/2014/main" id="{E4D48186-AF8E-4052-97D2-CCAFD0E1AC76}"/>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l="22544" t="3352" r="22378" b="28229"/>
            <a:stretch>
              <a:fillRect/>
            </a:stretch>
          </p:blipFill>
          <p:spPr bwMode="auto">
            <a:xfrm>
              <a:off x="3758085" y="-4230356"/>
              <a:ext cx="3798276" cy="3838472"/>
            </a:xfrm>
            <a:custGeom>
              <a:avLst/>
              <a:gdLst>
                <a:gd name="connsiteX0" fmla="*/ 1899138 w 3798276"/>
                <a:gd name="connsiteY0" fmla="*/ 0 h 3838472"/>
                <a:gd name="connsiteX1" fmla="*/ 3798276 w 3798276"/>
                <a:gd name="connsiteY1" fmla="*/ 1919236 h 3838472"/>
                <a:gd name="connsiteX2" fmla="*/ 1899138 w 3798276"/>
                <a:gd name="connsiteY2" fmla="*/ 3838472 h 3838472"/>
                <a:gd name="connsiteX3" fmla="*/ 0 w 3798276"/>
                <a:gd name="connsiteY3" fmla="*/ 1919236 h 3838472"/>
                <a:gd name="connsiteX4" fmla="*/ 1899138 w 3798276"/>
                <a:gd name="connsiteY4" fmla="*/ 0 h 38384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8276" h="3838472">
                  <a:moveTo>
                    <a:pt x="1899138" y="0"/>
                  </a:moveTo>
                  <a:cubicBezTo>
                    <a:pt x="2948003" y="0"/>
                    <a:pt x="3798276" y="859271"/>
                    <a:pt x="3798276" y="1919236"/>
                  </a:cubicBezTo>
                  <a:cubicBezTo>
                    <a:pt x="3798276" y="2979201"/>
                    <a:pt x="2948003" y="3838472"/>
                    <a:pt x="1899138" y="3838472"/>
                  </a:cubicBezTo>
                  <a:cubicBezTo>
                    <a:pt x="850273" y="3838472"/>
                    <a:pt x="0" y="2979201"/>
                    <a:pt x="0" y="1919236"/>
                  </a:cubicBezTo>
                  <a:cubicBezTo>
                    <a:pt x="0" y="859271"/>
                    <a:pt x="850273" y="0"/>
                    <a:pt x="1899138" y="0"/>
                  </a:cubicBezTo>
                  <a:close/>
                </a:path>
              </a:pathLst>
            </a:custGeom>
            <a:noFill/>
            <a:extLst>
              <a:ext uri="{909E8E84-426E-40DD-AFC4-6F175D3DCCD1}">
                <a14:hiddenFill xmlns:a14="http://schemas.microsoft.com/office/drawing/2010/main">
                  <a:solidFill>
                    <a:srgbClr val="FFFFFF"/>
                  </a:solidFill>
                </a14:hiddenFill>
              </a:ext>
            </a:extLst>
          </p:spPr>
        </p:pic>
        <p:pic>
          <p:nvPicPr>
            <p:cNvPr id="24" name="Imagen 23" descr="Imagen relacionada">
              <a:extLst>
                <a:ext uri="{FF2B5EF4-FFF2-40B4-BE49-F238E27FC236}">
                  <a16:creationId xmlns:a16="http://schemas.microsoft.com/office/drawing/2014/main" id="{411507B2-E393-4DDC-B151-70751F9943CB}"/>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t="78757"/>
            <a:stretch>
              <a:fillRect/>
            </a:stretch>
          </p:blipFill>
          <p:spPr bwMode="auto">
            <a:xfrm>
              <a:off x="2203451" y="0"/>
              <a:ext cx="6896100" cy="1191802"/>
            </a:xfrm>
            <a:custGeom>
              <a:avLst/>
              <a:gdLst>
                <a:gd name="connsiteX0" fmla="*/ 0 w 6896100"/>
                <a:gd name="connsiteY0" fmla="*/ 0 h 1191802"/>
                <a:gd name="connsiteX1" fmla="*/ 6896100 w 6896100"/>
                <a:gd name="connsiteY1" fmla="*/ 0 h 1191802"/>
                <a:gd name="connsiteX2" fmla="*/ 6896100 w 6896100"/>
                <a:gd name="connsiteY2" fmla="*/ 1191802 h 1191802"/>
                <a:gd name="connsiteX3" fmla="*/ 0 w 6896100"/>
                <a:gd name="connsiteY3" fmla="*/ 1191802 h 1191802"/>
              </a:gdLst>
              <a:ahLst/>
              <a:cxnLst>
                <a:cxn ang="0">
                  <a:pos x="connsiteX0" y="connsiteY0"/>
                </a:cxn>
                <a:cxn ang="0">
                  <a:pos x="connsiteX1" y="connsiteY1"/>
                </a:cxn>
                <a:cxn ang="0">
                  <a:pos x="connsiteX2" y="connsiteY2"/>
                </a:cxn>
                <a:cxn ang="0">
                  <a:pos x="connsiteX3" y="connsiteY3"/>
                </a:cxn>
              </a:cxnLst>
              <a:rect l="l" t="t" r="r" b="b"/>
              <a:pathLst>
                <a:path w="6896100" h="1191802">
                  <a:moveTo>
                    <a:pt x="0" y="0"/>
                  </a:moveTo>
                  <a:lnTo>
                    <a:pt x="6896100" y="0"/>
                  </a:lnTo>
                  <a:lnTo>
                    <a:pt x="6896100" y="1191802"/>
                  </a:lnTo>
                  <a:lnTo>
                    <a:pt x="0" y="1191802"/>
                  </a:lnTo>
                  <a:close/>
                </a:path>
              </a:pathLst>
            </a:custGeom>
            <a:noFill/>
            <a:extLst>
              <a:ext uri="{909E8E84-426E-40DD-AFC4-6F175D3DCCD1}">
                <a14:hiddenFill xmlns:a14="http://schemas.microsoft.com/office/drawing/2010/main">
                  <a:solidFill>
                    <a:srgbClr val="FFFFFF"/>
                  </a:solidFill>
                </a14:hiddenFill>
              </a:ext>
            </a:extLst>
          </p:spPr>
        </p:pic>
      </p:grpSp>
      <p:sp>
        <p:nvSpPr>
          <p:cNvPr id="23" name="CuadroTexto 22">
            <a:extLst>
              <a:ext uri="{FF2B5EF4-FFF2-40B4-BE49-F238E27FC236}">
                <a16:creationId xmlns:a16="http://schemas.microsoft.com/office/drawing/2014/main" id="{B163354C-97AE-4FC8-BF01-B7FCA9B2C7C0}"/>
              </a:ext>
            </a:extLst>
          </p:cNvPr>
          <p:cNvSpPr txBox="1"/>
          <p:nvPr userDrawn="1"/>
        </p:nvSpPr>
        <p:spPr>
          <a:xfrm>
            <a:off x="719289" y="1945650"/>
            <a:ext cx="3365479" cy="1169551"/>
          </a:xfrm>
          <a:prstGeom prst="rect">
            <a:avLst/>
          </a:prstGeom>
          <a:noFill/>
        </p:spPr>
        <p:txBody>
          <a:bodyPr wrap="square" rtlCol="0">
            <a:spAutoFit/>
          </a:bodyPr>
          <a:lstStyle/>
          <a:p>
            <a:r>
              <a:rPr lang="en-US" sz="1400" dirty="0">
                <a:solidFill>
                  <a:schemeClr val="tx2"/>
                </a:solidFill>
              </a:rPr>
              <a:t>Our purpose is to help people </a:t>
            </a:r>
            <a:br>
              <a:rPr lang="en-US" sz="1400" dirty="0">
                <a:solidFill>
                  <a:schemeClr val="tx2"/>
                </a:solidFill>
              </a:rPr>
            </a:br>
            <a:r>
              <a:rPr lang="en-US" sz="1400" dirty="0">
                <a:solidFill>
                  <a:schemeClr val="tx2"/>
                </a:solidFill>
              </a:rPr>
              <a:t>and business prosper.</a:t>
            </a:r>
          </a:p>
          <a:p>
            <a:endParaRPr lang="en-US" sz="1400" dirty="0">
              <a:solidFill>
                <a:schemeClr val="tx2"/>
              </a:solidFill>
            </a:endParaRPr>
          </a:p>
          <a:p>
            <a:r>
              <a:rPr lang="en-US" sz="1400" dirty="0">
                <a:solidFill>
                  <a:schemeClr val="tx2"/>
                </a:solidFill>
              </a:rPr>
              <a:t>Our culture is based on believing </a:t>
            </a:r>
            <a:br>
              <a:rPr lang="en-US" sz="1400" dirty="0">
                <a:solidFill>
                  <a:schemeClr val="tx2"/>
                </a:solidFill>
              </a:rPr>
            </a:br>
            <a:r>
              <a:rPr lang="en-US" sz="1400" dirty="0">
                <a:solidFill>
                  <a:schemeClr val="tx2"/>
                </a:solidFill>
              </a:rPr>
              <a:t>that everything we do should be:</a:t>
            </a:r>
          </a:p>
        </p:txBody>
      </p:sp>
      <p:sp>
        <p:nvSpPr>
          <p:cNvPr id="28" name="CuadroTexto 27">
            <a:extLst>
              <a:ext uri="{FF2B5EF4-FFF2-40B4-BE49-F238E27FC236}">
                <a16:creationId xmlns:a16="http://schemas.microsoft.com/office/drawing/2014/main" id="{68E35268-345F-47C7-ADB2-CE92421E8EED}"/>
              </a:ext>
            </a:extLst>
          </p:cNvPr>
          <p:cNvSpPr txBox="1"/>
          <p:nvPr userDrawn="1"/>
        </p:nvSpPr>
        <p:spPr>
          <a:xfrm>
            <a:off x="721506" y="628194"/>
            <a:ext cx="3365479" cy="707886"/>
          </a:xfrm>
          <a:prstGeom prst="rect">
            <a:avLst/>
          </a:prstGeom>
          <a:noFill/>
        </p:spPr>
        <p:txBody>
          <a:bodyPr wrap="square" rtlCol="0">
            <a:spAutoFit/>
          </a:bodyPr>
          <a:lstStyle/>
          <a:p>
            <a:r>
              <a:rPr lang="es-ES" sz="4000" dirty="0" err="1">
                <a:solidFill>
                  <a:schemeClr val="accent1"/>
                </a:solidFill>
              </a:rPr>
              <a:t>Thank</a:t>
            </a:r>
            <a:r>
              <a:rPr lang="es-ES" sz="4000" dirty="0">
                <a:solidFill>
                  <a:schemeClr val="accent1"/>
                </a:solidFill>
              </a:rPr>
              <a:t> </a:t>
            </a:r>
            <a:r>
              <a:rPr lang="es-ES" sz="4000" dirty="0" err="1">
                <a:solidFill>
                  <a:schemeClr val="accent1"/>
                </a:solidFill>
              </a:rPr>
              <a:t>You</a:t>
            </a:r>
            <a:r>
              <a:rPr lang="es-ES" sz="4000" dirty="0">
                <a:solidFill>
                  <a:schemeClr val="accent1"/>
                </a:solidFill>
              </a:rPr>
              <a:t>.</a:t>
            </a:r>
          </a:p>
        </p:txBody>
      </p:sp>
      <p:sp>
        <p:nvSpPr>
          <p:cNvPr id="31" name="Forma libre: forma 30">
            <a:extLst>
              <a:ext uri="{FF2B5EF4-FFF2-40B4-BE49-F238E27FC236}">
                <a16:creationId xmlns:a16="http://schemas.microsoft.com/office/drawing/2014/main" id="{073BDF73-2FC7-4E8C-B95B-B68B9F5D3BE9}"/>
              </a:ext>
            </a:extLst>
          </p:cNvPr>
          <p:cNvSpPr/>
          <p:nvPr userDrawn="1"/>
        </p:nvSpPr>
        <p:spPr>
          <a:xfrm>
            <a:off x="1" y="5229922"/>
            <a:ext cx="12196689" cy="1628078"/>
          </a:xfrm>
          <a:custGeom>
            <a:avLst/>
            <a:gdLst>
              <a:gd name="connsiteX0" fmla="*/ 8932985 w 12196689"/>
              <a:gd name="connsiteY0" fmla="*/ 0 h 1628078"/>
              <a:gd name="connsiteX1" fmla="*/ 12196689 w 12196689"/>
              <a:gd name="connsiteY1" fmla="*/ 0 h 1628078"/>
              <a:gd name="connsiteX2" fmla="*/ 12196689 w 12196689"/>
              <a:gd name="connsiteY2" fmla="*/ 1628078 h 1628078"/>
              <a:gd name="connsiteX3" fmla="*/ 0 w 12196689"/>
              <a:gd name="connsiteY3" fmla="*/ 1628078 h 1628078"/>
              <a:gd name="connsiteX4" fmla="*/ 0 w 12196689"/>
              <a:gd name="connsiteY4" fmla="*/ 1213081 h 1628078"/>
              <a:gd name="connsiteX5" fmla="*/ 8932985 w 12196689"/>
              <a:gd name="connsiteY5" fmla="*/ 1213081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6689" h="1628078">
                <a:moveTo>
                  <a:pt x="8932985" y="0"/>
                </a:moveTo>
                <a:lnTo>
                  <a:pt x="12196689" y="0"/>
                </a:lnTo>
                <a:lnTo>
                  <a:pt x="12196689" y="1628078"/>
                </a:lnTo>
                <a:lnTo>
                  <a:pt x="0" y="1628078"/>
                </a:lnTo>
                <a:lnTo>
                  <a:pt x="0" y="1213081"/>
                </a:lnTo>
                <a:lnTo>
                  <a:pt x="8932985" y="121308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sz="1800"/>
          </a:p>
        </p:txBody>
      </p:sp>
    </p:spTree>
    <p:extLst>
      <p:ext uri="{BB962C8B-B14F-4D97-AF65-F5344CB8AC3E}">
        <p14:creationId xmlns:p14="http://schemas.microsoft.com/office/powerpoint/2010/main" val="2942568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tle Page white">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F305A9-DE4B-49AF-BCD4-43A65F7EB523}"/>
              </a:ext>
            </a:extLst>
          </p:cNvPr>
          <p:cNvSpPr>
            <a:spLocks noGrp="1"/>
          </p:cNvSpPr>
          <p:nvPr>
            <p:ph type="ctrTitle"/>
          </p:nvPr>
        </p:nvSpPr>
        <p:spPr>
          <a:xfrm>
            <a:off x="721745" y="1096485"/>
            <a:ext cx="4937184" cy="1407004"/>
          </a:xfrm>
        </p:spPr>
        <p:txBody>
          <a:bodyPr anchor="t">
            <a:normAutofit/>
          </a:bodyPr>
          <a:lstStyle>
            <a:lvl1pPr algn="l">
              <a:lnSpc>
                <a:spcPct val="90000"/>
              </a:lnSpc>
              <a:defRPr sz="3075">
                <a:solidFill>
                  <a:schemeClr val="accent1"/>
                </a:solidFill>
              </a:defRPr>
            </a:lvl1pPr>
          </a:lstStyle>
          <a:p>
            <a:r>
              <a:rPr lang="en-US" dirty="0"/>
              <a:t>Click to edit Master title style</a:t>
            </a:r>
            <a:endParaRPr lang="es-ES" dirty="0"/>
          </a:p>
        </p:txBody>
      </p:sp>
      <p:sp>
        <p:nvSpPr>
          <p:cNvPr id="3" name="Subtítulo 2">
            <a:extLst>
              <a:ext uri="{FF2B5EF4-FFF2-40B4-BE49-F238E27FC236}">
                <a16:creationId xmlns:a16="http://schemas.microsoft.com/office/drawing/2014/main" id="{7AB17398-CAA7-49B6-868C-44D053E7EAC0}"/>
              </a:ext>
            </a:extLst>
          </p:cNvPr>
          <p:cNvSpPr>
            <a:spLocks noGrp="1"/>
          </p:cNvSpPr>
          <p:nvPr>
            <p:ph type="subTitle" idx="1"/>
          </p:nvPr>
        </p:nvSpPr>
        <p:spPr>
          <a:xfrm>
            <a:off x="724620" y="2722142"/>
            <a:ext cx="4934309" cy="2436454"/>
          </a:xfrm>
        </p:spPr>
        <p:txBody>
          <a:bodyPr>
            <a:noAutofit/>
          </a:bodyPr>
          <a:lstStyle>
            <a:lvl1pPr marL="0" indent="0" algn="l">
              <a:lnSpc>
                <a:spcPct val="100000"/>
              </a:lnSpc>
              <a:spcBef>
                <a:spcPts val="0"/>
              </a:spcBef>
              <a:spcAft>
                <a:spcPts val="900"/>
              </a:spcAft>
              <a:buNone/>
              <a:defRPr sz="1500">
                <a:solidFill>
                  <a:schemeClr val="tx2"/>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p>
        </p:txBody>
      </p:sp>
      <p:pic>
        <p:nvPicPr>
          <p:cNvPr id="9" name="Gráfico 8">
            <a:extLst>
              <a:ext uri="{FF2B5EF4-FFF2-40B4-BE49-F238E27FC236}">
                <a16:creationId xmlns:a16="http://schemas.microsoft.com/office/drawing/2014/main" id="{9012236B-6821-499F-B6D4-F11EC0EF0CA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21979" y="5727401"/>
            <a:ext cx="1896592" cy="332588"/>
          </a:xfrm>
          <a:prstGeom prst="rect">
            <a:avLst/>
          </a:prstGeom>
        </p:spPr>
      </p:pic>
      <p:sp>
        <p:nvSpPr>
          <p:cNvPr id="17" name="Marcador de texto 16">
            <a:extLst>
              <a:ext uri="{FF2B5EF4-FFF2-40B4-BE49-F238E27FC236}">
                <a16:creationId xmlns:a16="http://schemas.microsoft.com/office/drawing/2014/main" id="{F5E5F18D-70E6-495C-A384-2EDAE0030937}"/>
              </a:ext>
            </a:extLst>
          </p:cNvPr>
          <p:cNvSpPr>
            <a:spLocks noGrp="1"/>
          </p:cNvSpPr>
          <p:nvPr>
            <p:ph type="body" sz="quarter" idx="14"/>
          </p:nvPr>
        </p:nvSpPr>
        <p:spPr>
          <a:xfrm>
            <a:off x="709650" y="333651"/>
            <a:ext cx="11177551" cy="419100"/>
          </a:xfrm>
        </p:spPr>
        <p:txBody>
          <a:bodyPr>
            <a:noAutofit/>
          </a:bodyPr>
          <a:lstStyle>
            <a:lvl1pPr marL="0" indent="0">
              <a:buNone/>
              <a:defRPr sz="975">
                <a:solidFill>
                  <a:schemeClr val="tx2"/>
                </a:solidFill>
              </a:defRPr>
            </a:lvl1pPr>
            <a:lvl2pPr marL="342900" indent="0">
              <a:buNone/>
              <a:defRPr sz="975">
                <a:solidFill>
                  <a:schemeClr val="tx2"/>
                </a:solidFill>
              </a:defRPr>
            </a:lvl2pPr>
            <a:lvl3pPr marL="685800" indent="0">
              <a:buNone/>
              <a:defRPr sz="975">
                <a:solidFill>
                  <a:schemeClr val="tx2"/>
                </a:solidFill>
              </a:defRPr>
            </a:lvl3pPr>
            <a:lvl4pPr marL="1028700" indent="0">
              <a:buNone/>
              <a:defRPr sz="975">
                <a:solidFill>
                  <a:schemeClr val="tx2"/>
                </a:solidFill>
              </a:defRPr>
            </a:lvl4pPr>
            <a:lvl5pPr marL="1371600" indent="0">
              <a:buNone/>
              <a:defRPr sz="975">
                <a:solidFill>
                  <a:schemeClr val="tx2"/>
                </a:solidFill>
              </a:defRPr>
            </a:lvl5pPr>
          </a:lstStyle>
          <a:p>
            <a:pPr lvl="0"/>
            <a:r>
              <a:rPr lang="en-US" dirty="0"/>
              <a:t>Edit Master text styles</a:t>
            </a:r>
          </a:p>
        </p:txBody>
      </p:sp>
      <p:sp>
        <p:nvSpPr>
          <p:cNvPr id="7" name="Forma libre: forma 6">
            <a:extLst>
              <a:ext uri="{FF2B5EF4-FFF2-40B4-BE49-F238E27FC236}">
                <a16:creationId xmlns:a16="http://schemas.microsoft.com/office/drawing/2014/main" id="{67D1300D-9BA1-4612-9EA5-90328019812E}"/>
              </a:ext>
            </a:extLst>
          </p:cNvPr>
          <p:cNvSpPr/>
          <p:nvPr userDrawn="1"/>
        </p:nvSpPr>
        <p:spPr>
          <a:xfrm>
            <a:off x="1" y="5229922"/>
            <a:ext cx="12196689" cy="1628078"/>
          </a:xfrm>
          <a:custGeom>
            <a:avLst/>
            <a:gdLst>
              <a:gd name="connsiteX0" fmla="*/ 8932985 w 12196689"/>
              <a:gd name="connsiteY0" fmla="*/ 0 h 1628078"/>
              <a:gd name="connsiteX1" fmla="*/ 12196689 w 12196689"/>
              <a:gd name="connsiteY1" fmla="*/ 0 h 1628078"/>
              <a:gd name="connsiteX2" fmla="*/ 12196689 w 12196689"/>
              <a:gd name="connsiteY2" fmla="*/ 1628078 h 1628078"/>
              <a:gd name="connsiteX3" fmla="*/ 0 w 12196689"/>
              <a:gd name="connsiteY3" fmla="*/ 1628078 h 1628078"/>
              <a:gd name="connsiteX4" fmla="*/ 0 w 12196689"/>
              <a:gd name="connsiteY4" fmla="*/ 1213081 h 1628078"/>
              <a:gd name="connsiteX5" fmla="*/ 8932985 w 12196689"/>
              <a:gd name="connsiteY5" fmla="*/ 1213081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6689" h="1628078">
                <a:moveTo>
                  <a:pt x="8932985" y="0"/>
                </a:moveTo>
                <a:lnTo>
                  <a:pt x="12196689" y="0"/>
                </a:lnTo>
                <a:lnTo>
                  <a:pt x="12196689" y="1628078"/>
                </a:lnTo>
                <a:lnTo>
                  <a:pt x="0" y="1628078"/>
                </a:lnTo>
                <a:lnTo>
                  <a:pt x="0" y="1213081"/>
                </a:lnTo>
                <a:lnTo>
                  <a:pt x="8932985" y="121308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s-ES" sz="1350"/>
          </a:p>
        </p:txBody>
      </p:sp>
    </p:spTree>
    <p:extLst>
      <p:ext uri="{BB962C8B-B14F-4D97-AF65-F5344CB8AC3E}">
        <p14:creationId xmlns:p14="http://schemas.microsoft.com/office/powerpoint/2010/main" val="1331924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6" name="Rectangle 4"/>
          <p:cNvSpPr>
            <a:spLocks noGrp="1" noChangeArrowheads="1"/>
          </p:cNvSpPr>
          <p:nvPr>
            <p:ph type="dt" sz="half" idx="2"/>
          </p:nvPr>
        </p:nvSpPr>
        <p:spPr bwMode="auto">
          <a:xfrm>
            <a:off x="2682329" y="6320948"/>
            <a:ext cx="1834727" cy="337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7749" tIns="48875" rIns="97749" bIns="48875" numCol="1" anchor="t" anchorCtr="0" compatLnSpc="1">
            <a:prstTxWarp prst="textNoShape">
              <a:avLst/>
            </a:prstTxWarp>
          </a:bodyPr>
          <a:lstStyle>
            <a:lvl1pPr defTabSz="677024">
              <a:spcBef>
                <a:spcPct val="0"/>
              </a:spcBef>
              <a:buClrTx/>
              <a:buFontTx/>
              <a:buNone/>
              <a:defRPr sz="1039">
                <a:latin typeface="Times New Roman" pitchFamily="18" charset="0"/>
              </a:defRPr>
            </a:lvl1pPr>
          </a:lstStyle>
          <a:p>
            <a:pPr>
              <a:defRPr/>
            </a:pPr>
            <a:endParaRPr lang="es-ES" dirty="0"/>
          </a:p>
        </p:txBody>
      </p:sp>
      <p:sp>
        <p:nvSpPr>
          <p:cNvPr id="7" name="Rectangle 5"/>
          <p:cNvSpPr>
            <a:spLocks noGrp="1" noChangeArrowheads="1"/>
          </p:cNvSpPr>
          <p:nvPr>
            <p:ph type="ftr" sz="quarter" idx="3"/>
          </p:nvPr>
        </p:nvSpPr>
        <p:spPr bwMode="auto">
          <a:xfrm>
            <a:off x="4696527" y="6335653"/>
            <a:ext cx="3860000" cy="337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7749" tIns="48875" rIns="97749" bIns="48875" numCol="1" anchor="t" anchorCtr="0" compatLnSpc="1">
            <a:prstTxWarp prst="textNoShape">
              <a:avLst/>
            </a:prstTxWarp>
          </a:bodyPr>
          <a:lstStyle>
            <a:lvl1pPr algn="ctr" defTabSz="677024">
              <a:spcBef>
                <a:spcPct val="0"/>
              </a:spcBef>
              <a:buClrTx/>
              <a:buFontTx/>
              <a:buNone/>
              <a:defRPr sz="1039">
                <a:latin typeface="Times New Roman" pitchFamily="18" charset="0"/>
              </a:defRPr>
            </a:lvl1pPr>
          </a:lstStyle>
          <a:p>
            <a:pPr>
              <a:defRPr/>
            </a:pPr>
            <a:endParaRPr lang="es-ES" dirty="0"/>
          </a:p>
        </p:txBody>
      </p:sp>
      <p:sp>
        <p:nvSpPr>
          <p:cNvPr id="8" name="Slide Number Placeholder 5"/>
          <p:cNvSpPr>
            <a:spLocks noGrp="1"/>
          </p:cNvSpPr>
          <p:nvPr>
            <p:ph type="sldNum" sz="quarter" idx="4"/>
          </p:nvPr>
        </p:nvSpPr>
        <p:spPr>
          <a:xfrm>
            <a:off x="10750200" y="6352311"/>
            <a:ext cx="1368659" cy="337038"/>
          </a:xfrm>
          <a:prstGeom prst="rect">
            <a:avLst/>
          </a:prstGeom>
        </p:spPr>
        <p:txBody>
          <a:bodyPr vert="horz" lIns="91440" tIns="45720" rIns="91440" bIns="45720" rtlCol="0" anchor="ctr"/>
          <a:lstStyle>
            <a:lvl1pPr algn="r">
              <a:defRPr sz="831">
                <a:solidFill>
                  <a:schemeClr val="tx1">
                    <a:tint val="75000"/>
                  </a:schemeClr>
                </a:solidFill>
              </a:defRPr>
            </a:lvl1pPr>
          </a:lstStyle>
          <a:p>
            <a:pPr fontAlgn="base">
              <a:spcBef>
                <a:spcPct val="20000"/>
              </a:spcBef>
              <a:spcAft>
                <a:spcPct val="0"/>
              </a:spcAft>
              <a:buClr>
                <a:srgbClr val="ED7D31"/>
              </a:buClr>
              <a:buFont typeface="Wingdings" pitchFamily="2" charset="2"/>
              <a:buNone/>
              <a:defRPr/>
            </a:pPr>
            <a:fld id="{9A85A4C5-CB31-4A21-8501-C88382489950}" type="slidenum">
              <a:rPr lang="es-ES" smtClean="0">
                <a:solidFill>
                  <a:prstClr val="black">
                    <a:tint val="75000"/>
                  </a:prstClr>
                </a:solidFill>
                <a:latin typeface="Arial" charset="0"/>
              </a:rPr>
              <a:pPr fontAlgn="base">
                <a:spcBef>
                  <a:spcPct val="20000"/>
                </a:spcBef>
                <a:spcAft>
                  <a:spcPct val="0"/>
                </a:spcAft>
                <a:buClr>
                  <a:srgbClr val="ED7D31"/>
                </a:buClr>
                <a:buFont typeface="Wingdings" pitchFamily="2" charset="2"/>
                <a:buNone/>
                <a:defRPr/>
              </a:pPr>
              <a:t>‹#›</a:t>
            </a:fld>
            <a:endParaRPr lang="es-ES" dirty="0">
              <a:solidFill>
                <a:prstClr val="black">
                  <a:tint val="75000"/>
                </a:prstClr>
              </a:solidFill>
              <a:latin typeface="Arial" charset="0"/>
            </a:endParaRPr>
          </a:p>
        </p:txBody>
      </p:sp>
    </p:spTree>
    <p:extLst>
      <p:ext uri="{BB962C8B-B14F-4D97-AF65-F5344CB8AC3E}">
        <p14:creationId xmlns:p14="http://schemas.microsoft.com/office/powerpoint/2010/main" val="3393080413"/>
      </p:ext>
    </p:extLst>
  </p:cSld>
  <p:clrMapOvr>
    <a:masterClrMapping/>
  </p:clrMapOvr>
  <p:extLst>
    <p:ext uri="{DCECCB84-F9BA-43D5-87BE-67443E8EF086}">
      <p15:sldGuideLst xmlns:p15="http://schemas.microsoft.com/office/powerpoint/2012/main">
        <p15:guide id="1" orient="horz" pos="2340" userDrawn="1">
          <p15:clr>
            <a:srgbClr val="FBAE40"/>
          </p15:clr>
        </p15:guide>
        <p15:guide id="2" pos="7968"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Section Divider White">
    <p:spTree>
      <p:nvGrpSpPr>
        <p:cNvPr id="1" name=""/>
        <p:cNvGrpSpPr/>
        <p:nvPr/>
      </p:nvGrpSpPr>
      <p:grpSpPr>
        <a:xfrm>
          <a:off x="0" y="0"/>
          <a:ext cx="0" cy="0"/>
          <a:chOff x="0" y="0"/>
          <a:chExt cx="0" cy="0"/>
        </a:xfrm>
      </p:grpSpPr>
      <p:sp>
        <p:nvSpPr>
          <p:cNvPr id="7" name="Forma libre: forma 6">
            <a:extLst>
              <a:ext uri="{FF2B5EF4-FFF2-40B4-BE49-F238E27FC236}">
                <a16:creationId xmlns:a16="http://schemas.microsoft.com/office/drawing/2014/main" id="{49C540BB-A189-4361-ABD8-4DA84C6612C3}"/>
              </a:ext>
            </a:extLst>
          </p:cNvPr>
          <p:cNvSpPr/>
          <p:nvPr userDrawn="1"/>
        </p:nvSpPr>
        <p:spPr>
          <a:xfrm>
            <a:off x="8925341" y="0"/>
            <a:ext cx="3266660" cy="6858000"/>
          </a:xfrm>
          <a:custGeom>
            <a:avLst/>
            <a:gdLst>
              <a:gd name="connsiteX0" fmla="*/ 1630018 w 3266660"/>
              <a:gd name="connsiteY0" fmla="*/ 0 h 6858000"/>
              <a:gd name="connsiteX1" fmla="*/ 3266660 w 3266660"/>
              <a:gd name="connsiteY1" fmla="*/ 0 h 6858000"/>
              <a:gd name="connsiteX2" fmla="*/ 3266660 w 3266660"/>
              <a:gd name="connsiteY2" fmla="*/ 6858000 h 6858000"/>
              <a:gd name="connsiteX3" fmla="*/ 0 w 3266660"/>
              <a:gd name="connsiteY3" fmla="*/ 6858000 h 6858000"/>
              <a:gd name="connsiteX4" fmla="*/ 0 w 3266660"/>
              <a:gd name="connsiteY4" fmla="*/ 2822713 h 6858000"/>
              <a:gd name="connsiteX5" fmla="*/ 1630018 w 3266660"/>
              <a:gd name="connsiteY5" fmla="*/ 282271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66660" h="6858000">
                <a:moveTo>
                  <a:pt x="1630018" y="0"/>
                </a:moveTo>
                <a:lnTo>
                  <a:pt x="3266660" y="0"/>
                </a:lnTo>
                <a:lnTo>
                  <a:pt x="3266660" y="6858000"/>
                </a:lnTo>
                <a:lnTo>
                  <a:pt x="0" y="6858000"/>
                </a:lnTo>
                <a:lnTo>
                  <a:pt x="0" y="2822713"/>
                </a:lnTo>
                <a:lnTo>
                  <a:pt x="1630018" y="2822713"/>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s-ES" sz="1350"/>
          </a:p>
        </p:txBody>
      </p:sp>
      <p:sp>
        <p:nvSpPr>
          <p:cNvPr id="2" name="Título 1">
            <a:extLst>
              <a:ext uri="{FF2B5EF4-FFF2-40B4-BE49-F238E27FC236}">
                <a16:creationId xmlns:a16="http://schemas.microsoft.com/office/drawing/2014/main" id="{B045CB15-1F44-40E1-909E-6233010BC133}"/>
              </a:ext>
            </a:extLst>
          </p:cNvPr>
          <p:cNvSpPr>
            <a:spLocks noGrp="1"/>
          </p:cNvSpPr>
          <p:nvPr>
            <p:ph type="title" hasCustomPrompt="1"/>
          </p:nvPr>
        </p:nvSpPr>
        <p:spPr>
          <a:xfrm>
            <a:off x="722519" y="626373"/>
            <a:ext cx="4386195" cy="2852737"/>
          </a:xfrm>
        </p:spPr>
        <p:txBody>
          <a:bodyPr anchor="t">
            <a:normAutofit/>
          </a:bodyPr>
          <a:lstStyle>
            <a:lvl1pPr>
              <a:lnSpc>
                <a:spcPct val="100000"/>
              </a:lnSpc>
              <a:defRPr sz="3000">
                <a:solidFill>
                  <a:schemeClr val="accent1"/>
                </a:solidFill>
              </a:defRPr>
            </a:lvl1pPr>
          </a:lstStyle>
          <a:p>
            <a:r>
              <a:rPr lang="en-US" dirty="0"/>
              <a:t>Click to edit Master title </a:t>
            </a:r>
            <a:br>
              <a:rPr lang="en-US" dirty="0"/>
            </a:br>
            <a:r>
              <a:rPr lang="en-US" dirty="0"/>
              <a:t>style</a:t>
            </a:r>
            <a:endParaRPr lang="es-ES" dirty="0"/>
          </a:p>
        </p:txBody>
      </p:sp>
      <p:sp>
        <p:nvSpPr>
          <p:cNvPr id="14" name="Marcador de texto 13">
            <a:extLst>
              <a:ext uri="{FF2B5EF4-FFF2-40B4-BE49-F238E27FC236}">
                <a16:creationId xmlns:a16="http://schemas.microsoft.com/office/drawing/2014/main" id="{6E38BAEA-EEE9-4346-9DB7-91D26BC942D7}"/>
              </a:ext>
            </a:extLst>
          </p:cNvPr>
          <p:cNvSpPr>
            <a:spLocks noGrp="1"/>
          </p:cNvSpPr>
          <p:nvPr>
            <p:ph type="body" sz="quarter" idx="14" hasCustomPrompt="1"/>
          </p:nvPr>
        </p:nvSpPr>
        <p:spPr>
          <a:xfrm>
            <a:off x="8945217" y="3270528"/>
            <a:ext cx="2958755" cy="2364961"/>
          </a:xfrm>
        </p:spPr>
        <p:txBody>
          <a:bodyPr>
            <a:noAutofit/>
          </a:bodyPr>
          <a:lstStyle>
            <a:lvl1pPr marL="0" indent="0" algn="r">
              <a:buFontTx/>
              <a:buNone/>
              <a:defRPr sz="12450">
                <a:solidFill>
                  <a:schemeClr val="bg1"/>
                </a:solidFill>
              </a:defRPr>
            </a:lvl1pPr>
            <a:lvl2pPr>
              <a:defRPr sz="10350">
                <a:solidFill>
                  <a:schemeClr val="tx1"/>
                </a:solidFill>
              </a:defRPr>
            </a:lvl2pPr>
            <a:lvl3pPr>
              <a:defRPr sz="8625">
                <a:solidFill>
                  <a:schemeClr val="tx1"/>
                </a:solidFill>
              </a:defRPr>
            </a:lvl3pPr>
            <a:lvl4pPr>
              <a:defRPr sz="7200">
                <a:solidFill>
                  <a:schemeClr val="tx1"/>
                </a:solidFill>
              </a:defRPr>
            </a:lvl4pPr>
            <a:lvl5pPr>
              <a:defRPr sz="7200">
                <a:solidFill>
                  <a:schemeClr val="tx1"/>
                </a:solidFill>
              </a:defRPr>
            </a:lvl5pPr>
          </a:lstStyle>
          <a:p>
            <a:pPr lvl="0"/>
            <a:r>
              <a:rPr lang="es-ES" dirty="0"/>
              <a:t>00</a:t>
            </a:r>
          </a:p>
        </p:txBody>
      </p:sp>
    </p:spTree>
    <p:extLst>
      <p:ext uri="{BB962C8B-B14F-4D97-AF65-F5344CB8AC3E}">
        <p14:creationId xmlns:p14="http://schemas.microsoft.com/office/powerpoint/2010/main" val="3161120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A508141E-100E-4635-9FC3-353399DFCC84}"/>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s-ES" dirty="0"/>
          </a:p>
        </p:txBody>
      </p:sp>
      <p:sp>
        <p:nvSpPr>
          <p:cNvPr id="3" name="Marcador de texto 2">
            <a:extLst>
              <a:ext uri="{FF2B5EF4-FFF2-40B4-BE49-F238E27FC236}">
                <a16:creationId xmlns:a16="http://schemas.microsoft.com/office/drawing/2014/main" id="{70BD3726-4CCC-4808-AF74-D4FC34B77C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dirty="0"/>
              <a:t>Edit Master text styles</a:t>
            </a:r>
            <a:endParaRPr lang="es-ES" dirty="0"/>
          </a:p>
          <a:p>
            <a:pPr lvl="1"/>
            <a:r>
              <a:rPr lang="es-ES" dirty="0" err="1"/>
              <a:t>Second</a:t>
            </a:r>
            <a:r>
              <a:rPr lang="es-ES" dirty="0"/>
              <a:t> </a:t>
            </a:r>
            <a:r>
              <a:rPr lang="es-ES" dirty="0" err="1"/>
              <a:t>level</a:t>
            </a:r>
            <a:endParaRPr lang="es-ES" dirty="0"/>
          </a:p>
          <a:p>
            <a:pPr lvl="2"/>
            <a:r>
              <a:rPr lang="es-ES" dirty="0" err="1"/>
              <a:t>Third</a:t>
            </a:r>
            <a:r>
              <a:rPr lang="es-ES" dirty="0"/>
              <a:t> </a:t>
            </a:r>
            <a:r>
              <a:rPr lang="es-ES" dirty="0" err="1"/>
              <a:t>level</a:t>
            </a:r>
            <a:endParaRPr lang="es-ES" dirty="0"/>
          </a:p>
          <a:p>
            <a:pPr lvl="3"/>
            <a:r>
              <a:rPr lang="en-US" dirty="0"/>
              <a:t>Fourth level</a:t>
            </a:r>
          </a:p>
          <a:p>
            <a:pPr lvl="4"/>
            <a:r>
              <a:rPr lang="en-US" dirty="0"/>
              <a:t>Fifth level</a:t>
            </a:r>
            <a:endParaRPr lang="es-ES" dirty="0"/>
          </a:p>
        </p:txBody>
      </p:sp>
      <p:sp>
        <p:nvSpPr>
          <p:cNvPr id="4" name="Marcador de fecha 3">
            <a:extLst>
              <a:ext uri="{FF2B5EF4-FFF2-40B4-BE49-F238E27FC236}">
                <a16:creationId xmlns:a16="http://schemas.microsoft.com/office/drawing/2014/main" id="{289DA10A-F167-488F-8E2B-A0FE5650228E}"/>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ES" dirty="0"/>
          </a:p>
        </p:txBody>
      </p:sp>
      <p:sp>
        <p:nvSpPr>
          <p:cNvPr id="5" name="Marcador de pie de página 4">
            <a:extLst>
              <a:ext uri="{FF2B5EF4-FFF2-40B4-BE49-F238E27FC236}">
                <a16:creationId xmlns:a16="http://schemas.microsoft.com/office/drawing/2014/main" id="{0C937220-A8C8-4E71-8BA2-4260C5636D0D}"/>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s-ES" dirty="0"/>
          </a:p>
        </p:txBody>
      </p:sp>
      <p:sp>
        <p:nvSpPr>
          <p:cNvPr id="6" name="Marcador de número de diapositiva 5">
            <a:extLst>
              <a:ext uri="{FF2B5EF4-FFF2-40B4-BE49-F238E27FC236}">
                <a16:creationId xmlns:a16="http://schemas.microsoft.com/office/drawing/2014/main" id="{2D5E98D6-3F4E-4F5E-9BFB-DDFD9AC1E7AC}"/>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C0D97B6-E32F-4D7D-B839-7C3B51F2640F}" type="slidenum">
              <a:rPr lang="es-ES" smtClean="0"/>
              <a:t>‹#›</a:t>
            </a:fld>
            <a:endParaRPr lang="es-ES" dirty="0"/>
          </a:p>
        </p:txBody>
      </p:sp>
      <p:sp>
        <p:nvSpPr>
          <p:cNvPr id="8" name="MSIPCMContentMarking" descr="{&quot;HashCode&quot;:-665463564,&quot;Placement&quot;:&quot;Header&quot;,&quot;Top&quot;:0.0,&quot;Left&quot;:0.0,&quot;SlideWidth&quot;:960,&quot;SlideHeight&quot;:540}">
            <a:extLst>
              <a:ext uri="{FF2B5EF4-FFF2-40B4-BE49-F238E27FC236}">
                <a16:creationId xmlns:a16="http://schemas.microsoft.com/office/drawing/2014/main" id="{81F1615C-6C48-4B4F-A883-81E839BAC02C}"/>
              </a:ext>
            </a:extLst>
          </p:cNvPr>
          <p:cNvSpPr txBox="1"/>
          <p:nvPr userDrawn="1"/>
        </p:nvSpPr>
        <p:spPr>
          <a:xfrm>
            <a:off x="0" y="0"/>
            <a:ext cx="907183" cy="262344"/>
          </a:xfrm>
          <a:prstGeom prst="rect">
            <a:avLst/>
          </a:prstGeom>
          <a:noFill/>
        </p:spPr>
        <p:txBody>
          <a:bodyPr vert="horz" wrap="square" lIns="0" tIns="0" rIns="0" bIns="0" rtlCol="0" anchor="ctr" anchorCtr="1">
            <a:spAutoFit/>
          </a:bodyPr>
          <a:lstStyle/>
          <a:p>
            <a:pPr algn="l">
              <a:spcBef>
                <a:spcPts val="0"/>
              </a:spcBef>
              <a:spcAft>
                <a:spcPts val="0"/>
              </a:spcAft>
            </a:pPr>
            <a:r>
              <a:rPr lang="en-US" sz="1000">
                <a:solidFill>
                  <a:srgbClr val="000000"/>
                </a:solidFill>
                <a:latin typeface="Calibri" panose="020F0502020204030204" pitchFamily="34" charset="0"/>
              </a:rPr>
              <a:t>Confidential</a:t>
            </a:r>
          </a:p>
        </p:txBody>
      </p:sp>
    </p:spTree>
    <p:extLst>
      <p:ext uri="{BB962C8B-B14F-4D97-AF65-F5344CB8AC3E}">
        <p14:creationId xmlns:p14="http://schemas.microsoft.com/office/powerpoint/2010/main" val="616131186"/>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78" r:id="rId11"/>
    <p:sldLayoutId id="2147483679" r:id="rId12"/>
    <p:sldLayoutId id="2147483680" r:id="rId13"/>
    <p:sldLayoutId id="2147483681" r:id="rId14"/>
    <p:sldLayoutId id="2147483682" r:id="rId15"/>
    <p:sldLayoutId id="2147483683" r:id="rId16"/>
    <p:sldLayoutId id="2147483684" r:id="rId17"/>
    <p:sldLayoutId id="2147483685" r:id="rId18"/>
    <p:sldLayoutId id="2147483686" r:id="rId19"/>
    <p:sldLayoutId id="2147483687" r:id="rId20"/>
    <p:sldLayoutId id="2147483699" r:id="rId21"/>
    <p:sldLayoutId id="2147483700" r:id="rId22"/>
    <p:sldLayoutId id="2147483701" r:id="rId23"/>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0" marR="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22.xml"/><Relationship Id="rId4" Type="http://schemas.openxmlformats.org/officeDocument/2006/relationships/image" Target="../media/image4.e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image" Target="../media/image6.png"/><Relationship Id="rId1" Type="http://schemas.openxmlformats.org/officeDocument/2006/relationships/slideLayout" Target="../slideLayouts/slideLayout4.xml"/><Relationship Id="rId4" Type="http://schemas.openxmlformats.org/officeDocument/2006/relationships/image" Target="../media/image7.emf"/></Relationships>
</file>

<file path=ppt/slides/_rels/slide1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oleObject" Target="../embeddings/oleObject2.bin"/><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 Id="rId4" Type="http://schemas.openxmlformats.org/officeDocument/2006/relationships/hyperlink" Target="https://santandernet.sharepoint.com/sites/SantanderPlatforms" TargetMode="External"/></Relationships>
</file>

<file path=ppt/slides/_rels/slide15.xml.rels><?xml version="1.0" encoding="UTF-8" standalone="yes"?>
<Relationships xmlns="http://schemas.openxmlformats.org/package/2006/relationships"><Relationship Id="rId8" Type="http://schemas.openxmlformats.org/officeDocument/2006/relationships/image" Target="../media/image17.jpeg"/><Relationship Id="rId13" Type="http://schemas.openxmlformats.org/officeDocument/2006/relationships/diagramColors" Target="../diagrams/colors1.xml"/><Relationship Id="rId18" Type="http://schemas.openxmlformats.org/officeDocument/2006/relationships/image" Target="../media/image23.emf"/><Relationship Id="rId26" Type="http://schemas.openxmlformats.org/officeDocument/2006/relationships/image" Target="../media/image31.png"/><Relationship Id="rId3" Type="http://schemas.openxmlformats.org/officeDocument/2006/relationships/image" Target="../media/image12.png"/><Relationship Id="rId21" Type="http://schemas.openxmlformats.org/officeDocument/2006/relationships/image" Target="../media/image26.png"/><Relationship Id="rId7" Type="http://schemas.openxmlformats.org/officeDocument/2006/relationships/image" Target="../media/image16.png"/><Relationship Id="rId12" Type="http://schemas.openxmlformats.org/officeDocument/2006/relationships/diagramQuickStyle" Target="../diagrams/quickStyle1.xml"/><Relationship Id="rId17" Type="http://schemas.openxmlformats.org/officeDocument/2006/relationships/image" Target="../media/image22.png"/><Relationship Id="rId25" Type="http://schemas.openxmlformats.org/officeDocument/2006/relationships/image" Target="../media/image30.jpg"/><Relationship Id="rId2" Type="http://schemas.openxmlformats.org/officeDocument/2006/relationships/image" Target="../media/image11.png"/><Relationship Id="rId16" Type="http://schemas.openxmlformats.org/officeDocument/2006/relationships/image" Target="../media/image21.emf"/><Relationship Id="rId20" Type="http://schemas.openxmlformats.org/officeDocument/2006/relationships/image" Target="../media/image25.png"/><Relationship Id="rId1" Type="http://schemas.openxmlformats.org/officeDocument/2006/relationships/slideLayout" Target="../slideLayouts/slideLayout4.xml"/><Relationship Id="rId6" Type="http://schemas.openxmlformats.org/officeDocument/2006/relationships/image" Target="../media/image15.png"/><Relationship Id="rId11" Type="http://schemas.openxmlformats.org/officeDocument/2006/relationships/diagramLayout" Target="../diagrams/layout1.xml"/><Relationship Id="rId24" Type="http://schemas.openxmlformats.org/officeDocument/2006/relationships/image" Target="../media/image29.png"/><Relationship Id="rId5" Type="http://schemas.openxmlformats.org/officeDocument/2006/relationships/image" Target="../media/image14.png"/><Relationship Id="rId15" Type="http://schemas.openxmlformats.org/officeDocument/2006/relationships/image" Target="../media/image20.png"/><Relationship Id="rId23" Type="http://schemas.openxmlformats.org/officeDocument/2006/relationships/image" Target="../media/image28.png"/><Relationship Id="rId10" Type="http://schemas.openxmlformats.org/officeDocument/2006/relationships/diagramData" Target="../diagrams/data1.xml"/><Relationship Id="rId19" Type="http://schemas.openxmlformats.org/officeDocument/2006/relationships/image" Target="../media/image24.png"/><Relationship Id="rId4" Type="http://schemas.openxmlformats.org/officeDocument/2006/relationships/image" Target="../media/image13.png"/><Relationship Id="rId9" Type="http://schemas.openxmlformats.org/officeDocument/2006/relationships/image" Target="../media/image18.emf"/><Relationship Id="rId14" Type="http://schemas.microsoft.com/office/2007/relationships/diagramDrawing" Target="../diagrams/drawing1.xml"/><Relationship Id="rId22"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image" Target="../media/image32.emf"/><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hyperlink" Target="https://confluence-sdop.us.corp/display/SHUSACISO/Security+Architecture+Diagram" TargetMode="External"/><Relationship Id="rId1" Type="http://schemas.openxmlformats.org/officeDocument/2006/relationships/slideLayout" Target="../slideLayouts/slideLayout4.xml"/><Relationship Id="rId5" Type="http://schemas.openxmlformats.org/officeDocument/2006/relationships/image" Target="../media/image37.emf"/><Relationship Id="rId4" Type="http://schemas.openxmlformats.org/officeDocument/2006/relationships/package" Target="../embeddings/Microsoft_PowerPoint_Presentation.pptx"/></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hyperlink" Target="https://docs.aws.amazon.com/config/latest/developerguide/resource-config-reference.html" TargetMode="External"/><Relationship Id="rId2" Type="http://schemas.openxmlformats.org/officeDocument/2006/relationships/hyperlink" Target="https://aws.amazon.com/products/?aws-products-all.sort-by=item.additionalFields.productNameLowercase&amp;aws-products-all.sort-order=asc&amp;awsf.re%3AInvent=*all&amp;awsf.Free%20Tier%20Type=*all&amp;awsf.tech-category=*all" TargetMode="Externa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oleObject" Target="../embeddings/oleObject3.bin"/><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slideLayout" Target="../slideLayouts/slideLayout4.xml"/><Relationship Id="rId1" Type="http://schemas.openxmlformats.org/officeDocument/2006/relationships/themeOverride" Target="../theme/themeOverride1.xml"/><Relationship Id="rId5" Type="http://schemas.openxmlformats.org/officeDocument/2006/relationships/image" Target="../media/image41.png"/><Relationship Id="rId4" Type="http://schemas.openxmlformats.org/officeDocument/2006/relationships/image" Target="../media/image4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a:extLst>
              <a:ext uri="{FF2B5EF4-FFF2-40B4-BE49-F238E27FC236}">
                <a16:creationId xmlns:a16="http://schemas.microsoft.com/office/drawing/2014/main" id="{40447380-3E61-4E42-AFCA-CAF1866AAF93}"/>
              </a:ext>
            </a:extLst>
          </p:cNvPr>
          <p:cNvSpPr>
            <a:spLocks noGrp="1"/>
          </p:cNvSpPr>
          <p:nvPr>
            <p:ph type="ctrTitle"/>
          </p:nvPr>
        </p:nvSpPr>
        <p:spPr>
          <a:xfrm>
            <a:off x="2056238" y="2778833"/>
            <a:ext cx="8079524" cy="1055253"/>
          </a:xfrm>
        </p:spPr>
        <p:txBody>
          <a:bodyPr>
            <a:noAutofit/>
          </a:bodyPr>
          <a:lstStyle/>
          <a:p>
            <a:r>
              <a:rPr lang="en-US" sz="4000" b="1" dirty="0"/>
              <a:t>Single Design</a:t>
            </a:r>
            <a:br>
              <a:rPr lang="en-US" sz="4000" b="1" dirty="0"/>
            </a:br>
            <a:br>
              <a:rPr lang="en-US" sz="4000" dirty="0"/>
            </a:br>
            <a:endParaRPr lang="en-US" sz="4000" dirty="0"/>
          </a:p>
        </p:txBody>
      </p:sp>
      <p:sp>
        <p:nvSpPr>
          <p:cNvPr id="5" name="Rectangle 2"/>
          <p:cNvSpPr txBox="1">
            <a:spLocks noChangeArrowheads="1"/>
          </p:cNvSpPr>
          <p:nvPr/>
        </p:nvSpPr>
        <p:spPr>
          <a:xfrm>
            <a:off x="2056237" y="1757356"/>
            <a:ext cx="6587578" cy="931069"/>
          </a:xfrm>
          <a:prstGeom prst="rect">
            <a:avLst/>
          </a:prstGeom>
        </p:spPr>
        <p:txBody>
          <a:bodyPr vert="horz" lIns="68580" tIns="34290" rIns="68580" bIns="34290" rtlCol="0" anchor="t">
            <a:noAutofit/>
          </a:bodyPr>
          <a:lstStyle>
            <a:lvl1pPr algn="l" defTabSz="914400" rtl="0" eaLnBrk="1" latinLnBrk="0" hangingPunct="1">
              <a:lnSpc>
                <a:spcPct val="90000"/>
              </a:lnSpc>
              <a:spcBef>
                <a:spcPct val="0"/>
              </a:spcBef>
              <a:buNone/>
              <a:defRPr sz="4100" kern="1200">
                <a:solidFill>
                  <a:schemeClr val="accent1"/>
                </a:solidFill>
                <a:latin typeface="+mj-lt"/>
                <a:ea typeface="+mj-ea"/>
                <a:cs typeface="+mj-cs"/>
              </a:defRPr>
            </a:lvl1pPr>
          </a:lstStyle>
          <a:p>
            <a:pPr>
              <a:lnSpc>
                <a:spcPts val="3375"/>
              </a:lnSpc>
              <a:defRPr/>
            </a:pPr>
            <a:r>
              <a:rPr lang="en-US" sz="3200" dirty="0">
                <a:solidFill>
                  <a:schemeClr val="bg1">
                    <a:lumMod val="65000"/>
                  </a:schemeClr>
                </a:solidFill>
                <a:latin typeface="+mn-lt"/>
              </a:rPr>
              <a:t>&lt;3263 – Security Lending&gt;</a:t>
            </a:r>
            <a:br>
              <a:rPr lang="en-US" sz="3200" dirty="0">
                <a:solidFill>
                  <a:schemeClr val="bg1">
                    <a:lumMod val="65000"/>
                  </a:schemeClr>
                </a:solidFill>
                <a:latin typeface="+mn-lt"/>
              </a:rPr>
            </a:br>
            <a:endParaRPr lang="en-US" sz="3200" dirty="0">
              <a:solidFill>
                <a:schemeClr val="bg1">
                  <a:lumMod val="65000"/>
                </a:schemeClr>
              </a:solidFill>
              <a:latin typeface="+mn-lt"/>
            </a:endParaRPr>
          </a:p>
        </p:txBody>
      </p:sp>
      <p:sp>
        <p:nvSpPr>
          <p:cNvPr id="12" name="Rectangle 2"/>
          <p:cNvSpPr txBox="1">
            <a:spLocks noChangeArrowheads="1"/>
          </p:cNvSpPr>
          <p:nvPr/>
        </p:nvSpPr>
        <p:spPr bwMode="auto">
          <a:xfrm>
            <a:off x="2056238" y="3306460"/>
            <a:ext cx="4689872" cy="9310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defTabSz="977900" rtl="0" eaLnBrk="0" fontAlgn="base" hangingPunct="0">
              <a:spcBef>
                <a:spcPct val="0"/>
              </a:spcBef>
              <a:spcAft>
                <a:spcPct val="0"/>
              </a:spcAft>
              <a:defRPr sz="4000" b="1">
                <a:solidFill>
                  <a:srgbClr val="FF0000"/>
                </a:solidFill>
                <a:latin typeface="+mj-lt"/>
                <a:ea typeface="+mj-ea"/>
                <a:cs typeface="+mj-cs"/>
              </a:defRPr>
            </a:lvl1pPr>
            <a:lvl2pPr algn="l" defTabSz="977900" rtl="0" eaLnBrk="0" fontAlgn="base" hangingPunct="0">
              <a:spcBef>
                <a:spcPct val="0"/>
              </a:spcBef>
              <a:spcAft>
                <a:spcPct val="0"/>
              </a:spcAft>
              <a:defRPr sz="2400" b="1">
                <a:solidFill>
                  <a:schemeClr val="tx1"/>
                </a:solidFill>
                <a:latin typeface="Arial" charset="0"/>
              </a:defRPr>
            </a:lvl2pPr>
            <a:lvl3pPr algn="l" defTabSz="977900" rtl="0" eaLnBrk="0" fontAlgn="base" hangingPunct="0">
              <a:spcBef>
                <a:spcPct val="0"/>
              </a:spcBef>
              <a:spcAft>
                <a:spcPct val="0"/>
              </a:spcAft>
              <a:defRPr sz="2400" b="1">
                <a:solidFill>
                  <a:schemeClr val="tx1"/>
                </a:solidFill>
                <a:latin typeface="Arial" charset="0"/>
              </a:defRPr>
            </a:lvl3pPr>
            <a:lvl4pPr algn="l" defTabSz="977900" rtl="0" eaLnBrk="0" fontAlgn="base" hangingPunct="0">
              <a:spcBef>
                <a:spcPct val="0"/>
              </a:spcBef>
              <a:spcAft>
                <a:spcPct val="0"/>
              </a:spcAft>
              <a:defRPr sz="2400" b="1">
                <a:solidFill>
                  <a:schemeClr val="tx1"/>
                </a:solidFill>
                <a:latin typeface="Arial" charset="0"/>
              </a:defRPr>
            </a:lvl4pPr>
            <a:lvl5pPr algn="l" defTabSz="977900" rtl="0" eaLnBrk="0" fontAlgn="base" hangingPunct="0">
              <a:spcBef>
                <a:spcPct val="0"/>
              </a:spcBef>
              <a:spcAft>
                <a:spcPct val="0"/>
              </a:spcAft>
              <a:defRPr sz="2400" b="1">
                <a:solidFill>
                  <a:schemeClr val="tx1"/>
                </a:solidFill>
                <a:latin typeface="Arial" charset="0"/>
              </a:defRPr>
            </a:lvl5pPr>
            <a:lvl6pPr marL="457200" algn="l" defTabSz="977900" rtl="0" fontAlgn="base">
              <a:spcBef>
                <a:spcPct val="0"/>
              </a:spcBef>
              <a:spcAft>
                <a:spcPct val="0"/>
              </a:spcAft>
              <a:defRPr sz="2400" b="1">
                <a:solidFill>
                  <a:schemeClr val="tx1"/>
                </a:solidFill>
                <a:latin typeface="Arial" charset="0"/>
              </a:defRPr>
            </a:lvl6pPr>
            <a:lvl7pPr marL="914400" algn="l" defTabSz="977900" rtl="0" fontAlgn="base">
              <a:spcBef>
                <a:spcPct val="0"/>
              </a:spcBef>
              <a:spcAft>
                <a:spcPct val="0"/>
              </a:spcAft>
              <a:defRPr sz="2400" b="1">
                <a:solidFill>
                  <a:schemeClr val="tx1"/>
                </a:solidFill>
                <a:latin typeface="Arial" charset="0"/>
              </a:defRPr>
            </a:lvl7pPr>
            <a:lvl8pPr marL="1371600" algn="l" defTabSz="977900" rtl="0" fontAlgn="base">
              <a:spcBef>
                <a:spcPct val="0"/>
              </a:spcBef>
              <a:spcAft>
                <a:spcPct val="0"/>
              </a:spcAft>
              <a:defRPr sz="2400" b="1">
                <a:solidFill>
                  <a:schemeClr val="tx1"/>
                </a:solidFill>
                <a:latin typeface="Arial" charset="0"/>
              </a:defRPr>
            </a:lvl8pPr>
            <a:lvl9pPr marL="1828800" algn="l" defTabSz="977900" rtl="0" fontAlgn="base">
              <a:spcBef>
                <a:spcPct val="0"/>
              </a:spcBef>
              <a:spcAft>
                <a:spcPct val="0"/>
              </a:spcAft>
              <a:defRPr sz="2400" b="1">
                <a:solidFill>
                  <a:schemeClr val="tx1"/>
                </a:solidFill>
                <a:latin typeface="Arial" charset="0"/>
              </a:defRPr>
            </a:lvl9pPr>
          </a:lstStyle>
          <a:p>
            <a:pPr>
              <a:lnSpc>
                <a:spcPts val="3375"/>
              </a:lnSpc>
              <a:defRPr/>
            </a:pPr>
            <a:r>
              <a:rPr lang="en-US" sz="1800" b="0" kern="0" dirty="0"/>
              <a:t>Template Version</a:t>
            </a:r>
            <a:r>
              <a:rPr lang="en-US" sz="1800" b="0" kern="0"/>
              <a:t>: 1.3</a:t>
            </a:r>
            <a:endParaRPr lang="en-US" sz="1800" b="0" kern="0" dirty="0"/>
          </a:p>
        </p:txBody>
      </p:sp>
      <p:sp>
        <p:nvSpPr>
          <p:cNvPr id="7" name="TextBox 6">
            <a:extLst>
              <a:ext uri="{FF2B5EF4-FFF2-40B4-BE49-F238E27FC236}">
                <a16:creationId xmlns:a16="http://schemas.microsoft.com/office/drawing/2014/main" id="{F007583C-06D1-400C-A454-6E88117ED3C4}"/>
              </a:ext>
            </a:extLst>
          </p:cNvPr>
          <p:cNvSpPr txBox="1"/>
          <p:nvPr/>
        </p:nvSpPr>
        <p:spPr>
          <a:xfrm>
            <a:off x="2179164" y="5032972"/>
            <a:ext cx="2562225" cy="215444"/>
          </a:xfrm>
          <a:prstGeom prst="rect">
            <a:avLst/>
          </a:prstGeom>
          <a:noFill/>
        </p:spPr>
        <p:txBody>
          <a:bodyPr wrap="square" lIns="0" tIns="0" rIns="0" bIns="0" rtlCol="0">
            <a:spAutoFit/>
          </a:bodyPr>
          <a:lstStyle/>
          <a:p>
            <a:r>
              <a:rPr lang="en-US" sz="1400" dirty="0"/>
              <a:t>May, 2026</a:t>
            </a:r>
          </a:p>
        </p:txBody>
      </p:sp>
    </p:spTree>
    <p:extLst>
      <p:ext uri="{BB962C8B-B14F-4D97-AF65-F5344CB8AC3E}">
        <p14:creationId xmlns:p14="http://schemas.microsoft.com/office/powerpoint/2010/main" val="947234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4"/>
          </p:nvPr>
        </p:nvSpPr>
        <p:spPr/>
        <p:txBody>
          <a:bodyPr/>
          <a:lstStyle/>
          <a:p>
            <a:pPr fontAlgn="base">
              <a:spcBef>
                <a:spcPct val="20000"/>
              </a:spcBef>
              <a:spcAft>
                <a:spcPct val="0"/>
              </a:spcAft>
              <a:buClr>
                <a:srgbClr val="ED7D31"/>
              </a:buClr>
              <a:buFont typeface="Wingdings" pitchFamily="2" charset="2"/>
              <a:buNone/>
              <a:defRPr/>
            </a:pPr>
            <a:fld id="{9A85A4C5-CB31-4A21-8501-C88382489950}" type="slidenum">
              <a:rPr lang="es-ES" smtClean="0">
                <a:solidFill>
                  <a:prstClr val="black">
                    <a:tint val="75000"/>
                  </a:prstClr>
                </a:solidFill>
                <a:latin typeface="Arial" charset="0"/>
              </a:rPr>
              <a:pPr fontAlgn="base">
                <a:spcBef>
                  <a:spcPct val="20000"/>
                </a:spcBef>
                <a:spcAft>
                  <a:spcPct val="0"/>
                </a:spcAft>
                <a:buClr>
                  <a:srgbClr val="ED7D31"/>
                </a:buClr>
                <a:buFont typeface="Wingdings" pitchFamily="2" charset="2"/>
                <a:buNone/>
                <a:defRPr/>
              </a:pPr>
              <a:t>2</a:t>
            </a:fld>
            <a:endParaRPr lang="es-ES" dirty="0">
              <a:solidFill>
                <a:prstClr val="black">
                  <a:tint val="75000"/>
                </a:prstClr>
              </a:solidFill>
              <a:latin typeface="Arial" charset="0"/>
            </a:endParaRPr>
          </a:p>
        </p:txBody>
      </p:sp>
      <p:graphicFrame>
        <p:nvGraphicFramePr>
          <p:cNvPr id="3" name="Table 2">
            <a:extLst>
              <a:ext uri="{FF2B5EF4-FFF2-40B4-BE49-F238E27FC236}">
                <a16:creationId xmlns:a16="http://schemas.microsoft.com/office/drawing/2014/main" id="{E90CC866-6954-93E3-1705-DDA7D0149D8F}"/>
              </a:ext>
            </a:extLst>
          </p:cNvPr>
          <p:cNvGraphicFramePr>
            <a:graphicFrameLocks noGrp="1"/>
          </p:cNvGraphicFramePr>
          <p:nvPr>
            <p:extLst>
              <p:ext uri="{D42A27DB-BD31-4B8C-83A1-F6EECF244321}">
                <p14:modId xmlns:p14="http://schemas.microsoft.com/office/powerpoint/2010/main" val="3351698160"/>
              </p:ext>
            </p:extLst>
          </p:nvPr>
        </p:nvGraphicFramePr>
        <p:xfrm>
          <a:off x="791615" y="1088932"/>
          <a:ext cx="10340976" cy="3497580"/>
        </p:xfrm>
        <a:graphic>
          <a:graphicData uri="http://schemas.openxmlformats.org/drawingml/2006/table">
            <a:tbl>
              <a:tblPr firstRow="1" bandRow="1">
                <a:tableStyleId>{6E25E649-3F16-4E02-A733-19D2CDBF48F0}</a:tableStyleId>
              </a:tblPr>
              <a:tblGrid>
                <a:gridCol w="1583175">
                  <a:extLst>
                    <a:ext uri="{9D8B030D-6E8A-4147-A177-3AD203B41FA5}">
                      <a16:colId xmlns:a16="http://schemas.microsoft.com/office/drawing/2014/main" val="20000"/>
                    </a:ext>
                  </a:extLst>
                </a:gridCol>
                <a:gridCol w="1683026">
                  <a:extLst>
                    <a:ext uri="{9D8B030D-6E8A-4147-A177-3AD203B41FA5}">
                      <a16:colId xmlns:a16="http://schemas.microsoft.com/office/drawing/2014/main" val="20001"/>
                    </a:ext>
                  </a:extLst>
                </a:gridCol>
                <a:gridCol w="4489531">
                  <a:extLst>
                    <a:ext uri="{9D8B030D-6E8A-4147-A177-3AD203B41FA5}">
                      <a16:colId xmlns:a16="http://schemas.microsoft.com/office/drawing/2014/main" val="20002"/>
                    </a:ext>
                  </a:extLst>
                </a:gridCol>
                <a:gridCol w="2585244">
                  <a:extLst>
                    <a:ext uri="{9D8B030D-6E8A-4147-A177-3AD203B41FA5}">
                      <a16:colId xmlns:a16="http://schemas.microsoft.com/office/drawing/2014/main" val="20003"/>
                    </a:ext>
                  </a:extLst>
                </a:gridCol>
              </a:tblGrid>
              <a:tr h="0">
                <a:tc>
                  <a:txBody>
                    <a:bodyPr/>
                    <a:lstStyle/>
                    <a:p>
                      <a:r>
                        <a:rPr lang="en-US" dirty="0"/>
                        <a:t>Version</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dirty="0"/>
                        <a:t>Date</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dirty="0"/>
                        <a:t>Description</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dirty="0"/>
                        <a:t>Author</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57200">
                <a:tc>
                  <a:txBody>
                    <a:bodyPr/>
                    <a:lstStyle/>
                    <a:p>
                      <a:r>
                        <a:rPr lang="en-US" sz="1200" dirty="0"/>
                        <a:t>1.0</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sz="1200" dirty="0"/>
                        <a:t>Initial document</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pt-BR" sz="1200" dirty="0"/>
                        <a:t>Marcus Medeiros</a:t>
                      </a:r>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r>
                        <a:rPr lang="pt-BR" sz="1200" dirty="0"/>
                        <a:t>1.0</a:t>
                      </a:r>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pt-BR" sz="1200" i="1" dirty="0">
                          <a:solidFill>
                            <a:schemeClr val="bg1">
                              <a:lumMod val="65000"/>
                            </a:schemeClr>
                          </a:solidFill>
                          <a:ea typeface="Calibri" panose="020F0502020204030204" pitchFamily="34" charset="0"/>
                          <a:cs typeface="Arial" panose="020B0604020202020204" pitchFamily="34" charset="0"/>
                        </a:rPr>
                        <a:t>Approval  </a:t>
                      </a:r>
                      <a:endParaRPr lang="en-US" sz="1200" i="1" dirty="0">
                        <a:solidFill>
                          <a:schemeClr val="bg1">
                            <a:lumMod val="65000"/>
                          </a:schemeClr>
                        </a:solidFill>
                        <a:ea typeface="Calibri" panose="020F0502020204030204"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pt-BR" sz="1200" dirty="0"/>
                        <a:t>Jofman Perez</a:t>
                      </a:r>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5532553"/>
                  </a:ext>
                </a:extLst>
              </a:tr>
              <a:tr h="457200">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1929697"/>
                  </a:ext>
                </a:extLst>
              </a:tr>
              <a:tr h="457200">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8881290"/>
                  </a:ext>
                </a:extLst>
              </a:tr>
            </a:tbl>
          </a:graphicData>
        </a:graphic>
      </p:graphicFrame>
      <p:sp>
        <p:nvSpPr>
          <p:cNvPr id="9" name="Título 1">
            <a:extLst>
              <a:ext uri="{FF2B5EF4-FFF2-40B4-BE49-F238E27FC236}">
                <a16:creationId xmlns:a16="http://schemas.microsoft.com/office/drawing/2014/main" id="{FAD38850-5566-B19F-3C5E-5AEE0E47E7A8}"/>
              </a:ext>
            </a:extLst>
          </p:cNvPr>
          <p:cNvSpPr txBox="1">
            <a:spLocks/>
          </p:cNvSpPr>
          <p:nvPr/>
        </p:nvSpPr>
        <p:spPr>
          <a:xfrm>
            <a:off x="239488" y="317824"/>
            <a:ext cx="806905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Version Control</a:t>
            </a:r>
          </a:p>
        </p:txBody>
      </p:sp>
      <p:sp>
        <p:nvSpPr>
          <p:cNvPr id="5" name="TextBox 4">
            <a:extLst>
              <a:ext uri="{FF2B5EF4-FFF2-40B4-BE49-F238E27FC236}">
                <a16:creationId xmlns:a16="http://schemas.microsoft.com/office/drawing/2014/main" id="{4E9B29CB-53B2-4839-220C-C02C0A949E63}"/>
              </a:ext>
            </a:extLst>
          </p:cNvPr>
          <p:cNvSpPr txBox="1"/>
          <p:nvPr/>
        </p:nvSpPr>
        <p:spPr>
          <a:xfrm>
            <a:off x="8942597" y="4777120"/>
            <a:ext cx="1463040" cy="1477328"/>
          </a:xfrm>
          <a:prstGeom prst="rect">
            <a:avLst/>
          </a:prstGeom>
          <a:noFill/>
        </p:spPr>
        <p:txBody>
          <a:bodyPr wrap="square" rtlCol="0">
            <a:spAutoFit/>
          </a:bodyPr>
          <a:lstStyle/>
          <a:p>
            <a:r>
              <a:rPr lang="pt-BR" b="1" dirty="0"/>
              <a:t>APPROVAL</a:t>
            </a:r>
          </a:p>
          <a:p>
            <a:endParaRPr lang="pt-BR" b="1" dirty="0">
              <a:highlight>
                <a:srgbClr val="FFFF00"/>
              </a:highlight>
            </a:endParaRPr>
          </a:p>
          <a:p>
            <a:endParaRPr lang="pt-BR" b="1" dirty="0">
              <a:highlight>
                <a:srgbClr val="FFFF00"/>
              </a:highlight>
            </a:endParaRPr>
          </a:p>
          <a:p>
            <a:endParaRPr lang="pt-BR" b="1" dirty="0">
              <a:highlight>
                <a:srgbClr val="FFFF00"/>
              </a:highlight>
            </a:endParaRPr>
          </a:p>
          <a:p>
            <a:endParaRPr lang="en-US" b="1" dirty="0">
              <a:highlight>
                <a:srgbClr val="FFFF00"/>
              </a:highlight>
            </a:endParaRPr>
          </a:p>
        </p:txBody>
      </p:sp>
      <p:graphicFrame>
        <p:nvGraphicFramePr>
          <p:cNvPr id="7" name="Object 6">
            <a:extLst>
              <a:ext uri="{FF2B5EF4-FFF2-40B4-BE49-F238E27FC236}">
                <a16:creationId xmlns:a16="http://schemas.microsoft.com/office/drawing/2014/main" id="{4068D325-7E0D-1759-DBA4-1F6C34ABCF29}"/>
              </a:ext>
            </a:extLst>
          </p:cNvPr>
          <p:cNvGraphicFramePr>
            <a:graphicFrameLocks noChangeAspect="1"/>
          </p:cNvGraphicFramePr>
          <p:nvPr>
            <p:extLst>
              <p:ext uri="{D42A27DB-BD31-4B8C-83A1-F6EECF244321}">
                <p14:modId xmlns:p14="http://schemas.microsoft.com/office/powerpoint/2010/main" val="4009160259"/>
              </p:ext>
            </p:extLst>
          </p:nvPr>
        </p:nvGraphicFramePr>
        <p:xfrm>
          <a:off x="7191561" y="5202723"/>
          <a:ext cx="5092579" cy="684893"/>
        </p:xfrm>
        <a:graphic>
          <a:graphicData uri="http://schemas.openxmlformats.org/presentationml/2006/ole">
            <mc:AlternateContent xmlns:mc="http://schemas.openxmlformats.org/markup-compatibility/2006">
              <mc:Choice xmlns:v="urn:schemas-microsoft-com:vml" Requires="v">
                <p:oleObj name="Packager Shell Object" showAsIcon="1" r:id="rId3" imgW="3848226" imgH="518032" progId="Package">
                  <p:embed/>
                </p:oleObj>
              </mc:Choice>
              <mc:Fallback>
                <p:oleObj name="Packager Shell Object" showAsIcon="1" r:id="rId3" imgW="3848226" imgH="518032" progId="Package">
                  <p:embed/>
                  <p:pic>
                    <p:nvPicPr>
                      <p:cNvPr id="7" name="Object 6">
                        <a:extLst>
                          <a:ext uri="{FF2B5EF4-FFF2-40B4-BE49-F238E27FC236}">
                            <a16:creationId xmlns:a16="http://schemas.microsoft.com/office/drawing/2014/main" id="{4068D325-7E0D-1759-DBA4-1F6C34ABCF29}"/>
                          </a:ext>
                        </a:extLst>
                      </p:cNvPr>
                      <p:cNvPicPr/>
                      <p:nvPr/>
                    </p:nvPicPr>
                    <p:blipFill>
                      <a:blip r:embed="rId4"/>
                      <a:stretch>
                        <a:fillRect/>
                      </a:stretch>
                    </p:blipFill>
                    <p:spPr>
                      <a:xfrm>
                        <a:off x="7191561" y="5202723"/>
                        <a:ext cx="5092579" cy="684893"/>
                      </a:xfrm>
                      <a:prstGeom prst="rect">
                        <a:avLst/>
                      </a:prstGeom>
                    </p:spPr>
                  </p:pic>
                </p:oleObj>
              </mc:Fallback>
            </mc:AlternateContent>
          </a:graphicData>
        </a:graphic>
      </p:graphicFrame>
    </p:spTree>
    <p:extLst>
      <p:ext uri="{BB962C8B-B14F-4D97-AF65-F5344CB8AC3E}">
        <p14:creationId xmlns:p14="http://schemas.microsoft.com/office/powerpoint/2010/main" val="34390023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3</a:t>
            </a:fld>
            <a:endParaRPr lang="es-ES" dirty="0"/>
          </a:p>
        </p:txBody>
      </p:sp>
      <p:sp>
        <p:nvSpPr>
          <p:cNvPr id="8" name="Rectangle 7"/>
          <p:cNvSpPr/>
          <p:nvPr/>
        </p:nvSpPr>
        <p:spPr>
          <a:xfrm>
            <a:off x="476835" y="996005"/>
            <a:ext cx="4424349" cy="5213597"/>
          </a:xfrm>
          <a:prstGeom prst="rect">
            <a:avLst/>
          </a:prstGeom>
        </p:spPr>
        <p:txBody>
          <a:bodyPr wrap="square">
            <a:noAutofit/>
          </a:bodyPr>
          <a:lstStyle/>
          <a:p>
            <a:pPr marL="27000" indent="0">
              <a:buNone/>
            </a:pPr>
            <a:r>
              <a:rPr lang="en-US" sz="2800" dirty="0"/>
              <a:t>1.Funcional Design</a:t>
            </a:r>
          </a:p>
          <a:p>
            <a:pPr lvl="1"/>
            <a:r>
              <a:rPr lang="en-US" sz="1200" dirty="0"/>
              <a:t>1.1 Introduction &amp; Goals</a:t>
            </a:r>
          </a:p>
          <a:p>
            <a:pPr lvl="1"/>
            <a:r>
              <a:rPr lang="en-US" sz="1200" dirty="0"/>
              <a:t>1.2 As Is – Macro Architecture</a:t>
            </a:r>
          </a:p>
          <a:p>
            <a:pPr lvl="1"/>
            <a:r>
              <a:rPr lang="en-US" sz="1200" dirty="0"/>
              <a:t>1.3 Principles</a:t>
            </a:r>
          </a:p>
          <a:p>
            <a:pPr lvl="1"/>
            <a:r>
              <a:rPr lang="en-US" sz="1200" dirty="0"/>
              <a:t>1.4 To Be – About the Solution / Solution Strategy </a:t>
            </a:r>
          </a:p>
          <a:p>
            <a:pPr lvl="1"/>
            <a:r>
              <a:rPr lang="en-US" sz="1200" dirty="0"/>
              <a:t>1.5 Application Impact Analysis / Dependencies</a:t>
            </a:r>
          </a:p>
          <a:p>
            <a:pPr lvl="1"/>
            <a:r>
              <a:rPr lang="en-US" sz="1200" dirty="0"/>
              <a:t>1.6 AI Projects</a:t>
            </a:r>
          </a:p>
          <a:p>
            <a:pPr marL="27000" indent="0">
              <a:buNone/>
            </a:pPr>
            <a:endParaRPr lang="en-US" sz="2800" dirty="0"/>
          </a:p>
          <a:p>
            <a:pPr marL="27000" indent="0">
              <a:buNone/>
            </a:pPr>
            <a:r>
              <a:rPr lang="en-US" sz="2800" dirty="0"/>
              <a:t>2.Technical Design</a:t>
            </a:r>
          </a:p>
          <a:p>
            <a:pPr lvl="1"/>
            <a:r>
              <a:rPr lang="en-US" sz="1200" dirty="0"/>
              <a:t>2.1 Architectural Building Blocks</a:t>
            </a:r>
          </a:p>
          <a:p>
            <a:pPr lvl="1"/>
            <a:r>
              <a:rPr lang="en-US" sz="1200" dirty="0"/>
              <a:t>2.2 Technical View</a:t>
            </a:r>
          </a:p>
          <a:p>
            <a:pPr lvl="1"/>
            <a:r>
              <a:rPr lang="en-US" sz="1200" dirty="0"/>
              <a:t>2.3 Deployment View</a:t>
            </a:r>
          </a:p>
          <a:p>
            <a:pPr lvl="1"/>
            <a:r>
              <a:rPr lang="en-US" sz="1200" dirty="0"/>
              <a:t>2.4 Runtime View / Sequence Diagram</a:t>
            </a:r>
          </a:p>
          <a:p>
            <a:pPr lvl="1"/>
            <a:r>
              <a:rPr lang="en-US" sz="1200" dirty="0"/>
              <a:t>2.5 Integration – Message/Traffic Flow</a:t>
            </a:r>
          </a:p>
          <a:p>
            <a:pPr lvl="1"/>
            <a:r>
              <a:rPr lang="en-US" sz="1200" dirty="0"/>
              <a:t>2.6 Third Party Connectivity Information</a:t>
            </a:r>
          </a:p>
          <a:p>
            <a:pPr lvl="1"/>
            <a:r>
              <a:rPr lang="en-US" sz="1200" dirty="0"/>
              <a:t>2.7 Data Flow</a:t>
            </a:r>
          </a:p>
          <a:p>
            <a:pPr lvl="1"/>
            <a:r>
              <a:rPr lang="en-US" sz="1200" dirty="0"/>
              <a:t>2.8 Integration – APIs</a:t>
            </a:r>
          </a:p>
          <a:p>
            <a:pPr lvl="1"/>
            <a:r>
              <a:rPr lang="en-US" sz="1200" dirty="0"/>
              <a:t>2.9 Applications</a:t>
            </a:r>
          </a:p>
          <a:p>
            <a:pPr lvl="1"/>
            <a:r>
              <a:rPr lang="en-US" sz="1200" dirty="0"/>
              <a:t>2.10 User Management</a:t>
            </a:r>
          </a:p>
          <a:p>
            <a:pPr lvl="1"/>
            <a:r>
              <a:rPr lang="en-US" sz="1200" dirty="0"/>
              <a:t>2.11 Security Architecture Diagram - Target</a:t>
            </a:r>
          </a:p>
          <a:p>
            <a:pPr lvl="1"/>
            <a:r>
              <a:rPr lang="en-US" sz="1200" dirty="0"/>
              <a:t>2.12 New Technologies</a:t>
            </a:r>
          </a:p>
          <a:p>
            <a:pPr lvl="1"/>
            <a:r>
              <a:rPr lang="en-US" sz="1200"/>
              <a:t>2.13 </a:t>
            </a:r>
            <a:r>
              <a:rPr lang="en-US" sz="1200" dirty="0"/>
              <a:t>Public Cloud Native Services </a:t>
            </a:r>
          </a:p>
          <a:p>
            <a:pPr marL="285750" indent="-285750">
              <a:lnSpc>
                <a:spcPct val="107000"/>
              </a:lnSpc>
              <a:spcBef>
                <a:spcPts val="900"/>
              </a:spcBef>
              <a:buFont typeface="Arial" panose="020B0604020202020204" pitchFamily="34" charset="0"/>
              <a:buChar char="•"/>
            </a:pPr>
            <a:endParaRPr lang="en-US" sz="2800" i="1" dirty="0">
              <a:solidFill>
                <a:schemeClr val="bg1">
                  <a:lumMod val="65000"/>
                </a:schemeClr>
              </a:solidFill>
              <a:ea typeface="Calibri" panose="020F0502020204030204" pitchFamily="34" charset="0"/>
              <a:cs typeface="Arial" panose="020B0604020202020204" pitchFamily="34" charset="0"/>
            </a:endParaRPr>
          </a:p>
        </p:txBody>
      </p:sp>
      <p:sp>
        <p:nvSpPr>
          <p:cNvPr id="5" name="Título 1">
            <a:extLst>
              <a:ext uri="{FF2B5EF4-FFF2-40B4-BE49-F238E27FC236}">
                <a16:creationId xmlns:a16="http://schemas.microsoft.com/office/drawing/2014/main" id="{6507F2D9-0A36-9D47-C234-E5A091DC70E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Index</a:t>
            </a:r>
          </a:p>
        </p:txBody>
      </p:sp>
      <p:sp>
        <p:nvSpPr>
          <p:cNvPr id="3" name="Rectangle 2">
            <a:extLst>
              <a:ext uri="{FF2B5EF4-FFF2-40B4-BE49-F238E27FC236}">
                <a16:creationId xmlns:a16="http://schemas.microsoft.com/office/drawing/2014/main" id="{028CA4D7-E555-AC6A-7885-B8828D15D067}"/>
              </a:ext>
            </a:extLst>
          </p:cNvPr>
          <p:cNvSpPr/>
          <p:nvPr/>
        </p:nvSpPr>
        <p:spPr>
          <a:xfrm>
            <a:off x="6096000" y="996004"/>
            <a:ext cx="5306568" cy="5213597"/>
          </a:xfrm>
          <a:prstGeom prst="rect">
            <a:avLst/>
          </a:prstGeom>
        </p:spPr>
        <p:txBody>
          <a:bodyPr wrap="square">
            <a:noAutofit/>
          </a:bodyPr>
          <a:lstStyle/>
          <a:p>
            <a:pPr marL="27000" indent="0">
              <a:buNone/>
            </a:pPr>
            <a:r>
              <a:rPr lang="en-US" sz="2800" dirty="0"/>
              <a:t>3. Process Design</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3.1 Process </a:t>
            </a:r>
            <a:r>
              <a:rPr lang="en-US" sz="1400" dirty="0"/>
              <a:t>Objective</a:t>
            </a:r>
            <a:endParaRPr kumimoji="0" lang="en-US" sz="1400" b="0" i="0" u="none" strike="noStrike" kern="1200" cap="none" spc="0" normalizeH="0" baseline="0" noProof="0" dirty="0">
              <a:ln>
                <a:noFill/>
              </a:ln>
              <a:solidFill>
                <a:prstClr val="black"/>
              </a:solidFill>
              <a:effectLst/>
              <a:uLnTx/>
              <a:uFillTx/>
              <a:latin typeface="Arial"/>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3.2 Process Roles / RACI</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3.3 Process Flowchart</a:t>
            </a: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Arial"/>
              <a:ea typeface="+mn-ea"/>
              <a:cs typeface="+mn-cs"/>
            </a:endParaRPr>
          </a:p>
          <a:p>
            <a:pPr marL="27000" indent="0">
              <a:buNone/>
            </a:pPr>
            <a:endParaRPr lang="en-US" sz="2800" dirty="0"/>
          </a:p>
          <a:p>
            <a:pPr marL="27000" indent="0">
              <a:buNone/>
            </a:pPr>
            <a:r>
              <a:rPr lang="en-US" sz="2800" dirty="0"/>
              <a:t>4. Infrastructure Requirements</a:t>
            </a:r>
          </a:p>
          <a:p>
            <a:pPr lvl="1"/>
            <a:r>
              <a:rPr lang="en-US" sz="1400" dirty="0"/>
              <a:t>4.1 Volumes</a:t>
            </a:r>
          </a:p>
          <a:p>
            <a:pPr lvl="1"/>
            <a:r>
              <a:rPr lang="en-US" sz="1400" dirty="0"/>
              <a:t>4.2 Data Sizing Information</a:t>
            </a:r>
          </a:p>
          <a:p>
            <a:pPr lvl="1"/>
            <a:r>
              <a:rPr lang="en-US" sz="1400" dirty="0"/>
              <a:t>4.3 Data Handling Information</a:t>
            </a:r>
          </a:p>
          <a:p>
            <a:pPr lvl="1"/>
            <a:r>
              <a:rPr lang="en-US" sz="1400" dirty="0"/>
              <a:t>4.4 Reporting</a:t>
            </a:r>
          </a:p>
          <a:p>
            <a:pPr lvl="1"/>
            <a:r>
              <a:rPr lang="en-US" sz="1400" dirty="0"/>
              <a:t>4.5 Workstation Requirement</a:t>
            </a:r>
          </a:p>
          <a:p>
            <a:pPr lvl="1"/>
            <a:r>
              <a:rPr lang="en-US" sz="1400" dirty="0"/>
              <a:t>4.6 Application Availability</a:t>
            </a:r>
          </a:p>
          <a:p>
            <a:pPr lvl="1"/>
            <a:r>
              <a:rPr lang="en-US" sz="1400" dirty="0"/>
              <a:t>4.7 Infrastructure Components</a:t>
            </a:r>
          </a:p>
          <a:p>
            <a:pPr lvl="1"/>
            <a:r>
              <a:rPr lang="en-US" sz="1400" dirty="0"/>
              <a:t>4.8 CaaS Infrastructure</a:t>
            </a:r>
          </a:p>
          <a:p>
            <a:pPr lvl="1"/>
            <a:r>
              <a:rPr lang="en-US" sz="1400" dirty="0"/>
              <a:t>4.9 Special Requirements</a:t>
            </a:r>
          </a:p>
          <a:p>
            <a:pPr lvl="1"/>
            <a:r>
              <a:rPr lang="en-US" sz="1400" dirty="0"/>
              <a:t>4.10 Cyber Resiliency -  Application Level</a:t>
            </a:r>
          </a:p>
          <a:p>
            <a:pPr lvl="1"/>
            <a:r>
              <a:rPr lang="en-US" sz="1400" dirty="0"/>
              <a:t>4.11 References</a:t>
            </a:r>
            <a:endParaRPr lang="en-US" sz="2800" i="1" dirty="0">
              <a:solidFill>
                <a:schemeClr val="bg1">
                  <a:lumMod val="65000"/>
                </a:schemeClr>
              </a:solidFill>
              <a:ea typeface="Calibri" panose="020F0502020204030204" pitchFamily="34" charset="0"/>
              <a:cs typeface="Arial" panose="020B0604020202020204" pitchFamily="34" charset="0"/>
            </a:endParaRPr>
          </a:p>
          <a:p>
            <a:pPr marL="285750" indent="-285750">
              <a:lnSpc>
                <a:spcPct val="107000"/>
              </a:lnSpc>
              <a:spcBef>
                <a:spcPts val="900"/>
              </a:spcBef>
              <a:buFont typeface="Arial" panose="020B0604020202020204" pitchFamily="34" charset="0"/>
              <a:buChar char="•"/>
            </a:pPr>
            <a:endParaRPr lang="en-US" sz="2800" i="1" dirty="0">
              <a:solidFill>
                <a:schemeClr val="bg1">
                  <a:lumMod val="65000"/>
                </a:schemeClr>
              </a:solidFill>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676174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3">
            <a:extLst>
              <a:ext uri="{FF2B5EF4-FFF2-40B4-BE49-F238E27FC236}">
                <a16:creationId xmlns:a16="http://schemas.microsoft.com/office/drawing/2014/main" id="{46DCEE02-D34D-4F11-9432-3B5DE7C3D539}"/>
              </a:ext>
            </a:extLst>
          </p:cNvPr>
          <p:cNvSpPr>
            <a:spLocks noGrp="1"/>
          </p:cNvSpPr>
          <p:nvPr>
            <p:ph type="body" sz="quarter" idx="14"/>
          </p:nvPr>
        </p:nvSpPr>
        <p:spPr/>
        <p:txBody>
          <a:bodyPr>
            <a:normAutofit/>
          </a:bodyPr>
          <a:lstStyle/>
          <a:p>
            <a:r>
              <a:rPr lang="en-US" dirty="0"/>
              <a:t>01</a:t>
            </a:r>
          </a:p>
        </p:txBody>
      </p:sp>
      <p:sp>
        <p:nvSpPr>
          <p:cNvPr id="6" name="Título 1">
            <a:extLst>
              <a:ext uri="{FF2B5EF4-FFF2-40B4-BE49-F238E27FC236}">
                <a16:creationId xmlns:a16="http://schemas.microsoft.com/office/drawing/2014/main" id="{EEEB3FAF-21CC-D68C-0BE2-28D5E249A0BE}"/>
              </a:ext>
            </a:extLst>
          </p:cNvPr>
          <p:cNvSpPr txBox="1">
            <a:spLocks/>
          </p:cNvSpPr>
          <p:nvPr/>
        </p:nvSpPr>
        <p:spPr>
          <a:xfrm>
            <a:off x="722518" y="626373"/>
            <a:ext cx="5705175" cy="2852737"/>
          </a:xfrm>
          <a:prstGeom prst="rect">
            <a:avLst/>
          </a:prstGeom>
        </p:spPr>
        <p:txBody>
          <a:bodyPr vert="horz" lIns="91440" tIns="45720" rIns="91440" bIns="45720" rtlCol="0" anchor="t">
            <a:normAutofit/>
          </a:bodyPr>
          <a:lstStyle>
            <a:lvl1pPr>
              <a:lnSpc>
                <a:spcPct val="100000"/>
              </a:lnSpc>
              <a:spcBef>
                <a:spcPct val="0"/>
              </a:spcBef>
              <a:buNone/>
              <a:defRPr sz="4000">
                <a:solidFill>
                  <a:schemeClr val="accent1"/>
                </a:solidFill>
                <a:latin typeface="+mj-lt"/>
                <a:ea typeface="+mj-ea"/>
                <a:cs typeface="+mj-cs"/>
              </a:defRPr>
            </a:lvl1pPr>
          </a:lstStyle>
          <a:p>
            <a:r>
              <a:rPr lang="en-US" dirty="0"/>
              <a:t>Functional Design</a:t>
            </a:r>
          </a:p>
        </p:txBody>
      </p:sp>
    </p:spTree>
    <p:extLst>
      <p:ext uri="{BB962C8B-B14F-4D97-AF65-F5344CB8AC3E}">
        <p14:creationId xmlns:p14="http://schemas.microsoft.com/office/powerpoint/2010/main" val="1158724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5</a:t>
            </a:fld>
            <a:endParaRPr lang="es-ES" dirty="0"/>
          </a:p>
        </p:txBody>
      </p:sp>
      <p:sp>
        <p:nvSpPr>
          <p:cNvPr id="9" name="Marcador de texto 5">
            <a:extLst>
              <a:ext uri="{FF2B5EF4-FFF2-40B4-BE49-F238E27FC236}">
                <a16:creationId xmlns:a16="http://schemas.microsoft.com/office/drawing/2014/main" id="{89C04F98-3581-014F-2AD7-79F8D61B1B1B}"/>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Functional Design</a:t>
            </a:r>
          </a:p>
        </p:txBody>
      </p:sp>
      <p:sp>
        <p:nvSpPr>
          <p:cNvPr id="10" name="Título 1">
            <a:extLst>
              <a:ext uri="{FF2B5EF4-FFF2-40B4-BE49-F238E27FC236}">
                <a16:creationId xmlns:a16="http://schemas.microsoft.com/office/drawing/2014/main" id="{7377D923-11B5-70C0-7C03-9D687F5D6077}"/>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1.1 Introduction &amp; Goals</a:t>
            </a:r>
          </a:p>
        </p:txBody>
      </p:sp>
      <p:graphicFrame>
        <p:nvGraphicFramePr>
          <p:cNvPr id="6" name="Group 60">
            <a:extLst>
              <a:ext uri="{FF2B5EF4-FFF2-40B4-BE49-F238E27FC236}">
                <a16:creationId xmlns:a16="http://schemas.microsoft.com/office/drawing/2014/main" id="{46EA997D-7589-66FF-D506-98150C64812A}"/>
              </a:ext>
            </a:extLst>
          </p:cNvPr>
          <p:cNvGraphicFramePr>
            <a:graphicFrameLocks noGrp="1"/>
          </p:cNvGraphicFramePr>
          <p:nvPr>
            <p:extLst>
              <p:ext uri="{D42A27DB-BD31-4B8C-83A1-F6EECF244321}">
                <p14:modId xmlns:p14="http://schemas.microsoft.com/office/powerpoint/2010/main" val="845065709"/>
              </p:ext>
            </p:extLst>
          </p:nvPr>
        </p:nvGraphicFramePr>
        <p:xfrm>
          <a:off x="239488" y="928640"/>
          <a:ext cx="11228462" cy="5793071"/>
        </p:xfrm>
        <a:graphic>
          <a:graphicData uri="http://schemas.openxmlformats.org/drawingml/2006/table">
            <a:tbl>
              <a:tblPr firstRow="1" bandRow="1">
                <a:tableStyleId>{6E25E649-3F16-4E02-A733-19D2CDBF48F0}</a:tableStyleId>
              </a:tblPr>
              <a:tblGrid>
                <a:gridCol w="2724200">
                  <a:extLst>
                    <a:ext uri="{9D8B030D-6E8A-4147-A177-3AD203B41FA5}">
                      <a16:colId xmlns:a16="http://schemas.microsoft.com/office/drawing/2014/main" val="20000"/>
                    </a:ext>
                  </a:extLst>
                </a:gridCol>
                <a:gridCol w="8504262">
                  <a:extLst>
                    <a:ext uri="{9D8B030D-6E8A-4147-A177-3AD203B41FA5}">
                      <a16:colId xmlns:a16="http://schemas.microsoft.com/office/drawing/2014/main" val="20001"/>
                    </a:ext>
                  </a:extLst>
                </a:gridCol>
              </a:tblGrid>
              <a:tr h="314245">
                <a:tc gridSpan="2">
                  <a:txBody>
                    <a:bodyPr/>
                    <a:lstStyle>
                      <a:defPPr>
                        <a:defRPr lang="es-E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292100" marR="0" lvl="0" indent="-292100" algn="ctr" defTabSz="914400" rtl="0" eaLnBrk="1" fontAlgn="base" latinLnBrk="0" hangingPunct="1">
                        <a:lnSpc>
                          <a:spcPct val="100000"/>
                        </a:lnSpc>
                        <a:spcBef>
                          <a:spcPct val="50000"/>
                        </a:spcBef>
                        <a:spcAft>
                          <a:spcPct val="0"/>
                        </a:spcAft>
                        <a:buClrTx/>
                        <a:buSzPct val="60000"/>
                        <a:buFont typeface="Monotype Sorts" pitchFamily="2" charset="2"/>
                        <a:buNone/>
                        <a:tabLst>
                          <a:tab pos="450850" algn="l"/>
                          <a:tab pos="900113" algn="l"/>
                          <a:tab pos="1349375" algn="l"/>
                          <a:tab pos="2251075" algn="l"/>
                        </a:tabLst>
                      </a:pPr>
                      <a:r>
                        <a:rPr kumimoji="0" lang="en-GB" sz="900" u="none" strike="noStrike" kern="1200" cap="none" normalizeH="0" baseline="0" dirty="0">
                          <a:ln>
                            <a:noFill/>
                          </a:ln>
                          <a:solidFill>
                            <a:schemeClr val="bg1"/>
                          </a:solidFill>
                          <a:effectLst/>
                        </a:rPr>
                        <a:t>GENERAL</a:t>
                      </a:r>
                      <a:r>
                        <a:rPr kumimoji="0" lang="en-GB" sz="900" u="none" strike="noStrike" cap="none" normalizeH="0" baseline="0" dirty="0">
                          <a:ln>
                            <a:noFill/>
                          </a:ln>
                          <a:effectLst/>
                        </a:rPr>
                        <a:t> </a:t>
                      </a:r>
                      <a:r>
                        <a:rPr kumimoji="0" lang="en-GB" sz="900" u="none" strike="noStrike" kern="1200" cap="none" normalizeH="0" baseline="0" dirty="0">
                          <a:ln>
                            <a:noFill/>
                          </a:ln>
                          <a:solidFill>
                            <a:schemeClr val="bg1"/>
                          </a:solidFill>
                          <a:effectLst/>
                        </a:rPr>
                        <a:t>INFORMATION</a:t>
                      </a:r>
                      <a:endParaRPr kumimoji="0" lang="en-GB" sz="900" b="1" i="0" u="none" strike="noStrike" kern="1200" cap="none" normalizeH="0" baseline="0" dirty="0">
                        <a:ln>
                          <a:noFill/>
                        </a:ln>
                        <a:solidFill>
                          <a:schemeClr val="bg1"/>
                        </a:solidFill>
                        <a:effectLst/>
                        <a:latin typeface="Arial" charset="0"/>
                        <a:ea typeface="+mn-ea"/>
                        <a:cs typeface="+mn-cs"/>
                      </a:endParaRPr>
                    </a:p>
                  </a:txBody>
                  <a:tcPr marL="54000" marR="54000" marT="54003" marB="54003" horzOverflow="overflow"/>
                </a:tc>
                <a:tc hMerge="1">
                  <a:txBody>
                    <a:bodyPr/>
                    <a:lstStyle>
                      <a:defPPr>
                        <a:defRPr lang="es-E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292100" marR="0" lvl="0" indent="-292100" algn="ctr" defTabSz="914400" rtl="0" eaLnBrk="1" fontAlgn="base" latinLnBrk="0" hangingPunct="1">
                        <a:lnSpc>
                          <a:spcPct val="100000"/>
                        </a:lnSpc>
                        <a:spcBef>
                          <a:spcPct val="50000"/>
                        </a:spcBef>
                        <a:spcAft>
                          <a:spcPct val="0"/>
                        </a:spcAft>
                        <a:buClrTx/>
                        <a:buSzPct val="60000"/>
                        <a:buFont typeface="Monotype Sorts" pitchFamily="2" charset="2"/>
                        <a:buNone/>
                        <a:tabLst>
                          <a:tab pos="450850" algn="l"/>
                          <a:tab pos="900113" algn="l"/>
                          <a:tab pos="1349375" algn="l"/>
                          <a:tab pos="2251075" algn="l"/>
                        </a:tabLst>
                      </a:pPr>
                      <a:endParaRPr kumimoji="0" lang="en-GB" sz="1200" b="1" i="0" u="none" strike="noStrike" cap="none" normalizeH="0" baseline="0" dirty="0">
                        <a:ln>
                          <a:noFill/>
                        </a:ln>
                        <a:solidFill>
                          <a:schemeClr val="bg1"/>
                        </a:solidFill>
                        <a:effectLst/>
                        <a:latin typeface="Times New Roman" pitchFamily="18" charset="0"/>
                      </a:endParaRPr>
                    </a:p>
                  </a:txBody>
                  <a:tcPr marL="72000" marR="72000" marT="72004" marB="72004" horzOverflow="overflow"/>
                </a:tc>
                <a:extLst>
                  <a:ext uri="{0D108BD9-81ED-4DB2-BD59-A6C34878D82A}">
                    <a16:rowId xmlns:a16="http://schemas.microsoft.com/office/drawing/2014/main" val="10000"/>
                  </a:ext>
                </a:extLst>
              </a:tr>
              <a:tr h="314245">
                <a:tc>
                  <a:txBody>
                    <a:bodyPr/>
                    <a:lstStyle>
                      <a:defPPr>
                        <a:defRPr lang="es-E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defRPr/>
                      </a:pPr>
                      <a:r>
                        <a:rPr kumimoji="0" lang="en-US" sz="900" u="none" strike="noStrike" kern="1200" cap="none" normalizeH="0" baseline="0" dirty="0">
                          <a:ln>
                            <a:noFill/>
                          </a:ln>
                          <a:effectLst/>
                        </a:rPr>
                        <a:t>Delivery Hub ID/MEGA ID</a:t>
                      </a:r>
                      <a:endParaRPr kumimoji="0" lang="en-US" sz="900" b="0" i="0" u="none" strike="noStrike" kern="1200" cap="none" normalizeH="0" baseline="0" dirty="0">
                        <a:ln>
                          <a:noFill/>
                        </a:ln>
                        <a:solidFill>
                          <a:schemeClr val="tx1"/>
                        </a:solidFill>
                        <a:effectLst/>
                        <a:latin typeface="Arial" charset="0"/>
                        <a:ea typeface="+mn-ea"/>
                        <a:cs typeface="+mn-cs"/>
                      </a:endParaRP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defPPr>
                        <a:defRPr lang="es-E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b="0" i="0" u="none" strike="noStrike" kern="1200" cap="none" normalizeH="0" baseline="0" dirty="0">
                          <a:ln>
                            <a:noFill/>
                          </a:ln>
                          <a:solidFill>
                            <a:schemeClr val="tx1"/>
                          </a:solidFill>
                          <a:effectLst/>
                          <a:latin typeface="Arial" charset="0"/>
                          <a:ea typeface="+mn-ea"/>
                          <a:cs typeface="+mn-cs"/>
                        </a:rPr>
                        <a:t>1886</a:t>
                      </a: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1"/>
                  </a:ext>
                </a:extLst>
              </a:tr>
              <a:tr h="314245">
                <a:tc>
                  <a:txBody>
                    <a:bodyPr/>
                    <a:lstStyle>
                      <a:defPPr>
                        <a:defRPr lang="es-E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defRPr/>
                      </a:pPr>
                      <a:r>
                        <a:rPr kumimoji="0" lang="en-US" sz="900" u="none" strike="noStrike" kern="1200" cap="none" normalizeH="0" baseline="0" dirty="0">
                          <a:ln>
                            <a:noFill/>
                          </a:ln>
                          <a:effectLst/>
                        </a:rPr>
                        <a:t>Delivery Hub Project Name:</a:t>
                      </a:r>
                      <a:endParaRPr kumimoji="0" lang="en-US" sz="900" b="0" i="0" u="none" strike="noStrike" kern="1200" cap="none" normalizeH="0" baseline="0" dirty="0">
                        <a:ln>
                          <a:noFill/>
                        </a:ln>
                        <a:solidFill>
                          <a:schemeClr val="tx1"/>
                        </a:solidFill>
                        <a:effectLst/>
                        <a:latin typeface="Arial" charset="0"/>
                        <a:ea typeface="+mn-ea"/>
                        <a:cs typeface="+mn-cs"/>
                      </a:endParaRP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defPPr>
                        <a:defRPr lang="es-E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b="0" i="0" u="none" strike="noStrike" kern="1200" cap="none" normalizeH="0" baseline="0" dirty="0">
                          <a:ln>
                            <a:noFill/>
                          </a:ln>
                          <a:solidFill>
                            <a:schemeClr val="tx1"/>
                          </a:solidFill>
                          <a:effectLst/>
                          <a:latin typeface="Arial" charset="0"/>
                          <a:ea typeface="+mn-ea"/>
                          <a:cs typeface="+mn-cs"/>
                        </a:rPr>
                        <a:t>Securities Lending  (JP Morgan)</a:t>
                      </a: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r h="314245">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defRPr/>
                      </a:pPr>
                      <a:r>
                        <a:rPr kumimoji="0" lang="en-US" sz="900" b="0" i="0" u="none" strike="noStrike" kern="1200" cap="none" normalizeH="0" baseline="0" dirty="0" err="1">
                          <a:ln>
                            <a:noFill/>
                          </a:ln>
                          <a:solidFill>
                            <a:schemeClr val="tx1"/>
                          </a:solidFill>
                          <a:effectLst/>
                          <a:latin typeface="Arial" charset="0"/>
                          <a:ea typeface="+mn-ea"/>
                          <a:cs typeface="+mn-cs"/>
                        </a:rPr>
                        <a:t>Hiperos</a:t>
                      </a:r>
                      <a:r>
                        <a:rPr kumimoji="0" lang="en-US" sz="900" b="0" i="0" u="none" strike="noStrike" kern="1200" cap="none" normalizeH="0" baseline="0" dirty="0">
                          <a:ln>
                            <a:noFill/>
                          </a:ln>
                          <a:solidFill>
                            <a:schemeClr val="tx1"/>
                          </a:solidFill>
                          <a:effectLst/>
                          <a:latin typeface="Arial" charset="0"/>
                          <a:ea typeface="+mn-ea"/>
                          <a:cs typeface="+mn-cs"/>
                        </a:rPr>
                        <a:t> ID</a:t>
                      </a: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lang="en-US" sz="900" dirty="0"/>
                        <a:t>R18292</a:t>
                      </a:r>
                      <a:endParaRPr kumimoji="0" lang="en-US" sz="900" b="0" i="0" u="none" strike="noStrike" kern="1200" cap="none" normalizeH="0" baseline="0" dirty="0">
                        <a:ln>
                          <a:noFill/>
                        </a:ln>
                        <a:solidFill>
                          <a:schemeClr val="tx1"/>
                        </a:solidFill>
                        <a:effectLst/>
                        <a:latin typeface="Arial" charset="0"/>
                        <a:ea typeface="+mn-ea"/>
                        <a:cs typeface="+mn-cs"/>
                      </a:endParaRP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4007281384"/>
                  </a:ext>
                </a:extLst>
              </a:tr>
              <a:tr h="314245">
                <a:tc>
                  <a:txBody>
                    <a:bodyPr/>
                    <a:lstStyle>
                      <a:defPPr>
                        <a:defRPr lang="es-E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u="none" strike="noStrike" cap="none" normalizeH="0" baseline="0" dirty="0">
                          <a:ln>
                            <a:noFill/>
                          </a:ln>
                          <a:effectLst/>
                        </a:rPr>
                        <a:t>Entities in Scope:</a:t>
                      </a:r>
                      <a:endParaRPr kumimoji="0" lang="en-US" sz="900" b="0" i="0" u="none" strike="noStrike" cap="none" normalizeH="0" baseline="0" dirty="0">
                        <a:ln>
                          <a:noFill/>
                        </a:ln>
                        <a:solidFill>
                          <a:schemeClr val="tx1"/>
                        </a:solidFill>
                        <a:effectLst/>
                        <a:latin typeface="Arial" charset="0"/>
                      </a:endParaRP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defPPr>
                        <a:defRPr lang="es-E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b="0" i="0" u="none" strike="noStrike" cap="none" normalizeH="0" baseline="0" dirty="0">
                          <a:ln>
                            <a:noFill/>
                          </a:ln>
                          <a:solidFill>
                            <a:schemeClr val="tx1"/>
                          </a:solidFill>
                          <a:effectLst/>
                          <a:latin typeface="Arial" charset="0"/>
                        </a:rPr>
                        <a:t>BSI</a:t>
                      </a: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3"/>
                  </a:ext>
                </a:extLst>
              </a:tr>
              <a:tr h="314245">
                <a:tc>
                  <a:txBody>
                    <a:bodyPr/>
                    <a:lstStyle>
                      <a:defPPr>
                        <a:defRPr lang="es-E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u="none" strike="noStrike" cap="none" normalizeH="0" baseline="0" dirty="0">
                          <a:ln>
                            <a:noFill/>
                          </a:ln>
                          <a:effectLst/>
                        </a:rPr>
                        <a:t>Project Objective:</a:t>
                      </a:r>
                    </a:p>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b="0" i="0" u="none" strike="noStrike" cap="none" normalizeH="0" baseline="0" dirty="0">
                          <a:ln>
                            <a:noFill/>
                          </a:ln>
                          <a:solidFill>
                            <a:schemeClr val="tx1"/>
                          </a:solidFill>
                          <a:effectLst/>
                          <a:latin typeface="Arial" charset="0"/>
                        </a:rPr>
                        <a:t>(</a:t>
                      </a:r>
                      <a:r>
                        <a:rPr kumimoji="0" lang="en-US" sz="900" b="0" i="0" u="sng" strike="noStrike" cap="none" normalizeH="0" baseline="0" dirty="0">
                          <a:ln>
                            <a:noFill/>
                          </a:ln>
                          <a:solidFill>
                            <a:schemeClr val="tx1"/>
                          </a:solidFill>
                          <a:effectLst/>
                          <a:latin typeface="Arial" charset="0"/>
                        </a:rPr>
                        <a:t>Attach Business Requirements Document</a:t>
                      </a:r>
                      <a:r>
                        <a:rPr kumimoji="0" lang="en-US" sz="900" b="0" i="0" u="none" strike="noStrike" cap="none" normalizeH="0" baseline="0" dirty="0">
                          <a:ln>
                            <a:noFill/>
                          </a:ln>
                          <a:solidFill>
                            <a:schemeClr val="tx1"/>
                          </a:solidFill>
                          <a:effectLst/>
                          <a:latin typeface="Arial" charset="0"/>
                        </a:rPr>
                        <a:t>)</a:t>
                      </a: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defPPr>
                        <a:defRPr lang="es-E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b="1" i="0" u="none" strike="noStrike" cap="none" normalizeH="0" baseline="0" dirty="0">
                          <a:ln>
                            <a:noFill/>
                          </a:ln>
                          <a:solidFill>
                            <a:schemeClr val="tx1"/>
                          </a:solidFill>
                          <a:effectLst/>
                          <a:latin typeface="Arial" charset="0"/>
                        </a:rPr>
                        <a:t>To implement the new securities lending service in BSI, using the JP Morgan Securities’ platform</a:t>
                      </a: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4"/>
                  </a:ext>
                </a:extLst>
              </a:tr>
              <a:tr h="314245">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defRPr/>
                      </a:pPr>
                      <a:r>
                        <a:rPr lang="en-US" sz="900" dirty="0"/>
                        <a:t>Business Owner:</a:t>
                      </a:r>
                      <a:endParaRPr kumimoji="0" lang="en-US" sz="900" b="0" i="0" u="none" strike="noStrike" cap="none" normalizeH="0" baseline="0" dirty="0">
                        <a:ln>
                          <a:noFill/>
                        </a:ln>
                        <a:solidFill>
                          <a:schemeClr val="tx1"/>
                        </a:solidFill>
                        <a:effectLst/>
                        <a:latin typeface="Arial" charset="0"/>
                      </a:endParaRP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b="1" i="0" u="none" strike="noStrike" cap="none" normalizeH="0" baseline="0" dirty="0">
                          <a:ln>
                            <a:noFill/>
                          </a:ln>
                          <a:solidFill>
                            <a:schemeClr val="tx1"/>
                          </a:solidFill>
                          <a:effectLst/>
                          <a:latin typeface="Arial" charset="0"/>
                        </a:rPr>
                        <a:t>Ricardo Marin</a:t>
                      </a: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5"/>
                  </a:ext>
                </a:extLst>
              </a:tr>
              <a:tr h="314245">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u="none" strike="noStrike" cap="none" normalizeH="0" baseline="0" dirty="0">
                          <a:ln>
                            <a:noFill/>
                          </a:ln>
                          <a:effectLst/>
                        </a:rPr>
                        <a:t>IT Owner:</a:t>
                      </a:r>
                      <a:endParaRPr kumimoji="0" lang="en-US" sz="900" b="0" i="0" u="none" strike="noStrike" cap="none" normalizeH="0" baseline="0" dirty="0">
                        <a:ln>
                          <a:noFill/>
                        </a:ln>
                        <a:solidFill>
                          <a:schemeClr val="tx1"/>
                        </a:solidFill>
                        <a:effectLst/>
                        <a:latin typeface="Arial" charset="0"/>
                      </a:endParaRP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b="1" i="0" u="none" strike="noStrike" cap="none" normalizeH="0" baseline="0" dirty="0">
                          <a:ln>
                            <a:noFill/>
                          </a:ln>
                          <a:solidFill>
                            <a:schemeClr val="tx1"/>
                          </a:solidFill>
                          <a:effectLst/>
                          <a:latin typeface="Arial" charset="0"/>
                        </a:rPr>
                        <a:t>Jose Luis Avial</a:t>
                      </a: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6"/>
                  </a:ext>
                </a:extLst>
              </a:tr>
              <a:tr h="314245">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u="sng" strike="noStrike" cap="none" normalizeH="0" baseline="0" dirty="0">
                          <a:ln>
                            <a:noFill/>
                          </a:ln>
                          <a:effectLst/>
                        </a:rPr>
                        <a:t>ARB Criteria</a:t>
                      </a:r>
                      <a:endParaRPr kumimoji="0" lang="en-US" sz="900" b="1" i="0" u="sng" strike="noStrike" cap="none" normalizeH="0" baseline="0" dirty="0">
                        <a:ln>
                          <a:noFill/>
                        </a:ln>
                        <a:solidFill>
                          <a:schemeClr val="tx1"/>
                        </a:solidFill>
                        <a:effectLst/>
                        <a:latin typeface="Arial" charset="0"/>
                      </a:endParaRP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endParaRPr kumimoji="0" lang="en-US" sz="900" b="1" i="0" u="none" strike="noStrike" cap="none" normalizeH="0" baseline="0" dirty="0">
                        <a:ln>
                          <a:noFill/>
                        </a:ln>
                        <a:solidFill>
                          <a:schemeClr val="tx1"/>
                        </a:solidFill>
                        <a:effectLst/>
                        <a:latin typeface="Arial" charset="0"/>
                      </a:endParaRP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7"/>
                  </a:ext>
                </a:extLst>
              </a:tr>
              <a:tr h="314245">
                <a:tc>
                  <a:txBody>
                    <a:bodyPr/>
                    <a:lstStyle/>
                    <a:p>
                      <a:pPr marL="292100" marR="0" lvl="0" indent="-292100" algn="r"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u="none" strike="noStrike" cap="none" normalizeH="0" baseline="0" dirty="0">
                          <a:ln>
                            <a:noFill/>
                          </a:ln>
                          <a:effectLst/>
                        </a:rPr>
                        <a:t>&gt; 2 MM</a:t>
                      </a:r>
                      <a:endParaRPr kumimoji="0" lang="en-US" sz="900" b="0" i="0" u="none" strike="noStrike" cap="none" normalizeH="0" baseline="0" dirty="0">
                        <a:ln>
                          <a:noFill/>
                        </a:ln>
                        <a:solidFill>
                          <a:schemeClr val="tx1"/>
                        </a:solidFill>
                        <a:effectLst/>
                        <a:latin typeface="Arial" charset="0"/>
                      </a:endParaRP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b="1" i="0" u="none" strike="noStrike" cap="none" normalizeH="0" baseline="0" dirty="0">
                          <a:ln>
                            <a:noFill/>
                          </a:ln>
                          <a:solidFill>
                            <a:schemeClr val="tx1"/>
                          </a:solidFill>
                          <a:effectLst/>
                          <a:latin typeface="Arial" charset="0"/>
                        </a:rPr>
                        <a:t>No</a:t>
                      </a: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8"/>
                  </a:ext>
                </a:extLst>
              </a:tr>
              <a:tr h="314245">
                <a:tc>
                  <a:txBody>
                    <a:bodyPr/>
                    <a:lstStyle/>
                    <a:p>
                      <a:pPr marL="292100" marR="0" lvl="0" indent="-292100" algn="r"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u="none" strike="noStrike" cap="none" normalizeH="0" baseline="0" dirty="0">
                          <a:ln>
                            <a:noFill/>
                          </a:ln>
                          <a:effectLst/>
                        </a:rPr>
                        <a:t>Cross Functional</a:t>
                      </a:r>
                      <a:endParaRPr kumimoji="0" lang="en-US" sz="900" b="0" i="0" u="none" strike="noStrike" cap="none" normalizeH="0" baseline="0" dirty="0">
                        <a:ln>
                          <a:noFill/>
                        </a:ln>
                        <a:solidFill>
                          <a:schemeClr val="tx1"/>
                        </a:solidFill>
                        <a:effectLst/>
                        <a:latin typeface="Arial" charset="0"/>
                      </a:endParaRP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u="none" strike="noStrike" cap="none" normalizeH="0" baseline="0" dirty="0">
                          <a:ln>
                            <a:noFill/>
                          </a:ln>
                          <a:effectLst/>
                        </a:rPr>
                        <a:t>No</a:t>
                      </a:r>
                      <a:endParaRPr kumimoji="0" lang="en-US" sz="900" b="1" i="0" u="none" strike="noStrike" cap="none" normalizeH="0" baseline="0" dirty="0">
                        <a:ln>
                          <a:noFill/>
                        </a:ln>
                        <a:solidFill>
                          <a:schemeClr val="tx1"/>
                        </a:solidFill>
                        <a:effectLst/>
                        <a:latin typeface="Arial" charset="0"/>
                      </a:endParaRP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9"/>
                  </a:ext>
                </a:extLst>
              </a:tr>
              <a:tr h="314245">
                <a:tc>
                  <a:txBody>
                    <a:bodyPr/>
                    <a:lstStyle/>
                    <a:p>
                      <a:pPr marL="292100" marR="0" lvl="0" indent="-292100" algn="r"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u="none" strike="noStrike" cap="none" normalizeH="0" baseline="0" dirty="0">
                          <a:ln>
                            <a:noFill/>
                          </a:ln>
                          <a:effectLst/>
                        </a:rPr>
                        <a:t>New Technology</a:t>
                      </a:r>
                      <a:endParaRPr kumimoji="0" lang="en-US" sz="900" b="0" i="0" u="none" strike="noStrike" cap="none" normalizeH="0" baseline="0" dirty="0">
                        <a:ln>
                          <a:noFill/>
                        </a:ln>
                        <a:solidFill>
                          <a:schemeClr val="tx1"/>
                        </a:solidFill>
                        <a:effectLst/>
                        <a:latin typeface="Arial" charset="0"/>
                      </a:endParaRP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u="none" strike="noStrike" cap="none" normalizeH="0" baseline="0" dirty="0">
                          <a:ln>
                            <a:noFill/>
                          </a:ln>
                          <a:effectLst/>
                        </a:rPr>
                        <a:t>No</a:t>
                      </a:r>
                      <a:endParaRPr kumimoji="0" lang="en-US" sz="900" b="1" i="0" u="none" strike="noStrike" cap="none" normalizeH="0" baseline="0" dirty="0">
                        <a:ln>
                          <a:noFill/>
                        </a:ln>
                        <a:solidFill>
                          <a:schemeClr val="tx1"/>
                        </a:solidFill>
                        <a:effectLst/>
                        <a:latin typeface="Arial" charset="0"/>
                      </a:endParaRP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10"/>
                  </a:ext>
                </a:extLst>
              </a:tr>
              <a:tr h="314245">
                <a:tc>
                  <a:txBody>
                    <a:bodyPr/>
                    <a:lstStyle/>
                    <a:p>
                      <a:pPr marL="292100" marR="0" lvl="0" indent="-292100" algn="r"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u="none" strike="noStrike" cap="none" normalizeH="0" baseline="0" dirty="0">
                          <a:ln>
                            <a:noFill/>
                          </a:ln>
                          <a:effectLst/>
                        </a:rPr>
                        <a:t>Strategy New Application</a:t>
                      </a:r>
                      <a:endParaRPr kumimoji="0" lang="en-US" sz="900" b="0" i="0" u="none" strike="noStrike" cap="none" normalizeH="0" baseline="0" dirty="0">
                        <a:ln>
                          <a:noFill/>
                        </a:ln>
                        <a:solidFill>
                          <a:schemeClr val="tx1"/>
                        </a:solidFill>
                        <a:effectLst/>
                        <a:latin typeface="Arial" charset="0"/>
                      </a:endParaRP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u="none" strike="noStrike" cap="none" normalizeH="0" baseline="0" dirty="0">
                          <a:ln>
                            <a:noFill/>
                          </a:ln>
                          <a:effectLst/>
                        </a:rPr>
                        <a:t>No</a:t>
                      </a:r>
                      <a:endParaRPr kumimoji="0" lang="en-US" sz="900" b="1" i="0" u="none" strike="noStrike" cap="none" normalizeH="0" baseline="0" dirty="0">
                        <a:ln>
                          <a:noFill/>
                        </a:ln>
                        <a:solidFill>
                          <a:schemeClr val="tx1"/>
                        </a:solidFill>
                        <a:effectLst/>
                        <a:latin typeface="Arial" charset="0"/>
                      </a:endParaRP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11"/>
                  </a:ext>
                </a:extLst>
              </a:tr>
              <a:tr h="314245">
                <a:tc>
                  <a:txBody>
                    <a:bodyPr/>
                    <a:lstStyle/>
                    <a:p>
                      <a:pPr marL="292100" marR="0" lvl="0" indent="-292100" algn="r"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b="0" i="0" u="none" strike="noStrike" cap="none" normalizeH="0" baseline="0" dirty="0">
                          <a:ln>
                            <a:noFill/>
                          </a:ln>
                          <a:solidFill>
                            <a:schemeClr val="tx1"/>
                          </a:solidFill>
                          <a:effectLst/>
                          <a:latin typeface="Arial" charset="0"/>
                        </a:rPr>
                        <a:t>Miscellaneous Request</a:t>
                      </a: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defRPr/>
                      </a:pPr>
                      <a:r>
                        <a:rPr kumimoji="0" lang="en-US" sz="900" u="none" strike="noStrike" cap="none" normalizeH="0" baseline="0" dirty="0">
                          <a:ln>
                            <a:noFill/>
                          </a:ln>
                          <a:effectLst/>
                        </a:rPr>
                        <a:t>No</a:t>
                      </a:r>
                      <a:endParaRPr kumimoji="0" lang="en-US" sz="900" b="0" i="0" u="none" strike="noStrike" cap="none" normalizeH="0" baseline="0" dirty="0">
                        <a:ln>
                          <a:noFill/>
                        </a:ln>
                        <a:solidFill>
                          <a:schemeClr val="tx1"/>
                        </a:solidFill>
                        <a:effectLst/>
                        <a:latin typeface="Arial" charset="0"/>
                      </a:endParaRP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12"/>
                  </a:ext>
                </a:extLst>
              </a:tr>
              <a:tr h="314245">
                <a:tc>
                  <a:txBody>
                    <a:bodyPr/>
                    <a:lstStyle/>
                    <a:p>
                      <a:pPr marL="292100" marR="0" lvl="0" indent="-292100" algn="r"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b="0" i="0" u="none" strike="noStrike" cap="none" normalizeH="0" baseline="0" dirty="0">
                          <a:ln>
                            <a:noFill/>
                          </a:ln>
                          <a:solidFill>
                            <a:schemeClr val="tx1"/>
                          </a:solidFill>
                          <a:effectLst/>
                          <a:latin typeface="Arial" charset="0"/>
                        </a:rPr>
                        <a:t>Cloud Deployment</a:t>
                      </a: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defRPr/>
                      </a:pPr>
                      <a:r>
                        <a:rPr kumimoji="0" lang="es-ES" sz="900" b="0" u="none" strike="noStrike" cap="none" normalizeH="0" baseline="0" dirty="0">
                          <a:ln>
                            <a:noFill/>
                          </a:ln>
                          <a:effectLst/>
                        </a:rPr>
                        <a:t>No (SaaS)</a:t>
                      </a:r>
                      <a:endParaRPr kumimoji="0" lang="en-US" sz="900" b="0" i="0" u="none" strike="noStrike" cap="none" normalizeH="0" baseline="0" dirty="0">
                        <a:ln>
                          <a:noFill/>
                        </a:ln>
                        <a:solidFill>
                          <a:schemeClr val="tx1"/>
                        </a:solidFill>
                        <a:effectLst/>
                        <a:latin typeface="Arial" charset="0"/>
                      </a:endParaRP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13"/>
                  </a:ext>
                </a:extLst>
              </a:tr>
              <a:tr h="314245">
                <a:tc>
                  <a:txBody>
                    <a:bodyPr/>
                    <a:lstStyle/>
                    <a:p>
                      <a:pPr marL="292100" marR="0" lvl="0" indent="-292100" algn="r"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b="0" i="0" u="none" strike="noStrike" cap="none" normalizeH="0" baseline="0" dirty="0">
                          <a:ln>
                            <a:noFill/>
                          </a:ln>
                          <a:solidFill>
                            <a:schemeClr val="tx1"/>
                          </a:solidFill>
                          <a:effectLst/>
                          <a:latin typeface="Arial" charset="0"/>
                        </a:rPr>
                        <a:t>AI or Quantum Computing</a:t>
                      </a: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defRPr/>
                      </a:pPr>
                      <a:r>
                        <a:rPr kumimoji="0" lang="en-US" sz="900" u="none" strike="noStrike" cap="none" normalizeH="0" baseline="0" dirty="0">
                          <a:ln>
                            <a:noFill/>
                          </a:ln>
                          <a:effectLst/>
                        </a:rPr>
                        <a:t>No</a:t>
                      </a:r>
                      <a:endParaRPr kumimoji="0" lang="en-US" sz="900" b="0" i="0" u="none" strike="noStrike" cap="none" normalizeH="0" baseline="0" dirty="0">
                        <a:ln>
                          <a:noFill/>
                        </a:ln>
                        <a:solidFill>
                          <a:schemeClr val="tx1"/>
                        </a:solidFill>
                        <a:effectLst/>
                        <a:latin typeface="Arial" charset="0"/>
                      </a:endParaRP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258409146"/>
                  </a:ext>
                </a:extLst>
              </a:tr>
              <a:tr h="314245">
                <a:tc>
                  <a:txBody>
                    <a:bodyPr/>
                    <a:lstStyle/>
                    <a:p>
                      <a:pPr marL="292100" marR="0" lvl="0" indent="-292100" algn="r"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b="0" i="0" u="none" strike="noStrike" cap="none" normalizeH="0" baseline="0" dirty="0">
                          <a:ln>
                            <a:noFill/>
                          </a:ln>
                          <a:solidFill>
                            <a:schemeClr val="tx1"/>
                          </a:solidFill>
                          <a:effectLst/>
                          <a:latin typeface="Arial" charset="0"/>
                        </a:rPr>
                        <a:t>Alexandria Project Classification</a:t>
                      </a: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defRPr/>
                      </a:pPr>
                      <a:r>
                        <a:rPr kumimoji="0" lang="en-US" sz="900" b="0" i="0" u="none" strike="noStrike" cap="none" normalizeH="0" baseline="0" dirty="0">
                          <a:ln>
                            <a:noFill/>
                          </a:ln>
                          <a:solidFill>
                            <a:schemeClr val="tx1"/>
                          </a:solidFill>
                          <a:effectLst/>
                          <a:latin typeface="Arial" charset="0"/>
                        </a:rPr>
                        <a:t>Local</a:t>
                      </a: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550028620"/>
                  </a:ext>
                </a:extLst>
              </a:tr>
              <a:tr h="314245">
                <a:tc>
                  <a:txBody>
                    <a:bodyPr/>
                    <a:lstStyle/>
                    <a:p>
                      <a:pPr marL="292100" marR="0" lvl="0" indent="-292100" algn="r"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b="0" i="0" u="none" strike="noStrike" cap="none" normalizeH="0" baseline="0" dirty="0">
                          <a:ln>
                            <a:noFill/>
                          </a:ln>
                          <a:solidFill>
                            <a:schemeClr val="tx1"/>
                          </a:solidFill>
                          <a:effectLst/>
                          <a:latin typeface="Arial" charset="0"/>
                        </a:rPr>
                        <a:t>Aligned with Global Tech Stack / Global Platforms  </a:t>
                      </a: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defRPr/>
                      </a:pPr>
                      <a:r>
                        <a:rPr kumimoji="0" lang="en-US" sz="900" b="0" i="0" u="none" strike="noStrike" cap="none" normalizeH="0" baseline="0" dirty="0">
                          <a:ln>
                            <a:noFill/>
                          </a:ln>
                          <a:solidFill>
                            <a:schemeClr val="tx1"/>
                          </a:solidFill>
                          <a:effectLst/>
                          <a:latin typeface="Arial" charset="0"/>
                        </a:rPr>
                        <a:t>No</a:t>
                      </a: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856521919"/>
                  </a:ext>
                </a:extLst>
              </a:tr>
            </a:tbl>
          </a:graphicData>
        </a:graphic>
      </p:graphicFrame>
    </p:spTree>
    <p:extLst>
      <p:ext uri="{BB962C8B-B14F-4D97-AF65-F5344CB8AC3E}">
        <p14:creationId xmlns:p14="http://schemas.microsoft.com/office/powerpoint/2010/main" val="1392524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6</a:t>
            </a:fld>
            <a:endParaRPr lang="es-ES" dirty="0"/>
          </a:p>
        </p:txBody>
      </p:sp>
      <p:sp>
        <p:nvSpPr>
          <p:cNvPr id="8" name="Rectangle 7"/>
          <p:cNvSpPr/>
          <p:nvPr/>
        </p:nvSpPr>
        <p:spPr>
          <a:xfrm>
            <a:off x="476835" y="996005"/>
            <a:ext cx="11219866" cy="5213597"/>
          </a:xfrm>
          <a:prstGeom prst="rect">
            <a:avLst/>
          </a:prstGeom>
        </p:spPr>
        <p:txBody>
          <a:bodyPr wrap="square">
            <a:noAutofit/>
          </a:bodyPr>
          <a:lstStyle/>
          <a:p>
            <a:pPr>
              <a:lnSpc>
                <a:spcPct val="107000"/>
              </a:lnSpc>
            </a:pPr>
            <a:r>
              <a:rPr lang="en-US" sz="1400" b="1" dirty="0">
                <a:ea typeface="Calibri" panose="020F0502020204030204" pitchFamily="34" charset="0"/>
                <a:cs typeface="Times New Roman" panose="02020603050405020304" pitchFamily="18" charset="0"/>
              </a:rPr>
              <a:t>Introduction / </a:t>
            </a:r>
            <a:r>
              <a:rPr lang="en-US" sz="1400" b="1" dirty="0" err="1">
                <a:ea typeface="Calibri" panose="020F0502020204030204" pitchFamily="34" charset="0"/>
                <a:cs typeface="Times New Roman" panose="02020603050405020304" pitchFamily="18" charset="0"/>
              </a:rPr>
              <a:t>AsIs</a:t>
            </a:r>
            <a:endParaRPr lang="en-US" sz="1400" b="1" dirty="0">
              <a:ea typeface="Calibri" panose="020F0502020204030204" pitchFamily="34" charset="0"/>
              <a:cs typeface="Times New Roman" panose="02020603050405020304" pitchFamily="18" charset="0"/>
            </a:endParaRPr>
          </a:p>
          <a:p>
            <a:pPr>
              <a:lnSpc>
                <a:spcPct val="107000"/>
              </a:lnSpc>
            </a:pPr>
            <a:r>
              <a:rPr lang="en-US" sz="1400" i="1" dirty="0">
                <a:solidFill>
                  <a:schemeClr val="bg1">
                    <a:lumMod val="65000"/>
                  </a:schemeClr>
                </a:solidFill>
                <a:ea typeface="Calibri" panose="020F0502020204030204" pitchFamily="34" charset="0"/>
                <a:cs typeface="Arial" panose="020B0604020202020204" pitchFamily="34" charset="0"/>
              </a:rPr>
              <a:t>N/A. This service does not exist  as </a:t>
            </a:r>
            <a:r>
              <a:rPr lang="en-US" sz="1400" i="1" dirty="0" err="1">
                <a:solidFill>
                  <a:schemeClr val="bg1">
                    <a:lumMod val="65000"/>
                  </a:schemeClr>
                </a:solidFill>
                <a:ea typeface="Calibri" panose="020F0502020204030204" pitchFamily="34" charset="0"/>
                <a:cs typeface="Arial" panose="020B0604020202020204" pitchFamily="34" charset="0"/>
              </a:rPr>
              <a:t>ot</a:t>
            </a:r>
            <a:r>
              <a:rPr lang="en-US" sz="1400" i="1" dirty="0">
                <a:solidFill>
                  <a:schemeClr val="bg1">
                    <a:lumMod val="65000"/>
                  </a:schemeClr>
                </a:solidFill>
                <a:ea typeface="Calibri" panose="020F0502020204030204" pitchFamily="34" charset="0"/>
                <a:cs typeface="Arial" panose="020B0604020202020204" pitchFamily="34" charset="0"/>
              </a:rPr>
              <a:t> today</a:t>
            </a: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spcBef>
                <a:spcPts val="900"/>
              </a:spcBef>
            </a:pPr>
            <a:endParaRPr lang="en-US" sz="1400" dirty="0">
              <a:ea typeface="Calibri" panose="020F0502020204030204" pitchFamily="34" charset="0"/>
              <a:cs typeface="Times New Roman" panose="02020603050405020304" pitchFamily="18" charset="0"/>
            </a:endParaRPr>
          </a:p>
          <a:p>
            <a:pPr>
              <a:lnSpc>
                <a:spcPct val="107000"/>
              </a:lnSpc>
              <a:spcBef>
                <a:spcPts val="900"/>
              </a:spcBef>
            </a:pPr>
            <a:r>
              <a:rPr lang="en-US" sz="1400" b="1" dirty="0">
                <a:ea typeface="Calibri" panose="020F0502020204030204" pitchFamily="34" charset="0"/>
                <a:cs typeface="Times New Roman" panose="02020603050405020304" pitchFamily="18" charset="0"/>
              </a:rPr>
              <a:t>Goal/Objective of the project</a:t>
            </a:r>
          </a:p>
          <a:p>
            <a:pPr marL="285750" indent="-285750">
              <a:lnSpc>
                <a:spcPct val="107000"/>
              </a:lnSpc>
              <a:spcBef>
                <a:spcPts val="900"/>
              </a:spcBef>
              <a:buFont typeface="Arial" panose="020B0604020202020204" pitchFamily="34" charset="0"/>
              <a:buChar char="•"/>
            </a:pPr>
            <a:r>
              <a:rPr lang="en-US" sz="1400" i="1" dirty="0">
                <a:solidFill>
                  <a:schemeClr val="bg1">
                    <a:lumMod val="65000"/>
                  </a:schemeClr>
                </a:solidFill>
                <a:ea typeface="Calibri" panose="020F0502020204030204" pitchFamily="34" charset="0"/>
                <a:cs typeface="Arial" panose="020B0604020202020204" pitchFamily="34" charset="0"/>
              </a:rPr>
              <a:t>The project’s goal is to create a new revenue stream for BSI with the introduction of a new securities lending service</a:t>
            </a:r>
          </a:p>
          <a:p>
            <a:pPr marL="285750" indent="-285750">
              <a:lnSpc>
                <a:spcPct val="107000"/>
              </a:lnSpc>
              <a:spcBef>
                <a:spcPts val="900"/>
              </a:spcBef>
              <a:buFont typeface="Arial" panose="020B0604020202020204" pitchFamily="34" charset="0"/>
              <a:buChar char="•"/>
            </a:pPr>
            <a:r>
              <a:rPr lang="en-US" sz="1400" i="1" dirty="0">
                <a:solidFill>
                  <a:schemeClr val="bg1">
                    <a:lumMod val="65000"/>
                  </a:schemeClr>
                </a:solidFill>
                <a:ea typeface="Calibri" panose="020F0502020204030204" pitchFamily="34" charset="0"/>
                <a:cs typeface="Arial" panose="020B0604020202020204" pitchFamily="34" charset="0"/>
              </a:rPr>
              <a:t>Provide a list of Stakeholders (optional if captured in </a:t>
            </a:r>
            <a:r>
              <a:rPr lang="en-US" sz="1400" i="1" dirty="0" err="1">
                <a:solidFill>
                  <a:schemeClr val="bg1">
                    <a:lumMod val="65000"/>
                  </a:schemeClr>
                </a:solidFill>
                <a:ea typeface="Calibri" panose="020F0502020204030204" pitchFamily="34" charset="0"/>
                <a:cs typeface="Arial" panose="020B0604020202020204" pitchFamily="34" charset="0"/>
              </a:rPr>
              <a:t>MacroArchitecture</a:t>
            </a:r>
            <a:r>
              <a:rPr lang="en-US" sz="1400" i="1" dirty="0">
                <a:solidFill>
                  <a:schemeClr val="bg1">
                    <a:lumMod val="65000"/>
                  </a:schemeClr>
                </a:solidFill>
                <a:ea typeface="Calibri" panose="020F0502020204030204" pitchFamily="34" charset="0"/>
                <a:cs typeface="Arial" panose="020B0604020202020204" pitchFamily="34" charset="0"/>
              </a:rPr>
              <a:t> document) :</a:t>
            </a:r>
          </a:p>
          <a:p>
            <a:pPr marL="285750" indent="-285750">
              <a:lnSpc>
                <a:spcPct val="107000"/>
              </a:lnSpc>
              <a:spcBef>
                <a:spcPts val="900"/>
              </a:spcBef>
              <a:buFont typeface="Arial" panose="020B0604020202020204" pitchFamily="34" charset="0"/>
              <a:buChar char="•"/>
            </a:pPr>
            <a:endParaRPr lang="en-US" sz="1400" i="1" dirty="0">
              <a:solidFill>
                <a:schemeClr val="bg1">
                  <a:lumMod val="65000"/>
                </a:schemeClr>
              </a:solidFill>
              <a:ea typeface="Calibri" panose="020F0502020204030204" pitchFamily="34" charset="0"/>
              <a:cs typeface="Arial" panose="020B0604020202020204" pitchFamily="34" charset="0"/>
            </a:endParaRPr>
          </a:p>
          <a:p>
            <a:pPr marL="285750" indent="-285750">
              <a:lnSpc>
                <a:spcPct val="107000"/>
              </a:lnSpc>
              <a:spcBef>
                <a:spcPts val="900"/>
              </a:spcBef>
              <a:buFont typeface="Arial" panose="020B0604020202020204" pitchFamily="34" charset="0"/>
              <a:buChar char="•"/>
            </a:pPr>
            <a:endParaRPr lang="en-US" sz="1400" i="1" dirty="0">
              <a:solidFill>
                <a:schemeClr val="bg1">
                  <a:lumMod val="65000"/>
                </a:schemeClr>
              </a:solidFill>
              <a:ea typeface="Calibri" panose="020F0502020204030204" pitchFamily="34" charset="0"/>
              <a:cs typeface="Arial" panose="020B0604020202020204" pitchFamily="34" charset="0"/>
            </a:endParaRPr>
          </a:p>
          <a:p>
            <a:pPr marL="285750" indent="-285750">
              <a:lnSpc>
                <a:spcPct val="107000"/>
              </a:lnSpc>
              <a:spcBef>
                <a:spcPts val="900"/>
              </a:spcBef>
              <a:buFont typeface="Arial" panose="020B0604020202020204" pitchFamily="34" charset="0"/>
              <a:buChar char="•"/>
            </a:pPr>
            <a:endParaRPr lang="en-US" sz="1400" i="1" dirty="0">
              <a:solidFill>
                <a:schemeClr val="bg1">
                  <a:lumMod val="65000"/>
                </a:schemeClr>
              </a:solidFill>
              <a:ea typeface="Calibri" panose="020F0502020204030204" pitchFamily="34" charset="0"/>
              <a:cs typeface="Arial" panose="020B0604020202020204" pitchFamily="34" charset="0"/>
            </a:endParaRPr>
          </a:p>
          <a:p>
            <a:pPr marL="285750" indent="-285750">
              <a:lnSpc>
                <a:spcPct val="107000"/>
              </a:lnSpc>
              <a:spcBef>
                <a:spcPts val="900"/>
              </a:spcBef>
              <a:buFont typeface="Arial" panose="020B0604020202020204" pitchFamily="34" charset="0"/>
              <a:buChar char="•"/>
            </a:pPr>
            <a:endParaRPr lang="en-US" sz="1400" i="1" dirty="0">
              <a:solidFill>
                <a:schemeClr val="bg1">
                  <a:lumMod val="65000"/>
                </a:schemeClr>
              </a:solidFill>
              <a:ea typeface="Calibri" panose="020F0502020204030204" pitchFamily="34" charset="0"/>
              <a:cs typeface="Arial" panose="020B0604020202020204" pitchFamily="34" charset="0"/>
            </a:endParaRPr>
          </a:p>
          <a:p>
            <a:pPr marL="285750" indent="-285750">
              <a:lnSpc>
                <a:spcPct val="107000"/>
              </a:lnSpc>
              <a:spcBef>
                <a:spcPts val="900"/>
              </a:spcBef>
              <a:buFont typeface="Arial" panose="020B0604020202020204" pitchFamily="34" charset="0"/>
              <a:buChar char="•"/>
            </a:pPr>
            <a:endParaRPr lang="en-US" sz="1400" i="1" dirty="0">
              <a:solidFill>
                <a:schemeClr val="bg1">
                  <a:lumMod val="65000"/>
                </a:schemeClr>
              </a:solidFill>
              <a:ea typeface="Calibri" panose="020F0502020204030204" pitchFamily="34" charset="0"/>
              <a:cs typeface="Arial" panose="020B0604020202020204" pitchFamily="34" charset="0"/>
            </a:endParaRPr>
          </a:p>
          <a:p>
            <a:pPr marL="285750" indent="-285750">
              <a:lnSpc>
                <a:spcPct val="107000"/>
              </a:lnSpc>
              <a:spcBef>
                <a:spcPts val="900"/>
              </a:spcBef>
              <a:buFont typeface="Arial" panose="020B0604020202020204" pitchFamily="34" charset="0"/>
              <a:buChar char="•"/>
            </a:pPr>
            <a:endParaRPr lang="en-US" sz="1400" i="1" dirty="0">
              <a:solidFill>
                <a:schemeClr val="bg1">
                  <a:lumMod val="65000"/>
                </a:schemeClr>
              </a:solidFill>
              <a:ea typeface="Calibri" panose="020F0502020204030204" pitchFamily="34" charset="0"/>
              <a:cs typeface="Arial" panose="020B0604020202020204" pitchFamily="34" charset="0"/>
            </a:endParaRPr>
          </a:p>
          <a:p>
            <a:pPr marL="285750" indent="-285750">
              <a:lnSpc>
                <a:spcPct val="107000"/>
              </a:lnSpc>
              <a:spcBef>
                <a:spcPts val="900"/>
              </a:spcBef>
              <a:buFont typeface="Arial" panose="020B0604020202020204" pitchFamily="34" charset="0"/>
              <a:buChar char="•"/>
            </a:pPr>
            <a:r>
              <a:rPr lang="en-US" sz="1400" i="1" dirty="0">
                <a:solidFill>
                  <a:schemeClr val="bg1">
                    <a:lumMod val="65000"/>
                  </a:schemeClr>
                </a:solidFill>
                <a:ea typeface="Calibri" panose="020F0502020204030204" pitchFamily="34" charset="0"/>
                <a:cs typeface="Arial" panose="020B0604020202020204" pitchFamily="34" charset="0"/>
              </a:rPr>
              <a:t>List of RELEVANT Functional Requirements and Non-Functional Requirements (ordered by priority). You can use: ISO standard 25010 or Arc42. Maybe add a Use Case Diagram:</a:t>
            </a:r>
          </a:p>
          <a:p>
            <a:pPr>
              <a:lnSpc>
                <a:spcPct val="107000"/>
              </a:lnSpc>
              <a:spcBef>
                <a:spcPts val="900"/>
              </a:spcBef>
            </a:pPr>
            <a:r>
              <a:rPr lang="en-US" sz="1400" i="1" dirty="0">
                <a:ea typeface="Calibri" panose="020F0502020204030204" pitchFamily="34" charset="0"/>
                <a:cs typeface="Arial" panose="020B0604020202020204" pitchFamily="34" charset="0"/>
              </a:rPr>
              <a:t>All requirements were described extensively in the official BRD document for this project signed off by the main stakeholders and the Business Sponsor</a:t>
            </a:r>
          </a:p>
          <a:p>
            <a:pPr marL="285750" indent="-285750">
              <a:lnSpc>
                <a:spcPct val="107000"/>
              </a:lnSpc>
              <a:spcBef>
                <a:spcPts val="900"/>
              </a:spcBef>
              <a:buFont typeface="Arial" panose="020B0604020202020204" pitchFamily="34" charset="0"/>
              <a:buChar char="•"/>
            </a:pPr>
            <a:endParaRPr lang="en-US" sz="1400" i="1" dirty="0">
              <a:solidFill>
                <a:schemeClr val="bg1">
                  <a:lumMod val="65000"/>
                </a:schemeClr>
              </a:solidFill>
              <a:ea typeface="Calibri" panose="020F0502020204030204" pitchFamily="34" charset="0"/>
              <a:cs typeface="Arial" panose="020B0604020202020204" pitchFamily="34" charset="0"/>
            </a:endParaRPr>
          </a:p>
          <a:p>
            <a:pPr marL="285750" indent="-285750">
              <a:lnSpc>
                <a:spcPct val="107000"/>
              </a:lnSpc>
              <a:spcBef>
                <a:spcPts val="900"/>
              </a:spcBef>
              <a:buFont typeface="Arial" panose="020B0604020202020204" pitchFamily="34" charset="0"/>
              <a:buChar char="•"/>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3" name="Marcador de texto 5">
            <a:extLst>
              <a:ext uri="{FF2B5EF4-FFF2-40B4-BE49-F238E27FC236}">
                <a16:creationId xmlns:a16="http://schemas.microsoft.com/office/drawing/2014/main" id="{3BC1C4F6-2AA5-513C-AE94-92FA6222C08B}"/>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Functional Design</a:t>
            </a:r>
          </a:p>
        </p:txBody>
      </p:sp>
      <p:sp>
        <p:nvSpPr>
          <p:cNvPr id="7" name="Título 1">
            <a:extLst>
              <a:ext uri="{FF2B5EF4-FFF2-40B4-BE49-F238E27FC236}">
                <a16:creationId xmlns:a16="http://schemas.microsoft.com/office/drawing/2014/main" id="{CA966C24-9FD5-601F-22AE-0336E108192A}"/>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1.1 Introduction &amp; Goals</a:t>
            </a:r>
          </a:p>
        </p:txBody>
      </p:sp>
      <p:pic>
        <p:nvPicPr>
          <p:cNvPr id="6" name="Picture 5">
            <a:extLst>
              <a:ext uri="{FF2B5EF4-FFF2-40B4-BE49-F238E27FC236}">
                <a16:creationId xmlns:a16="http://schemas.microsoft.com/office/drawing/2014/main" id="{15655EE7-8D54-7D51-8C9B-CFB5587CEB21}"/>
              </a:ext>
            </a:extLst>
          </p:cNvPr>
          <p:cNvPicPr>
            <a:picLocks noChangeAspect="1"/>
          </p:cNvPicPr>
          <p:nvPr/>
        </p:nvPicPr>
        <p:blipFill>
          <a:blip r:embed="rId2"/>
          <a:stretch>
            <a:fillRect/>
          </a:stretch>
        </p:blipFill>
        <p:spPr>
          <a:xfrm>
            <a:off x="734788" y="3138107"/>
            <a:ext cx="4249221" cy="1875710"/>
          </a:xfrm>
          <a:prstGeom prst="rect">
            <a:avLst/>
          </a:prstGeom>
        </p:spPr>
      </p:pic>
    </p:spTree>
    <p:extLst>
      <p:ext uri="{BB962C8B-B14F-4D97-AF65-F5344CB8AC3E}">
        <p14:creationId xmlns:p14="http://schemas.microsoft.com/office/powerpoint/2010/main" val="2565929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7</a:t>
            </a:fld>
            <a:endParaRPr lang="es-ES" dirty="0"/>
          </a:p>
        </p:txBody>
      </p:sp>
      <p:sp>
        <p:nvSpPr>
          <p:cNvPr id="8" name="Rectangle 7"/>
          <p:cNvSpPr/>
          <p:nvPr/>
        </p:nvSpPr>
        <p:spPr>
          <a:xfrm>
            <a:off x="476835" y="996005"/>
            <a:ext cx="11219866" cy="5213597"/>
          </a:xfrm>
          <a:prstGeom prst="rect">
            <a:avLst/>
          </a:prstGeom>
        </p:spPr>
        <p:txBody>
          <a:bodyPr wrap="square">
            <a:noAutofit/>
          </a:bodyPr>
          <a:lstStyle/>
          <a:p>
            <a:r>
              <a:rPr lang="en-US" sz="1400" i="1" dirty="0">
                <a:solidFill>
                  <a:schemeClr val="bg1">
                    <a:lumMod val="65000"/>
                  </a:schemeClr>
                </a:solidFill>
              </a:rPr>
              <a:t>Complete this section with the existing Architecture Diagrams that describes the Current Situation. </a:t>
            </a:r>
          </a:p>
          <a:p>
            <a:r>
              <a:rPr lang="en-US" sz="1400" i="1" dirty="0">
                <a:solidFill>
                  <a:schemeClr val="bg1">
                    <a:lumMod val="65000"/>
                  </a:schemeClr>
                </a:solidFill>
              </a:rPr>
              <a:t>If there is no architecture diagram available, a High Level “Environment Diagram” should be developed following the Target Architecture look and feel (described in this document).</a:t>
            </a:r>
          </a:p>
          <a:p>
            <a:endParaRPr lang="en-US" sz="1400" i="1" dirty="0">
              <a:solidFill>
                <a:schemeClr val="bg1">
                  <a:lumMod val="65000"/>
                </a:schemeClr>
              </a:solidFill>
            </a:endParaRPr>
          </a:p>
          <a:p>
            <a:r>
              <a:rPr lang="en-US" sz="1400" i="1" dirty="0"/>
              <a:t>N/A as this is a new service being implemented</a:t>
            </a:r>
          </a:p>
        </p:txBody>
      </p:sp>
      <p:sp>
        <p:nvSpPr>
          <p:cNvPr id="5" name="Título 1">
            <a:extLst>
              <a:ext uri="{FF2B5EF4-FFF2-40B4-BE49-F238E27FC236}">
                <a16:creationId xmlns:a16="http://schemas.microsoft.com/office/drawing/2014/main" id="{6507F2D9-0A36-9D47-C234-E5A091DC70E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1.2 As Is – Macro Architecture</a:t>
            </a:r>
          </a:p>
        </p:txBody>
      </p:sp>
      <p:sp>
        <p:nvSpPr>
          <p:cNvPr id="6" name="Marcador de texto 5">
            <a:extLst>
              <a:ext uri="{FF2B5EF4-FFF2-40B4-BE49-F238E27FC236}">
                <a16:creationId xmlns:a16="http://schemas.microsoft.com/office/drawing/2014/main" id="{347E5AFB-4220-6ED4-6F80-D957E89F087C}"/>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Functional Design</a:t>
            </a:r>
          </a:p>
        </p:txBody>
      </p:sp>
    </p:spTree>
    <p:extLst>
      <p:ext uri="{BB962C8B-B14F-4D97-AF65-F5344CB8AC3E}">
        <p14:creationId xmlns:p14="http://schemas.microsoft.com/office/powerpoint/2010/main" val="1338942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8</a:t>
            </a:fld>
            <a:endParaRPr lang="es-ES" dirty="0"/>
          </a:p>
        </p:txBody>
      </p:sp>
      <p:sp>
        <p:nvSpPr>
          <p:cNvPr id="8" name="Rectangle 7"/>
          <p:cNvSpPr/>
          <p:nvPr/>
        </p:nvSpPr>
        <p:spPr>
          <a:xfrm>
            <a:off x="476835" y="996005"/>
            <a:ext cx="11219866" cy="5213597"/>
          </a:xfrm>
          <a:prstGeom prst="rect">
            <a:avLst/>
          </a:prstGeom>
        </p:spPr>
        <p:txBody>
          <a:bodyPr wrap="square">
            <a:noAutofit/>
          </a:bodyPr>
          <a:lstStyle/>
          <a:p>
            <a:endParaRPr lang="en-US" sz="1400" i="1" dirty="0">
              <a:solidFill>
                <a:schemeClr val="bg1">
                  <a:lumMod val="65000"/>
                </a:schemeClr>
              </a:solidFill>
            </a:endParaRPr>
          </a:p>
        </p:txBody>
      </p:sp>
      <p:sp>
        <p:nvSpPr>
          <p:cNvPr id="5" name="Título 1">
            <a:extLst>
              <a:ext uri="{FF2B5EF4-FFF2-40B4-BE49-F238E27FC236}">
                <a16:creationId xmlns:a16="http://schemas.microsoft.com/office/drawing/2014/main" id="{6507F2D9-0A36-9D47-C234-E5A091DC70E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1.3 Principles</a:t>
            </a:r>
          </a:p>
        </p:txBody>
      </p:sp>
      <p:sp>
        <p:nvSpPr>
          <p:cNvPr id="6" name="Marcador de texto 5">
            <a:extLst>
              <a:ext uri="{FF2B5EF4-FFF2-40B4-BE49-F238E27FC236}">
                <a16:creationId xmlns:a16="http://schemas.microsoft.com/office/drawing/2014/main" id="{347E5AFB-4220-6ED4-6F80-D957E89F087C}"/>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Functional Design</a:t>
            </a:r>
          </a:p>
        </p:txBody>
      </p:sp>
      <p:graphicFrame>
        <p:nvGraphicFramePr>
          <p:cNvPr id="3" name="3 Tabla">
            <a:extLst>
              <a:ext uri="{FF2B5EF4-FFF2-40B4-BE49-F238E27FC236}">
                <a16:creationId xmlns:a16="http://schemas.microsoft.com/office/drawing/2014/main" id="{5F63D3B4-21AB-BC25-ABF0-18F75ECD9803}"/>
              </a:ext>
            </a:extLst>
          </p:cNvPr>
          <p:cNvGraphicFramePr>
            <a:graphicFrameLocks noGrp="1"/>
          </p:cNvGraphicFramePr>
          <p:nvPr>
            <p:extLst>
              <p:ext uri="{D42A27DB-BD31-4B8C-83A1-F6EECF244321}">
                <p14:modId xmlns:p14="http://schemas.microsoft.com/office/powerpoint/2010/main" val="1730701164"/>
              </p:ext>
            </p:extLst>
          </p:nvPr>
        </p:nvGraphicFramePr>
        <p:xfrm>
          <a:off x="707401" y="1613815"/>
          <a:ext cx="10758733" cy="3765292"/>
        </p:xfrm>
        <a:graphic>
          <a:graphicData uri="http://schemas.openxmlformats.org/drawingml/2006/table">
            <a:tbl>
              <a:tblPr firstRow="1" bandRow="1"/>
              <a:tblGrid>
                <a:gridCol w="3865756">
                  <a:extLst>
                    <a:ext uri="{9D8B030D-6E8A-4147-A177-3AD203B41FA5}">
                      <a16:colId xmlns:a16="http://schemas.microsoft.com/office/drawing/2014/main" val="20000"/>
                    </a:ext>
                  </a:extLst>
                </a:gridCol>
                <a:gridCol w="6892977">
                  <a:extLst>
                    <a:ext uri="{9D8B030D-6E8A-4147-A177-3AD203B41FA5}">
                      <a16:colId xmlns:a16="http://schemas.microsoft.com/office/drawing/2014/main" val="20001"/>
                    </a:ext>
                  </a:extLst>
                </a:gridCol>
              </a:tblGrid>
              <a:tr h="472912">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400" noProof="0" dirty="0"/>
                        <a:t>Principle</a:t>
                      </a:r>
                    </a:p>
                  </a:txBody>
                  <a:tcPr>
                    <a:lnL w="12700" cap="flat" cmpd="sng" algn="ctr">
                      <a:solidFill>
                        <a:schemeClr val="tx1"/>
                      </a:solidFill>
                      <a:prstDash val="solid"/>
                      <a:round/>
                      <a:headEnd type="none" w="med" len="med"/>
                      <a:tailEnd type="none" w="med" len="med"/>
                    </a:lnL>
                    <a:lnR w="12700" cmpd="sng">
                      <a:solidFill>
                        <a:srgbClr val="FFFFFF"/>
                      </a:solidFill>
                    </a:lnR>
                    <a:lnT w="12700" cap="flat" cmpd="sng" algn="ctr">
                      <a:solidFill>
                        <a:schemeClr val="tx1"/>
                      </a:solidFill>
                      <a:prstDash val="solid"/>
                      <a:round/>
                      <a:headEnd type="none" w="med" len="med"/>
                      <a:tailEnd type="none" w="med" len="med"/>
                    </a:lnT>
                    <a:lnB w="38100" cmpd="sng">
                      <a:solidFill>
                        <a:srgbClr val="FFFFFF"/>
                      </a:solidFill>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400" noProof="0" dirty="0"/>
                        <a:t>Description</a:t>
                      </a:r>
                    </a:p>
                  </a:txBody>
                  <a:tcPr>
                    <a:lnL w="12700" cmpd="sng">
                      <a:solidFill>
                        <a:srgbClr val="FFFFFF"/>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mpd="sng">
                      <a:solidFill>
                        <a:srgbClr val="FFFFFF"/>
                      </a:solidFill>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0"/>
                  </a:ext>
                </a:extLst>
              </a:tr>
              <a:tr h="307387">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kumimoji="0" lang="en-US" sz="1200" b="0" i="0" u="none" strike="noStrike" cap="none" normalizeH="0" baseline="0" noProof="0" dirty="0">
                          <a:ln>
                            <a:noFill/>
                          </a:ln>
                          <a:solidFill>
                            <a:schemeClr val="tx1">
                              <a:lumMod val="95000"/>
                              <a:lumOff val="5000"/>
                            </a:schemeClr>
                          </a:solidFill>
                          <a:effectLst/>
                          <a:latin typeface="Arial" pitchFamily="34" charset="0"/>
                          <a:ea typeface="ＭＳ Ｐゴシック"/>
                          <a:cs typeface="ＭＳ Ｐゴシック"/>
                        </a:rPr>
                        <a:t>Application should be </a:t>
                      </a:r>
                      <a:r>
                        <a:rPr kumimoji="0" lang="en-US" sz="1200" b="1" i="0" u="none" strike="noStrike" cap="none" normalizeH="0" baseline="0" noProof="0" dirty="0">
                          <a:ln>
                            <a:noFill/>
                          </a:ln>
                          <a:solidFill>
                            <a:srgbClr val="FF0000"/>
                          </a:solidFill>
                          <a:effectLst/>
                          <a:latin typeface="Arial" pitchFamily="34" charset="0"/>
                          <a:ea typeface="ＭＳ Ｐゴシック"/>
                          <a:cs typeface="ＭＳ Ｐゴシック"/>
                        </a:rPr>
                        <a:t>multi-entity (SHUSA) or Regional (North America)</a:t>
                      </a:r>
                      <a:endParaRPr lang="en-US" sz="1200" noProof="0" dirty="0"/>
                    </a:p>
                  </a:txBody>
                  <a:tcPr anchor="ctr">
                    <a:lnL w="12700" cap="flat" cmpd="sng" algn="ctr">
                      <a:solidFill>
                        <a:schemeClr val="tx1"/>
                      </a:solidFill>
                      <a:prstDash val="solid"/>
                      <a:round/>
                      <a:headEnd type="none" w="med" len="med"/>
                      <a:tailEnd type="none" w="med" len="med"/>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algn="l" defTabSz="914400" rtl="0" eaLnBrk="1" fontAlgn="b" latinLnBrk="0" hangingPunct="1"/>
                      <a:r>
                        <a:rPr lang="en-US" sz="1200" b="0" i="0" u="none" strike="noStrike" kern="1200" noProof="0" dirty="0">
                          <a:solidFill>
                            <a:srgbClr val="000000"/>
                          </a:solidFill>
                          <a:effectLst/>
                          <a:latin typeface="+mn-lt"/>
                          <a:ea typeface="+mn-ea"/>
                          <a:cs typeface="+mn-cs"/>
                        </a:rPr>
                        <a:t>Only BSI Miami.</a:t>
                      </a:r>
                    </a:p>
                  </a:txBody>
                  <a:tcPr marL="9525" marR="9525" marT="9525" marB="0" anchor="ctr">
                    <a:lnL w="12700" cmpd="sng">
                      <a:solidFill>
                        <a:srgbClr val="FFFFFF"/>
                      </a:solidFill>
                    </a:lnL>
                    <a:lnR w="12700" cap="flat" cmpd="sng" algn="ctr">
                      <a:solidFill>
                        <a:schemeClr val="tx1"/>
                      </a:solidFill>
                      <a:prstDash val="solid"/>
                      <a:round/>
                      <a:headEnd type="none" w="med" len="med"/>
                      <a:tailEnd type="none" w="med" len="med"/>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40000"/>
                      </a:srgbClr>
                    </a:solidFill>
                  </a:tcPr>
                </a:tc>
                <a:extLst>
                  <a:ext uri="{0D108BD9-81ED-4DB2-BD59-A6C34878D82A}">
                    <a16:rowId xmlns:a16="http://schemas.microsoft.com/office/drawing/2014/main" val="10001"/>
                  </a:ext>
                </a:extLst>
              </a:tr>
              <a:tr h="307387">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cap="none" normalizeH="0" baseline="0" noProof="0" dirty="0">
                          <a:ln>
                            <a:noFill/>
                          </a:ln>
                          <a:solidFill>
                            <a:schemeClr val="tx1"/>
                          </a:solidFill>
                          <a:effectLst/>
                          <a:latin typeface="Arial" pitchFamily="34" charset="0"/>
                          <a:ea typeface="ＭＳ Ｐゴシック"/>
                          <a:cs typeface="ＭＳ Ｐゴシック"/>
                        </a:rPr>
                        <a:t>It should handle </a:t>
                      </a:r>
                      <a:r>
                        <a:rPr kumimoji="0" lang="en-US" sz="1200" b="1" i="0" u="none" strike="noStrike" cap="none" normalizeH="0" baseline="0" noProof="0" dirty="0">
                          <a:ln>
                            <a:noFill/>
                          </a:ln>
                          <a:solidFill>
                            <a:srgbClr val="FF0000"/>
                          </a:solidFill>
                          <a:effectLst/>
                          <a:latin typeface="Arial" pitchFamily="34" charset="0"/>
                          <a:ea typeface="ＭＳ Ｐゴシック"/>
                          <a:cs typeface="ＭＳ Ｐゴシック"/>
                        </a:rPr>
                        <a:t>Multiple Currency</a:t>
                      </a:r>
                      <a:endParaRPr lang="en-US" sz="1200" noProof="0" dirty="0"/>
                    </a:p>
                  </a:txBody>
                  <a:tcPr anchor="ctr">
                    <a:lnL w="12700" cap="flat" cmpd="sng" algn="ctr">
                      <a:solidFill>
                        <a:schemeClr val="tx1"/>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algn="l" defTabSz="914400" rtl="0" eaLnBrk="1" fontAlgn="b" latinLnBrk="0" hangingPunct="1"/>
                      <a:endParaRPr lang="en-US" sz="1200" b="0" i="0" u="none" strike="noStrike" kern="1200" noProof="0" dirty="0">
                        <a:solidFill>
                          <a:srgbClr val="000000"/>
                        </a:solidFill>
                        <a:effectLst/>
                        <a:latin typeface="+mn-lt"/>
                        <a:ea typeface="+mn-ea"/>
                        <a:cs typeface="+mn-cs"/>
                      </a:endParaRPr>
                    </a:p>
                  </a:txBody>
                  <a:tcPr marL="9525" marR="9525" marT="9525" marB="0" anchor="ctr">
                    <a:lnL w="12700" cmpd="sng">
                      <a:solidFill>
                        <a:srgbClr val="FFFFFF"/>
                      </a:solidFill>
                    </a:lnL>
                    <a:lnR w="12700" cap="flat" cmpd="sng" algn="ctr">
                      <a:solidFill>
                        <a:schemeClr val="tx1"/>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20000"/>
                      </a:srgbClr>
                    </a:solidFill>
                  </a:tcPr>
                </a:tc>
                <a:extLst>
                  <a:ext uri="{0D108BD9-81ED-4DB2-BD59-A6C34878D82A}">
                    <a16:rowId xmlns:a16="http://schemas.microsoft.com/office/drawing/2014/main" val="10002"/>
                  </a:ext>
                </a:extLst>
              </a:tr>
              <a:tr h="512312">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cap="none" normalizeH="0" baseline="0" noProof="0" dirty="0">
                          <a:ln>
                            <a:noFill/>
                          </a:ln>
                          <a:solidFill>
                            <a:schemeClr val="tx1">
                              <a:lumMod val="95000"/>
                              <a:lumOff val="5000"/>
                            </a:schemeClr>
                          </a:solidFill>
                          <a:effectLst/>
                          <a:latin typeface="Arial" pitchFamily="34" charset="0"/>
                          <a:ea typeface="ＭＳ Ｐゴシック"/>
                          <a:cs typeface="ＭＳ Ｐゴシック"/>
                        </a:rPr>
                        <a:t>Business Logic should be designed and implemented </a:t>
                      </a:r>
                      <a:r>
                        <a:rPr kumimoji="0" lang="en-US" sz="1200" b="1" i="0" u="none" strike="noStrike" cap="none" normalizeH="0" baseline="0" noProof="0" dirty="0">
                          <a:ln>
                            <a:noFill/>
                          </a:ln>
                          <a:solidFill>
                            <a:schemeClr val="accent1"/>
                          </a:solidFill>
                          <a:effectLst/>
                          <a:latin typeface="Arial" pitchFamily="34" charset="0"/>
                          <a:ea typeface="ＭＳ Ｐゴシック"/>
                          <a:cs typeface="ＭＳ Ｐゴシック"/>
                        </a:rPr>
                        <a:t>Regardless of the Channels</a:t>
                      </a:r>
                      <a:r>
                        <a:rPr kumimoji="0" lang="en-US" sz="1200" b="0" i="0" u="none" strike="noStrike" cap="none" normalizeH="0" baseline="0" noProof="0" dirty="0">
                          <a:ln>
                            <a:noFill/>
                          </a:ln>
                          <a:solidFill>
                            <a:schemeClr val="tx1">
                              <a:lumMod val="95000"/>
                              <a:lumOff val="5000"/>
                            </a:schemeClr>
                          </a:solidFill>
                          <a:effectLst/>
                          <a:latin typeface="Arial" pitchFamily="34" charset="0"/>
                          <a:ea typeface="ＭＳ Ｐゴシック"/>
                          <a:cs typeface="ＭＳ Ｐゴシック"/>
                        </a:rPr>
                        <a:t>.</a:t>
                      </a:r>
                      <a:endParaRPr lang="en-US" sz="1200" noProof="0" dirty="0"/>
                    </a:p>
                  </a:txBody>
                  <a:tcPr anchor="ctr">
                    <a:lnL w="12700" cap="flat" cmpd="sng" algn="ctr">
                      <a:solidFill>
                        <a:schemeClr val="tx1"/>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algn="l" defTabSz="914400" rtl="0" eaLnBrk="1" fontAlgn="b" latinLnBrk="0" hangingPunct="1"/>
                      <a:r>
                        <a:rPr lang="en-US" sz="1200" b="0" i="0" u="none" strike="noStrike" kern="1200" noProof="0" dirty="0">
                          <a:solidFill>
                            <a:srgbClr val="000000"/>
                          </a:solidFill>
                          <a:effectLst/>
                          <a:latin typeface="+mn-lt"/>
                          <a:ea typeface="+mn-ea"/>
                          <a:cs typeface="+mn-cs"/>
                        </a:rPr>
                        <a:t>Operations should be able to be consumed by all Channels.</a:t>
                      </a:r>
                    </a:p>
                  </a:txBody>
                  <a:tcPr marL="9525" marR="9525" marT="9525" marB="0" anchor="ctr">
                    <a:lnL w="12700" cmpd="sng">
                      <a:solidFill>
                        <a:srgbClr val="FFFFFF"/>
                      </a:solidFill>
                    </a:lnL>
                    <a:lnR w="12700" cap="flat" cmpd="sng" algn="ctr">
                      <a:solidFill>
                        <a:schemeClr val="tx1"/>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40000"/>
                      </a:srgbClr>
                    </a:solidFill>
                  </a:tcPr>
                </a:tc>
                <a:extLst>
                  <a:ext uri="{0D108BD9-81ED-4DB2-BD59-A6C34878D82A}">
                    <a16:rowId xmlns:a16="http://schemas.microsoft.com/office/drawing/2014/main" val="10003"/>
                  </a:ext>
                </a:extLst>
              </a:tr>
              <a:tr h="307387">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kumimoji="0" lang="en-US" sz="1200" b="0" i="0" u="none" strike="noStrike" cap="none" normalizeH="0" baseline="0" noProof="0" dirty="0">
                          <a:ln>
                            <a:noFill/>
                          </a:ln>
                          <a:solidFill>
                            <a:schemeClr val="tx1">
                              <a:lumMod val="95000"/>
                              <a:lumOff val="5000"/>
                            </a:schemeClr>
                          </a:solidFill>
                          <a:effectLst/>
                          <a:latin typeface="Arial" pitchFamily="34" charset="0"/>
                          <a:ea typeface="ＭＳ Ｐゴシック"/>
                          <a:cs typeface="ＭＳ Ｐゴシック"/>
                        </a:rPr>
                        <a:t>The Application should be able to handle </a:t>
                      </a:r>
                      <a:r>
                        <a:rPr kumimoji="0" lang="en-US" sz="1200" b="1" i="0" u="none" strike="noStrike" cap="none" normalizeH="0" baseline="0" noProof="0" dirty="0">
                          <a:ln>
                            <a:noFill/>
                          </a:ln>
                          <a:solidFill>
                            <a:srgbClr val="FF0000"/>
                          </a:solidFill>
                          <a:effectLst/>
                          <a:latin typeface="Arial" pitchFamily="34" charset="0"/>
                          <a:ea typeface="ＭＳ Ｐゴシック"/>
                          <a:cs typeface="ＭＳ Ｐゴシック"/>
                        </a:rPr>
                        <a:t>Multi-Language</a:t>
                      </a:r>
                      <a:endParaRPr lang="en-US" sz="1200" noProof="0" dirty="0"/>
                    </a:p>
                  </a:txBody>
                  <a:tcPr anchor="ctr">
                    <a:lnL w="12700" cap="flat" cmpd="sng" algn="ctr">
                      <a:solidFill>
                        <a:schemeClr val="tx1"/>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algn="l" defTabSz="914400" rtl="0" eaLnBrk="1" fontAlgn="b" latinLnBrk="0" hangingPunct="1"/>
                      <a:r>
                        <a:rPr lang="en-US" sz="1200" b="0" i="0" u="none" strike="noStrike" kern="1200" noProof="0" dirty="0">
                          <a:solidFill>
                            <a:srgbClr val="000000"/>
                          </a:solidFill>
                          <a:effectLst/>
                          <a:latin typeface="+mn-lt"/>
                          <a:ea typeface="+mn-ea"/>
                          <a:cs typeface="+mn-cs"/>
                        </a:rPr>
                        <a:t>Only English or the application should be able to render in other languages.</a:t>
                      </a:r>
                    </a:p>
                  </a:txBody>
                  <a:tcPr marL="9525" marR="9525" marT="9525" marB="0" anchor="ctr">
                    <a:lnL w="12700" cmpd="sng">
                      <a:solidFill>
                        <a:srgbClr val="FFFFFF"/>
                      </a:solidFill>
                    </a:lnL>
                    <a:lnR w="12700" cap="flat" cmpd="sng" algn="ctr">
                      <a:solidFill>
                        <a:schemeClr val="tx1"/>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20000"/>
                      </a:srgbClr>
                    </a:solidFill>
                  </a:tcPr>
                </a:tc>
                <a:extLst>
                  <a:ext uri="{0D108BD9-81ED-4DB2-BD59-A6C34878D82A}">
                    <a16:rowId xmlns:a16="http://schemas.microsoft.com/office/drawing/2014/main" val="10004"/>
                  </a:ext>
                </a:extLst>
              </a:tr>
              <a:tr h="625447">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kumimoji="0" lang="en-US" sz="1200" b="0" i="0" u="none" strike="noStrike" cap="none" normalizeH="0" baseline="0" noProof="0" dirty="0">
                          <a:ln>
                            <a:noFill/>
                          </a:ln>
                          <a:solidFill>
                            <a:schemeClr val="tx1">
                              <a:lumMod val="95000"/>
                              <a:lumOff val="5000"/>
                            </a:schemeClr>
                          </a:solidFill>
                          <a:effectLst/>
                          <a:latin typeface="Arial" pitchFamily="34" charset="0"/>
                          <a:ea typeface="ＭＳ Ｐゴシック"/>
                          <a:cs typeface="ＭＳ Ｐゴシック"/>
                        </a:rPr>
                        <a:t>The Application should be able to run </a:t>
                      </a:r>
                      <a:r>
                        <a:rPr kumimoji="0" lang="en-US" sz="1200" b="1" i="0" u="none" strike="noStrike" cap="none" normalizeH="0" baseline="0" noProof="0" dirty="0">
                          <a:ln>
                            <a:noFill/>
                          </a:ln>
                          <a:solidFill>
                            <a:srgbClr val="FF0000"/>
                          </a:solidFill>
                          <a:effectLst/>
                          <a:latin typeface="Arial" pitchFamily="34" charset="0"/>
                          <a:ea typeface="ＭＳ Ｐゴシック"/>
                          <a:cs typeface="ＭＳ Ｐゴシック"/>
                        </a:rPr>
                        <a:t>24 hours x 7 days</a:t>
                      </a:r>
                      <a:endParaRPr lang="en-US" sz="1200" noProof="0" dirty="0"/>
                    </a:p>
                  </a:txBody>
                  <a:tcPr anchor="ctr">
                    <a:lnL w="12700" cap="flat" cmpd="sng" algn="ctr">
                      <a:solidFill>
                        <a:schemeClr val="tx1"/>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algn="l" defTabSz="914400" rtl="0" eaLnBrk="1" fontAlgn="b" latinLnBrk="0" hangingPunct="1"/>
                      <a:endParaRPr lang="en-US" sz="1200" b="0" i="0" u="none" strike="noStrike" kern="1200" noProof="0" dirty="0">
                        <a:solidFill>
                          <a:srgbClr val="000000"/>
                        </a:solidFill>
                        <a:effectLst/>
                        <a:latin typeface="+mn-lt"/>
                        <a:ea typeface="+mn-ea"/>
                        <a:cs typeface="+mn-cs"/>
                      </a:endParaRPr>
                    </a:p>
                  </a:txBody>
                  <a:tcPr marL="9525" marR="9525" marT="9525" marB="0" anchor="ctr">
                    <a:lnL w="12700" cmpd="sng">
                      <a:solidFill>
                        <a:srgbClr val="FFFFFF"/>
                      </a:solidFill>
                    </a:lnL>
                    <a:lnR w="12700" cap="flat" cmpd="sng" algn="ctr">
                      <a:solidFill>
                        <a:schemeClr val="tx1"/>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40000"/>
                      </a:srgbClr>
                    </a:solidFill>
                  </a:tcPr>
                </a:tc>
                <a:extLst>
                  <a:ext uri="{0D108BD9-81ED-4DB2-BD59-A6C34878D82A}">
                    <a16:rowId xmlns:a16="http://schemas.microsoft.com/office/drawing/2014/main" val="10005"/>
                  </a:ext>
                </a:extLst>
              </a:tr>
              <a:tr h="625447">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kumimoji="0" lang="en-US" sz="1200" b="0" i="0" u="none" strike="noStrike" cap="none" normalizeH="0" baseline="0" noProof="0" dirty="0">
                          <a:ln>
                            <a:noFill/>
                          </a:ln>
                          <a:solidFill>
                            <a:schemeClr val="tx1">
                              <a:lumMod val="95000"/>
                              <a:lumOff val="5000"/>
                            </a:schemeClr>
                          </a:solidFill>
                          <a:effectLst/>
                          <a:latin typeface="Arial" pitchFamily="34" charset="0"/>
                          <a:ea typeface="ＭＳ Ｐゴシック"/>
                          <a:cs typeface="ＭＳ Ｐゴシック"/>
                        </a:rPr>
                        <a:t>Comply with all regulations.</a:t>
                      </a:r>
                      <a:endParaRPr lang="en-US" sz="1200" noProof="0" dirty="0"/>
                    </a:p>
                  </a:txBody>
                  <a:tcPr anchor="ctr">
                    <a:lnL w="12700" cap="flat" cmpd="sng" algn="ctr">
                      <a:solidFill>
                        <a:schemeClr val="tx1"/>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algn="l" defTabSz="914400" rtl="0" eaLnBrk="1" fontAlgn="b" latinLnBrk="0" hangingPunct="1"/>
                      <a:r>
                        <a:rPr lang="en-US" sz="1200" b="0" i="0" u="none" strike="noStrike" kern="1200" noProof="0" dirty="0">
                          <a:solidFill>
                            <a:srgbClr val="000000"/>
                          </a:solidFill>
                          <a:effectLst/>
                          <a:latin typeface="+mn-lt"/>
                          <a:ea typeface="+mn-ea"/>
                          <a:cs typeface="+mn-cs"/>
                        </a:rPr>
                        <a:t>Storage, administration, provisioning and analysis of the data should comply all the regulations, policies, standards and procedures.</a:t>
                      </a:r>
                    </a:p>
                  </a:txBody>
                  <a:tcPr marL="9525" marR="9525" marT="9525" marB="0" anchor="ctr">
                    <a:lnL w="12700" cmpd="sng">
                      <a:solidFill>
                        <a:srgbClr val="FFFFFF"/>
                      </a:solidFill>
                    </a:lnL>
                    <a:lnR w="12700" cap="flat" cmpd="sng" algn="ctr">
                      <a:solidFill>
                        <a:schemeClr val="tx1"/>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20000"/>
                      </a:srgbClr>
                    </a:solidFill>
                  </a:tcPr>
                </a:tc>
                <a:extLst>
                  <a:ext uri="{0D108BD9-81ED-4DB2-BD59-A6C34878D82A}">
                    <a16:rowId xmlns:a16="http://schemas.microsoft.com/office/drawing/2014/main" val="10006"/>
                  </a:ext>
                </a:extLst>
              </a:tr>
              <a:tr h="307387">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kumimoji="0" lang="en-US" sz="1200" b="1" i="0" u="none" strike="noStrike" cap="none" normalizeH="0" baseline="0" noProof="0" dirty="0">
                          <a:ln>
                            <a:noFill/>
                          </a:ln>
                          <a:solidFill>
                            <a:srgbClr val="FF0000"/>
                          </a:solidFill>
                          <a:effectLst/>
                          <a:latin typeface="Arial" pitchFamily="34" charset="0"/>
                          <a:ea typeface="ＭＳ Ｐゴシック"/>
                          <a:cs typeface="ＭＳ Ｐゴシック"/>
                        </a:rPr>
                        <a:t>Information Security</a:t>
                      </a:r>
                      <a:endParaRPr lang="en-US" sz="1200" noProof="0" dirty="0">
                        <a:solidFill>
                          <a:schemeClr val="tx1">
                            <a:lumMod val="95000"/>
                            <a:lumOff val="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0000">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algn="l" defTabSz="914400" rtl="0" eaLnBrk="1" fontAlgn="b" latinLnBrk="0" hangingPunct="1"/>
                      <a:r>
                        <a:rPr lang="en-US" sz="1200" b="0" i="0" u="none" strike="noStrike" kern="1200" noProof="0" dirty="0">
                          <a:solidFill>
                            <a:srgbClr val="000000"/>
                          </a:solidFill>
                          <a:effectLst/>
                          <a:latin typeface="+mn-lt"/>
                          <a:ea typeface="+mn-ea"/>
                          <a:cs typeface="+mn-cs"/>
                        </a:rPr>
                        <a:t>Data at rest and Data at transit should be encrypted.</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0000">
                        <a:tint val="2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360536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9</a:t>
            </a:fld>
            <a:endParaRPr lang="es-ES" dirty="0"/>
          </a:p>
        </p:txBody>
      </p:sp>
      <p:sp>
        <p:nvSpPr>
          <p:cNvPr id="8" name="Rectangle 7"/>
          <p:cNvSpPr/>
          <p:nvPr/>
        </p:nvSpPr>
        <p:spPr>
          <a:xfrm>
            <a:off x="476835" y="996005"/>
            <a:ext cx="11219866" cy="5213597"/>
          </a:xfrm>
          <a:prstGeom prst="rect">
            <a:avLst/>
          </a:prstGeom>
        </p:spPr>
        <p:txBody>
          <a:bodyPr wrap="square">
            <a:noAutofit/>
          </a:bodyPr>
          <a:lstStyle/>
          <a:p>
            <a:r>
              <a:rPr lang="en-US" sz="1400" b="1" dirty="0">
                <a:ea typeface="Calibri" panose="020F0502020204030204" pitchFamily="34" charset="0"/>
                <a:cs typeface="Times New Roman" panose="02020603050405020304" pitchFamily="18" charset="0"/>
              </a:rPr>
              <a:t>About the Solution</a:t>
            </a:r>
          </a:p>
          <a:p>
            <a:r>
              <a:rPr lang="en-US" sz="1400" i="1" dirty="0">
                <a:solidFill>
                  <a:schemeClr val="bg1">
                    <a:lumMod val="65000"/>
                  </a:schemeClr>
                </a:solidFill>
              </a:rPr>
              <a:t>Description of the proposed solution. Should consider Functional Requirements, Non-Functional Requirements and Constraints. </a:t>
            </a:r>
            <a:r>
              <a:rPr lang="en-US" sz="1400" i="1" dirty="0">
                <a:solidFill>
                  <a:schemeClr val="bg1">
                    <a:lumMod val="65000"/>
                  </a:schemeClr>
                </a:solidFill>
                <a:ea typeface="Calibri" panose="020F0502020204030204" pitchFamily="34" charset="0"/>
                <a:cs typeface="Arial" panose="020B0604020202020204" pitchFamily="34" charset="0"/>
              </a:rPr>
              <a:t>Maybe add a Use Case Diagram:</a:t>
            </a:r>
          </a:p>
          <a:p>
            <a:endParaRPr lang="en-US" sz="1400" i="1" dirty="0">
              <a:solidFill>
                <a:schemeClr val="bg1">
                  <a:lumMod val="65000"/>
                </a:schemeClr>
              </a:solidFill>
            </a:endParaRPr>
          </a:p>
          <a:p>
            <a:r>
              <a:rPr lang="en-US" sz="1400" dirty="0">
                <a:solidFill>
                  <a:prstClr val="black"/>
                </a:solidFill>
              </a:rPr>
              <a:t>All business requirements are described in detail in the project’s BRD.</a:t>
            </a:r>
          </a:p>
          <a:p>
            <a:endParaRPr lang="en-US" sz="1400" i="1" dirty="0">
              <a:solidFill>
                <a:schemeClr val="bg1">
                  <a:lumMod val="65000"/>
                </a:schemeClr>
              </a:solidFill>
            </a:endParaRPr>
          </a:p>
          <a:p>
            <a:endParaRPr lang="en-US" sz="1400" i="1" dirty="0">
              <a:solidFill>
                <a:schemeClr val="bg1">
                  <a:lumMod val="65000"/>
                </a:schemeClr>
              </a:solidFill>
            </a:endParaRPr>
          </a:p>
          <a:p>
            <a:r>
              <a:rPr lang="en-US" sz="1400" b="1" dirty="0">
                <a:ea typeface="Calibri" panose="020F0502020204030204" pitchFamily="34" charset="0"/>
                <a:cs typeface="Times New Roman" panose="02020603050405020304" pitchFamily="18" charset="0"/>
              </a:rPr>
              <a:t>Solution Strategy</a:t>
            </a:r>
          </a:p>
          <a:p>
            <a:pPr>
              <a:spcAft>
                <a:spcPts val="900"/>
              </a:spcAft>
            </a:pPr>
            <a:r>
              <a:rPr lang="en-US" sz="1400" dirty="0">
                <a:solidFill>
                  <a:prstClr val="black"/>
                </a:solidFill>
              </a:rPr>
              <a:t>The solution involves the enablement of a service within an application already used by BSI to manage its custody activity (JP Morgan platform), a new connection with a Data Lake hosted in Madrid so we can feed the data (financial, collateral) of this new service to CREAM, which is a global risk system that all Santander local entities must report and that BSI Miami already uses for other products following the same process. Likewise, a new connection with Asset Control (global system) is also leverage as this is the system that fees the prices to CREAM. Lastly, new controls will be implemented in T24</a:t>
            </a:r>
          </a:p>
          <a:p>
            <a:pPr marL="342900" indent="-342900">
              <a:spcAft>
                <a:spcPts val="900"/>
              </a:spcAft>
              <a:buAutoNum type="arabicParenR"/>
            </a:pPr>
            <a:r>
              <a:rPr lang="en-US" sz="1400" b="1" dirty="0">
                <a:solidFill>
                  <a:prstClr val="black"/>
                </a:solidFill>
              </a:rPr>
              <a:t>JP Morgan’s Securities platform</a:t>
            </a:r>
            <a:r>
              <a:rPr lang="en-US" sz="1400" dirty="0">
                <a:solidFill>
                  <a:prstClr val="black"/>
                </a:solidFill>
              </a:rPr>
              <a:t>: Existing application (MEGA 1186) where we will enable a new service to allow us to use their securities lending capabilities. (IRA = Moderate)</a:t>
            </a:r>
          </a:p>
          <a:p>
            <a:pPr marL="342900" indent="-342900">
              <a:spcAft>
                <a:spcPts val="900"/>
              </a:spcAft>
              <a:buAutoNum type="arabicParenR"/>
            </a:pPr>
            <a:r>
              <a:rPr lang="en-US" sz="1400" b="1" dirty="0">
                <a:solidFill>
                  <a:prstClr val="black"/>
                </a:solidFill>
              </a:rPr>
              <a:t>T24 to Data Lake</a:t>
            </a:r>
            <a:r>
              <a:rPr lang="en-US" sz="1400" dirty="0">
                <a:solidFill>
                  <a:prstClr val="black"/>
                </a:solidFill>
              </a:rPr>
              <a:t>: We will leverage an existing connection (SFTP) between Miami and Madrid to share some files from T24 (MEGA 1937) containing the data on our loans and on the collateral we receive from them. This is the same process we use for other products in Miami, such as listed options. We do not share any client data on those files (Data Classification = Confidential). There are two different Data Lake’s: one for financial data and another one for collateral/netting.</a:t>
            </a:r>
          </a:p>
          <a:p>
            <a:pPr marL="342900" indent="-342900">
              <a:spcAft>
                <a:spcPts val="900"/>
              </a:spcAft>
              <a:buAutoNum type="arabicParenR"/>
            </a:pPr>
            <a:r>
              <a:rPr lang="en-US" sz="1400" b="1" dirty="0">
                <a:solidFill>
                  <a:prstClr val="black"/>
                </a:solidFill>
              </a:rPr>
              <a:t>T24 to Asset Control: </a:t>
            </a:r>
            <a:r>
              <a:rPr lang="en-US" sz="1400" dirty="0">
                <a:solidFill>
                  <a:prstClr val="black"/>
                </a:solidFill>
              </a:rPr>
              <a:t>T24 will send the security prices to Asset Control (MEGA 130) on a daily basis </a:t>
            </a:r>
          </a:p>
          <a:p>
            <a:pPr marL="342900" indent="-342900">
              <a:spcAft>
                <a:spcPts val="900"/>
              </a:spcAft>
              <a:buAutoNum type="arabicParenR"/>
            </a:pPr>
            <a:r>
              <a:rPr lang="en-US" sz="1400" b="1" dirty="0">
                <a:solidFill>
                  <a:prstClr val="black"/>
                </a:solidFill>
              </a:rPr>
              <a:t>A new Appian </a:t>
            </a:r>
            <a:r>
              <a:rPr lang="en-US" sz="1400" dirty="0">
                <a:solidFill>
                  <a:prstClr val="black"/>
                </a:solidFill>
              </a:rPr>
              <a:t>(MEGA 7632) workflow was created to manage any requests from clients to leave the lending program. </a:t>
            </a:r>
          </a:p>
        </p:txBody>
      </p:sp>
      <p:sp>
        <p:nvSpPr>
          <p:cNvPr id="5" name="Título 1">
            <a:extLst>
              <a:ext uri="{FF2B5EF4-FFF2-40B4-BE49-F238E27FC236}">
                <a16:creationId xmlns:a16="http://schemas.microsoft.com/office/drawing/2014/main" id="{6507F2D9-0A36-9D47-C234-E5A091DC70E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1.4 To Be – About the Solution / Solution Strategy </a:t>
            </a:r>
          </a:p>
        </p:txBody>
      </p:sp>
      <p:sp>
        <p:nvSpPr>
          <p:cNvPr id="6" name="Marcador de texto 5">
            <a:extLst>
              <a:ext uri="{FF2B5EF4-FFF2-40B4-BE49-F238E27FC236}">
                <a16:creationId xmlns:a16="http://schemas.microsoft.com/office/drawing/2014/main" id="{347E5AFB-4220-6ED4-6F80-D957E89F087C}"/>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Functional Design</a:t>
            </a:r>
          </a:p>
        </p:txBody>
      </p:sp>
    </p:spTree>
    <p:extLst>
      <p:ext uri="{BB962C8B-B14F-4D97-AF65-F5344CB8AC3E}">
        <p14:creationId xmlns:p14="http://schemas.microsoft.com/office/powerpoint/2010/main" val="2540480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10</a:t>
            </a:fld>
            <a:endParaRPr lang="es-ES" dirty="0"/>
          </a:p>
        </p:txBody>
      </p:sp>
      <p:sp>
        <p:nvSpPr>
          <p:cNvPr id="5" name="Título 1">
            <a:extLst>
              <a:ext uri="{FF2B5EF4-FFF2-40B4-BE49-F238E27FC236}">
                <a16:creationId xmlns:a16="http://schemas.microsoft.com/office/drawing/2014/main" id="{B42089E1-6E12-FD14-D7FB-1AD2F81EA31E}"/>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1.5 Application Impact Analysis / Dependencies</a:t>
            </a:r>
          </a:p>
        </p:txBody>
      </p:sp>
      <p:sp>
        <p:nvSpPr>
          <p:cNvPr id="3" name="Marcador de texto 5">
            <a:extLst>
              <a:ext uri="{FF2B5EF4-FFF2-40B4-BE49-F238E27FC236}">
                <a16:creationId xmlns:a16="http://schemas.microsoft.com/office/drawing/2014/main" id="{04B68532-23E5-246E-A5A3-AE4ECCF554DB}"/>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Functional Design</a:t>
            </a:r>
          </a:p>
        </p:txBody>
      </p:sp>
      <p:sp>
        <p:nvSpPr>
          <p:cNvPr id="7" name="Rectangle 6">
            <a:extLst>
              <a:ext uri="{FF2B5EF4-FFF2-40B4-BE49-F238E27FC236}">
                <a16:creationId xmlns:a16="http://schemas.microsoft.com/office/drawing/2014/main" id="{B51C76D5-13D1-DE7A-C4CF-557C85891E3C}"/>
              </a:ext>
            </a:extLst>
          </p:cNvPr>
          <p:cNvSpPr/>
          <p:nvPr/>
        </p:nvSpPr>
        <p:spPr>
          <a:xfrm>
            <a:off x="476835" y="996005"/>
            <a:ext cx="11219866" cy="5213597"/>
          </a:xfrm>
          <a:prstGeom prst="rect">
            <a:avLst/>
          </a:prstGeom>
        </p:spPr>
        <p:txBody>
          <a:bodyPr wrap="square">
            <a:noAutofit/>
          </a:bodyPr>
          <a:lstStyle/>
          <a:p>
            <a:pPr>
              <a:lnSpc>
                <a:spcPct val="107000"/>
              </a:lnSpc>
            </a:pPr>
            <a:r>
              <a:rPr lang="en-US" sz="1400" b="1" dirty="0">
                <a:ea typeface="Calibri" panose="020F0502020204030204" pitchFamily="34" charset="0"/>
                <a:cs typeface="Times New Roman" panose="02020603050405020304" pitchFamily="18" charset="0"/>
              </a:rPr>
              <a:t>List of Applications/Components impacted (new and existing) by the project </a:t>
            </a: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r>
              <a:rPr lang="en-US" sz="1400" b="1" dirty="0">
                <a:ea typeface="Calibri" panose="020F0502020204030204" pitchFamily="34" charset="0"/>
                <a:cs typeface="Times New Roman" panose="02020603050405020304" pitchFamily="18" charset="0"/>
              </a:rPr>
              <a:t>Schedule dependency due to another application/project</a:t>
            </a:r>
          </a:p>
          <a:p>
            <a:pPr marL="0" marR="0" lvl="0" indent="0" algn="l" defTabSz="914400" rtl="0" eaLnBrk="1" fontAlgn="auto" latinLnBrk="0" hangingPunct="1">
              <a:lnSpc>
                <a:spcPct val="107000"/>
              </a:lnSpc>
              <a:spcBef>
                <a:spcPts val="0"/>
              </a:spcBef>
              <a:spcAft>
                <a:spcPts val="0"/>
              </a:spcAft>
              <a:buClrTx/>
              <a:buSzTx/>
              <a:buFontTx/>
              <a:buNone/>
              <a:tabLst/>
              <a:defRPr/>
            </a:pPr>
            <a:r>
              <a:rPr kumimoji="0" lang="en-US" sz="1350" b="0" i="1" u="none" strike="noStrike" kern="1200" cap="none" spc="0" normalizeH="0" baseline="0" noProof="0" dirty="0">
                <a:ln>
                  <a:noFill/>
                </a:ln>
                <a:solidFill>
                  <a:prstClr val="white">
                    <a:lumMod val="65000"/>
                  </a:prstClr>
                </a:solidFill>
                <a:effectLst/>
                <a:uLnTx/>
                <a:uFillTx/>
                <a:latin typeface="Arial"/>
                <a:ea typeface="Calibri" panose="020F0502020204030204" pitchFamily="34" charset="0"/>
                <a:cs typeface="Arial" panose="020B0604020202020204" pitchFamily="34" charset="0"/>
              </a:rPr>
              <a:t>(Specify other application/project schedules and     </a:t>
            </a:r>
          </a:p>
          <a:p>
            <a:pPr marL="0" marR="0" lvl="0" indent="0" algn="l" defTabSz="914400" rtl="0" eaLnBrk="1" fontAlgn="auto" latinLnBrk="0" hangingPunct="1">
              <a:lnSpc>
                <a:spcPct val="107000"/>
              </a:lnSpc>
              <a:spcBef>
                <a:spcPts val="0"/>
              </a:spcBef>
              <a:spcAft>
                <a:spcPts val="0"/>
              </a:spcAft>
              <a:buClrTx/>
              <a:buSzTx/>
              <a:buFontTx/>
              <a:buNone/>
              <a:tabLst/>
              <a:defRPr/>
            </a:pPr>
            <a:r>
              <a:rPr kumimoji="0" lang="en-US" sz="1350" b="0" i="1" u="none" strike="noStrike" kern="1200" cap="none" spc="0" normalizeH="0" baseline="0" noProof="0" dirty="0">
                <a:ln>
                  <a:noFill/>
                </a:ln>
                <a:solidFill>
                  <a:prstClr val="white">
                    <a:lumMod val="65000"/>
                  </a:prstClr>
                </a:solidFill>
                <a:effectLst/>
                <a:uLnTx/>
                <a:uFillTx/>
                <a:latin typeface="Arial"/>
                <a:ea typeface="Calibri" panose="020F0502020204030204" pitchFamily="34" charset="0"/>
                <a:cs typeface="Arial" panose="020B0604020202020204" pitchFamily="34" charset="0"/>
              </a:rPr>
              <a:t>constraints that affects implementation of this project or include the following sentence  “No Dependencies identified”). </a:t>
            </a:r>
            <a:endParaRPr lang="en-US" sz="1400" b="1" dirty="0">
              <a:ea typeface="Calibri" panose="020F0502020204030204" pitchFamily="34" charset="0"/>
              <a:cs typeface="Times New Roman" panose="02020603050405020304" pitchFamily="18" charset="0"/>
            </a:endParaRPr>
          </a:p>
          <a:p>
            <a:pPr>
              <a:lnSpc>
                <a:spcPct val="107000"/>
              </a:lnSpc>
            </a:pPr>
            <a:endParaRPr lang="en-US" sz="1400" b="1" i="1" dirty="0">
              <a:solidFill>
                <a:schemeClr val="bg1">
                  <a:lumMod val="65000"/>
                </a:schemeClr>
              </a:solidFill>
              <a:ea typeface="Calibri" panose="020F0502020204030204" pitchFamily="34" charset="0"/>
              <a:cs typeface="Times New Roman" panose="02020603050405020304" pitchFamily="18" charset="0"/>
            </a:endParaRPr>
          </a:p>
          <a:p>
            <a:pPr>
              <a:lnSpc>
                <a:spcPct val="107000"/>
              </a:lnSpc>
            </a:pPr>
            <a:endParaRPr lang="en-US" sz="1400" b="1" i="1" dirty="0">
              <a:solidFill>
                <a:schemeClr val="bg1">
                  <a:lumMod val="65000"/>
                </a:schemeClr>
              </a:solidFill>
              <a:ea typeface="Calibri" panose="020F0502020204030204" pitchFamily="34" charset="0"/>
              <a:cs typeface="Times New Roman" panose="02020603050405020304" pitchFamily="18" charset="0"/>
            </a:endParaRPr>
          </a:p>
          <a:p>
            <a:pPr>
              <a:lnSpc>
                <a:spcPct val="107000"/>
              </a:lnSpc>
            </a:pPr>
            <a:r>
              <a:rPr lang="en-US" sz="1400" b="1" dirty="0">
                <a:ea typeface="Calibri" panose="020F0502020204030204" pitchFamily="34" charset="0"/>
                <a:cs typeface="Times New Roman" panose="02020603050405020304" pitchFamily="18" charset="0"/>
              </a:rPr>
              <a:t>Other application/projects dependent on this project </a:t>
            </a:r>
          </a:p>
          <a:p>
            <a:pPr>
              <a:lnSpc>
                <a:spcPct val="107000"/>
              </a:lnSpc>
            </a:pPr>
            <a:r>
              <a:rPr lang="en-US" sz="1400" i="1" dirty="0">
                <a:solidFill>
                  <a:schemeClr val="bg1">
                    <a:lumMod val="65000"/>
                  </a:schemeClr>
                </a:solidFill>
                <a:ea typeface="Calibri" panose="020F0502020204030204" pitchFamily="34" charset="0"/>
                <a:cs typeface="Arial" panose="020B0604020202020204" pitchFamily="34" charset="0"/>
              </a:rPr>
              <a:t>(Specify if there are other projects or business that are dependent on completion of this project or include the following sentence “No application/project dependent on this project”).</a:t>
            </a:r>
          </a:p>
        </p:txBody>
      </p:sp>
      <p:graphicFrame>
        <p:nvGraphicFramePr>
          <p:cNvPr id="8" name="Table 7"/>
          <p:cNvGraphicFramePr>
            <a:graphicFrameLocks noGrp="1"/>
          </p:cNvGraphicFramePr>
          <p:nvPr>
            <p:extLst>
              <p:ext uri="{D42A27DB-BD31-4B8C-83A1-F6EECF244321}">
                <p14:modId xmlns:p14="http://schemas.microsoft.com/office/powerpoint/2010/main" val="2180222996"/>
              </p:ext>
            </p:extLst>
          </p:nvPr>
        </p:nvGraphicFramePr>
        <p:xfrm>
          <a:off x="415339" y="1458659"/>
          <a:ext cx="11304809" cy="4069080"/>
        </p:xfrm>
        <a:graphic>
          <a:graphicData uri="http://schemas.openxmlformats.org/drawingml/2006/table">
            <a:tbl>
              <a:tblPr firstRow="1" bandRow="1">
                <a:tableStyleId>{6E25E649-3F16-4E02-A733-19D2CDBF48F0}</a:tableStyleId>
              </a:tblPr>
              <a:tblGrid>
                <a:gridCol w="796758">
                  <a:extLst>
                    <a:ext uri="{9D8B030D-6E8A-4147-A177-3AD203B41FA5}">
                      <a16:colId xmlns:a16="http://schemas.microsoft.com/office/drawing/2014/main" val="20000"/>
                    </a:ext>
                  </a:extLst>
                </a:gridCol>
                <a:gridCol w="519410">
                  <a:extLst>
                    <a:ext uri="{9D8B030D-6E8A-4147-A177-3AD203B41FA5}">
                      <a16:colId xmlns:a16="http://schemas.microsoft.com/office/drawing/2014/main" val="20001"/>
                    </a:ext>
                  </a:extLst>
                </a:gridCol>
                <a:gridCol w="1023336">
                  <a:extLst>
                    <a:ext uri="{9D8B030D-6E8A-4147-A177-3AD203B41FA5}">
                      <a16:colId xmlns:a16="http://schemas.microsoft.com/office/drawing/2014/main" val="20002"/>
                    </a:ext>
                  </a:extLst>
                </a:gridCol>
                <a:gridCol w="1023336">
                  <a:extLst>
                    <a:ext uri="{9D8B030D-6E8A-4147-A177-3AD203B41FA5}">
                      <a16:colId xmlns:a16="http://schemas.microsoft.com/office/drawing/2014/main" val="20003"/>
                    </a:ext>
                  </a:extLst>
                </a:gridCol>
                <a:gridCol w="1722621">
                  <a:extLst>
                    <a:ext uri="{9D8B030D-6E8A-4147-A177-3AD203B41FA5}">
                      <a16:colId xmlns:a16="http://schemas.microsoft.com/office/drawing/2014/main" val="20004"/>
                    </a:ext>
                  </a:extLst>
                </a:gridCol>
                <a:gridCol w="1219343">
                  <a:extLst>
                    <a:ext uri="{9D8B030D-6E8A-4147-A177-3AD203B41FA5}">
                      <a16:colId xmlns:a16="http://schemas.microsoft.com/office/drawing/2014/main" val="20005"/>
                    </a:ext>
                  </a:extLst>
                </a:gridCol>
                <a:gridCol w="849769">
                  <a:extLst>
                    <a:ext uri="{9D8B030D-6E8A-4147-A177-3AD203B41FA5}">
                      <a16:colId xmlns:a16="http://schemas.microsoft.com/office/drawing/2014/main" val="1810864065"/>
                    </a:ext>
                  </a:extLst>
                </a:gridCol>
                <a:gridCol w="744437">
                  <a:extLst>
                    <a:ext uri="{9D8B030D-6E8A-4147-A177-3AD203B41FA5}">
                      <a16:colId xmlns:a16="http://schemas.microsoft.com/office/drawing/2014/main" val="20006"/>
                    </a:ext>
                  </a:extLst>
                </a:gridCol>
                <a:gridCol w="744437">
                  <a:extLst>
                    <a:ext uri="{9D8B030D-6E8A-4147-A177-3AD203B41FA5}">
                      <a16:colId xmlns:a16="http://schemas.microsoft.com/office/drawing/2014/main" val="2101682365"/>
                    </a:ext>
                  </a:extLst>
                </a:gridCol>
                <a:gridCol w="1302766">
                  <a:extLst>
                    <a:ext uri="{9D8B030D-6E8A-4147-A177-3AD203B41FA5}">
                      <a16:colId xmlns:a16="http://schemas.microsoft.com/office/drawing/2014/main" val="2443755185"/>
                    </a:ext>
                  </a:extLst>
                </a:gridCol>
                <a:gridCol w="1358596">
                  <a:extLst>
                    <a:ext uri="{9D8B030D-6E8A-4147-A177-3AD203B41FA5}">
                      <a16:colId xmlns:a16="http://schemas.microsoft.com/office/drawing/2014/main" val="20007"/>
                    </a:ext>
                  </a:extLst>
                </a:gridCol>
              </a:tblGrid>
              <a:tr h="342900">
                <a:tc>
                  <a:txBody>
                    <a:bodyPr/>
                    <a:lstStyle/>
                    <a:p>
                      <a:pPr algn="ctr"/>
                      <a:r>
                        <a:rPr lang="en-US" sz="1050" baseline="0" dirty="0"/>
                        <a:t>MEGA ID</a:t>
                      </a:r>
                      <a:endParaRPr lang="en-US" sz="1050" dirty="0"/>
                    </a:p>
                  </a:txBody>
                  <a:tcPr marL="45720" marR="45720" anchor="ctr">
                    <a:lnR w="12700" cap="flat" cmpd="sng" algn="ctr">
                      <a:solidFill>
                        <a:schemeClr val="tx1"/>
                      </a:solidFill>
                      <a:prstDash val="solid"/>
                      <a:round/>
                      <a:headEnd type="none" w="med" len="med"/>
                      <a:tailEnd type="none" w="med" len="med"/>
                    </a:lnR>
                  </a:tcPr>
                </a:tc>
                <a:tc>
                  <a:txBody>
                    <a:bodyPr/>
                    <a:lstStyle/>
                    <a:p>
                      <a:pPr algn="ctr"/>
                      <a:r>
                        <a:rPr lang="en-US" sz="1050" baseline="0" dirty="0"/>
                        <a:t>A/C</a:t>
                      </a:r>
                      <a:endParaRPr lang="en-US" sz="1050" dirty="0"/>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050" dirty="0"/>
                        <a:t>Entity</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050" dirty="0"/>
                        <a:t>Name</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t>Description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050" baseline="0" dirty="0"/>
                        <a:t>New/Existing/De</a:t>
                      </a:r>
                      <a:endParaRPr lang="en-US" sz="1050" dirty="0"/>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050" dirty="0"/>
                        <a:t>RTO</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050" dirty="0"/>
                        <a:t>RPO</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050" dirty="0"/>
                        <a:t>SLR/Tier</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050" dirty="0"/>
                        <a:t>If</a:t>
                      </a:r>
                      <a:r>
                        <a:rPr lang="en-US" sz="1050" baseline="0" dirty="0"/>
                        <a:t> New, Service Domain (BIAN)</a:t>
                      </a:r>
                      <a:endParaRPr lang="en-US" sz="1050" dirty="0"/>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050" dirty="0"/>
                        <a:t>Impact</a:t>
                      </a:r>
                    </a:p>
                    <a:p>
                      <a:pPr algn="ctr"/>
                      <a:r>
                        <a:rPr lang="en-US" sz="1050" dirty="0"/>
                        <a:t>Description</a:t>
                      </a:r>
                    </a:p>
                  </a:txBody>
                  <a:tcPr marL="45720" marR="45720"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0"/>
                  </a:ext>
                </a:extLst>
              </a:tr>
              <a:tr h="263570">
                <a:tc>
                  <a:txBody>
                    <a:bodyPr/>
                    <a:lstStyle/>
                    <a:p>
                      <a:r>
                        <a:rPr lang="en-US" sz="1050" i="1" dirty="0">
                          <a:solidFill>
                            <a:schemeClr val="bg2">
                              <a:lumMod val="10000"/>
                            </a:schemeClr>
                          </a:solidFill>
                        </a:rPr>
                        <a:t>1886</a:t>
                      </a:r>
                    </a:p>
                  </a:txBody>
                  <a:tcPr marL="68580" marR="68580" marT="34290" marB="34290">
                    <a:lnR w="12700" cap="flat" cmpd="sng" algn="ctr">
                      <a:solidFill>
                        <a:schemeClr val="tx1"/>
                      </a:solidFill>
                      <a:prstDash val="solid"/>
                      <a:round/>
                      <a:headEnd type="none" w="med" len="med"/>
                      <a:tailEnd type="none" w="med" len="med"/>
                    </a:lnR>
                  </a:tcPr>
                </a:tc>
                <a:tc>
                  <a:txBody>
                    <a:bodyPr/>
                    <a:lstStyle/>
                    <a:p>
                      <a:r>
                        <a:rPr lang="en-US" sz="1050" i="1" dirty="0">
                          <a:solidFill>
                            <a:schemeClr val="bg2">
                              <a:lumMod val="10000"/>
                            </a:schemeClr>
                          </a:solidFill>
                        </a:rPr>
                        <a:t>A</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050" i="0" dirty="0">
                          <a:solidFill>
                            <a:schemeClr val="bg2">
                              <a:lumMod val="10000"/>
                            </a:schemeClr>
                          </a:solidFill>
                        </a:rPr>
                        <a:t>BSI</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r>
                        <a:rPr lang="en-US" sz="1000" b="0" i="0" kern="1200" dirty="0">
                          <a:solidFill>
                            <a:schemeClr val="dk1"/>
                          </a:solidFill>
                          <a:effectLst/>
                          <a:latin typeface="+mn-lt"/>
                          <a:ea typeface="+mn-ea"/>
                          <a:cs typeface="+mn-cs"/>
                        </a:rPr>
                        <a:t> JP Morgan Chase Securities</a:t>
                      </a:r>
                      <a:endParaRPr lang="en-US" sz="1000" i="1" dirty="0">
                        <a:solidFill>
                          <a:schemeClr val="bg2">
                            <a:lumMod val="1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r>
                        <a:rPr lang="en-US" sz="1050" i="1" dirty="0">
                          <a:solidFill>
                            <a:schemeClr val="bg2">
                              <a:lumMod val="10000"/>
                            </a:schemeClr>
                          </a:solidFill>
                        </a:rPr>
                        <a:t>Platform offered by JP Morgan that we use to manage some of our operational processes, such as settlements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050" dirty="0">
                          <a:solidFill>
                            <a:schemeClr val="bg2">
                              <a:lumMod val="10000"/>
                            </a:schemeClr>
                          </a:solidFill>
                        </a:rPr>
                        <a:t>Existing</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just"/>
                      <a:endParaRPr lang="en-US" sz="1050" dirty="0">
                        <a:solidFill>
                          <a:schemeClr val="bg2">
                            <a:lumMod val="1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1050" dirty="0">
                        <a:solidFill>
                          <a:schemeClr val="bg2">
                            <a:lumMod val="1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just"/>
                      <a:endParaRPr lang="en-US" sz="900"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just"/>
                      <a:endParaRPr lang="en-US" sz="900"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050" dirty="0">
                          <a:solidFill>
                            <a:schemeClr val="bg2">
                              <a:lumMod val="10000"/>
                            </a:schemeClr>
                          </a:solidFill>
                        </a:rPr>
                        <a:t>No change in the app. New service to be enabled</a:t>
                      </a: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1"/>
                  </a:ext>
                </a:extLst>
              </a:tr>
              <a:tr h="411480">
                <a:tc>
                  <a:txBody>
                    <a:bodyPr/>
                    <a:lstStyle/>
                    <a:p>
                      <a:pPr marL="0" algn="l" defTabSz="685800" rtl="0" eaLnBrk="1" latinLnBrk="0" hangingPunct="1"/>
                      <a:r>
                        <a:rPr lang="en-US" sz="1050" dirty="0"/>
                        <a:t>1937</a:t>
                      </a:r>
                      <a:endParaRPr lang="en-US" sz="1050" i="1" kern="1200" dirty="0">
                        <a:solidFill>
                          <a:schemeClr val="bg2">
                            <a:lumMod val="10000"/>
                          </a:schemeClr>
                        </a:solidFill>
                        <a:latin typeface="+mn-lt"/>
                        <a:ea typeface="+mn-ea"/>
                        <a:cs typeface="+mn-cs"/>
                      </a:endParaRPr>
                    </a:p>
                  </a:txBody>
                  <a:tcPr marL="68580" marR="68580" marT="34290" marB="34290">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en-US" sz="1050" i="1" kern="1200" dirty="0">
                          <a:solidFill>
                            <a:schemeClr val="bg2">
                              <a:lumMod val="10000"/>
                            </a:schemeClr>
                          </a:solidFill>
                          <a:latin typeface="+mn-lt"/>
                          <a:ea typeface="+mn-ea"/>
                          <a:cs typeface="+mn-cs"/>
                        </a:rPr>
                        <a:t>A</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en-US" sz="1050" i="1" kern="1200" dirty="0">
                          <a:solidFill>
                            <a:schemeClr val="bg2">
                              <a:lumMod val="10000"/>
                            </a:schemeClr>
                          </a:solidFill>
                          <a:latin typeface="+mn-lt"/>
                          <a:ea typeface="+mn-ea"/>
                          <a:cs typeface="+mn-cs"/>
                        </a:rPr>
                        <a:t>BSI</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en-US" sz="1050" i="1" kern="1200" dirty="0">
                          <a:solidFill>
                            <a:schemeClr val="bg2">
                              <a:lumMod val="10000"/>
                            </a:schemeClr>
                          </a:solidFill>
                          <a:latin typeface="+mn-lt"/>
                          <a:ea typeface="+mn-ea"/>
                          <a:cs typeface="+mn-cs"/>
                        </a:rPr>
                        <a:t>T24</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en-US" sz="1050" i="1" kern="1200" dirty="0">
                          <a:solidFill>
                            <a:schemeClr val="bg2">
                              <a:lumMod val="10000"/>
                            </a:schemeClr>
                          </a:solidFill>
                          <a:latin typeface="+mn-lt"/>
                          <a:ea typeface="+mn-ea"/>
                          <a:cs typeface="+mn-cs"/>
                        </a:rPr>
                        <a:t>Core banking system</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en-US" sz="1050" dirty="0">
                          <a:solidFill>
                            <a:schemeClr val="bg2">
                              <a:lumMod val="10000"/>
                            </a:schemeClr>
                          </a:solidFill>
                        </a:rPr>
                        <a:t>Existing</a:t>
                      </a:r>
                      <a:endParaRPr lang="en-US" sz="1050" i="1" kern="1200" dirty="0">
                        <a:solidFill>
                          <a:schemeClr val="bg2">
                            <a:lumMod val="10000"/>
                          </a:schemeClr>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endParaRPr lang="en-US" sz="1050" i="1" kern="1200" dirty="0">
                        <a:solidFill>
                          <a:schemeClr val="bg2">
                            <a:lumMod val="10000"/>
                          </a:schemeClr>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endParaRPr lang="en-US" sz="1050" i="1" kern="1200" dirty="0">
                        <a:solidFill>
                          <a:schemeClr val="bg2">
                            <a:lumMod val="10000"/>
                          </a:schemeClr>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800" i="0"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800" i="0"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en-US" sz="1050" i="1" kern="1200" dirty="0">
                          <a:solidFill>
                            <a:schemeClr val="bg2">
                              <a:lumMod val="10000"/>
                            </a:schemeClr>
                          </a:solidFill>
                          <a:latin typeface="+mn-lt"/>
                          <a:ea typeface="+mn-ea"/>
                          <a:cs typeface="+mn-cs"/>
                        </a:rPr>
                        <a:t>New omnibus account to be created.</a:t>
                      </a:r>
                    </a:p>
                    <a:p>
                      <a:pPr marL="0" algn="l" defTabSz="685800" rtl="0" eaLnBrk="1" latinLnBrk="0" hangingPunct="1"/>
                      <a:r>
                        <a:rPr lang="en-US" sz="1050" i="1" kern="1200" dirty="0">
                          <a:solidFill>
                            <a:schemeClr val="bg2">
                              <a:lumMod val="10000"/>
                            </a:schemeClr>
                          </a:solidFill>
                          <a:latin typeface="+mn-lt"/>
                          <a:ea typeface="+mn-ea"/>
                          <a:cs typeface="+mn-cs"/>
                        </a:rPr>
                        <a:t> Reconciliations to be implemented.</a:t>
                      </a:r>
                    </a:p>
                    <a:p>
                      <a:pPr marL="0" algn="l" defTabSz="685800" rtl="0" eaLnBrk="1" latinLnBrk="0" hangingPunct="1"/>
                      <a:endParaRPr lang="en-US" sz="1050" i="1" kern="1200" dirty="0">
                        <a:solidFill>
                          <a:schemeClr val="bg2">
                            <a:lumMod val="10000"/>
                          </a:schemeClr>
                        </a:solidFill>
                        <a:latin typeface="+mn-lt"/>
                        <a:ea typeface="+mn-ea"/>
                        <a:cs typeface="+mn-cs"/>
                      </a:endParaRPr>
                    </a:p>
                    <a:p>
                      <a:pPr marL="0" algn="l" defTabSz="685800" rtl="0" eaLnBrk="1" latinLnBrk="0" hangingPunct="1"/>
                      <a:r>
                        <a:rPr lang="en-US" sz="1050" i="1" kern="1200" dirty="0">
                          <a:solidFill>
                            <a:schemeClr val="bg2">
                              <a:lumMod val="10000"/>
                            </a:schemeClr>
                          </a:solidFill>
                          <a:latin typeface="+mn-lt"/>
                          <a:ea typeface="+mn-ea"/>
                          <a:cs typeface="+mn-cs"/>
                        </a:rPr>
                        <a:t>Files to be generated and to be shared via SFTP  for the Data Lake</a:t>
                      </a: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r h="411480">
                <a:tc>
                  <a:txBody>
                    <a:bodyPr/>
                    <a:lstStyle/>
                    <a:p>
                      <a:pPr marL="0" algn="l" defTabSz="685800" rtl="0" eaLnBrk="1" latinLnBrk="0" hangingPunct="1"/>
                      <a:r>
                        <a:rPr lang="pt-BR" sz="1050" kern="1200" dirty="0">
                          <a:solidFill>
                            <a:schemeClr val="dk1"/>
                          </a:solidFill>
                          <a:latin typeface="+mn-lt"/>
                          <a:ea typeface="+mn-ea"/>
                          <a:cs typeface="+mn-cs"/>
                        </a:rPr>
                        <a:t>7632</a:t>
                      </a:r>
                      <a:endParaRPr lang="en-US" sz="1050" kern="1200" dirty="0">
                        <a:solidFill>
                          <a:schemeClr val="dk1"/>
                        </a:solidFill>
                        <a:latin typeface="+mn-lt"/>
                        <a:ea typeface="+mn-ea"/>
                        <a:cs typeface="+mn-cs"/>
                      </a:endParaRPr>
                    </a:p>
                  </a:txBody>
                  <a:tcPr marL="68580" marR="68580" marT="34290" marB="34290">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pt-BR" sz="1050" kern="1200" dirty="0">
                          <a:solidFill>
                            <a:schemeClr val="dk1"/>
                          </a:solidFill>
                          <a:latin typeface="+mn-lt"/>
                          <a:ea typeface="+mn-ea"/>
                          <a:cs typeface="+mn-cs"/>
                        </a:rPr>
                        <a:t>A</a:t>
                      </a:r>
                      <a:endParaRPr lang="en-US" sz="1050" kern="1200" dirty="0">
                        <a:solidFill>
                          <a:schemeClr val="dk1"/>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pt-BR" sz="1050" i="0" kern="1200" dirty="0">
                          <a:solidFill>
                            <a:schemeClr val="dk1"/>
                          </a:solidFill>
                          <a:latin typeface="+mn-lt"/>
                          <a:ea typeface="+mn-ea"/>
                          <a:cs typeface="+mn-cs"/>
                        </a:rPr>
                        <a:t>BSI</a:t>
                      </a:r>
                      <a:endParaRPr lang="en-US" sz="1050" i="0" kern="1200" dirty="0">
                        <a:solidFill>
                          <a:schemeClr val="dk1"/>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en-US" sz="1050" kern="1200" dirty="0">
                          <a:solidFill>
                            <a:schemeClr val="dk1"/>
                          </a:solidFill>
                          <a:latin typeface="+mn-lt"/>
                          <a:ea typeface="+mn-ea"/>
                          <a:cs typeface="+mn-cs"/>
                        </a:rPr>
                        <a:t>Appian - Security Lending Workflow</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en-US" sz="1050" kern="1200" dirty="0">
                          <a:solidFill>
                            <a:schemeClr val="dk1"/>
                          </a:solidFill>
                          <a:latin typeface="+mn-lt"/>
                          <a:ea typeface="+mn-ea"/>
                          <a:cs typeface="+mn-cs"/>
                        </a:rPr>
                        <a:t>New business workflow containing restricted confidential data.</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pt-BR" sz="1050" i="1" kern="1200" dirty="0">
                          <a:solidFill>
                            <a:schemeClr val="dk1"/>
                          </a:solidFill>
                          <a:latin typeface="+mn-lt"/>
                          <a:ea typeface="+mn-ea"/>
                          <a:cs typeface="+mn-cs"/>
                        </a:rPr>
                        <a:t>New</a:t>
                      </a:r>
                      <a:endParaRPr lang="en-US" sz="1050" i="1" kern="1200" dirty="0">
                        <a:solidFill>
                          <a:schemeClr val="dk1"/>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endParaRPr lang="en-US" sz="1050" kern="1200" dirty="0">
                        <a:solidFill>
                          <a:schemeClr val="dk1"/>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endParaRPr lang="en-US" sz="1050" kern="1200" dirty="0">
                        <a:solidFill>
                          <a:schemeClr val="dk1"/>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endParaRPr lang="en-US" sz="1050" kern="1200" dirty="0">
                        <a:solidFill>
                          <a:schemeClr val="dk1"/>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endParaRPr lang="en-US" sz="1050" kern="1200" dirty="0">
                        <a:solidFill>
                          <a:schemeClr val="dk1"/>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en-US" sz="1050" kern="1200" dirty="0">
                          <a:solidFill>
                            <a:schemeClr val="dk1"/>
                          </a:solidFill>
                          <a:latin typeface="+mn-lt"/>
                          <a:ea typeface="+mn-ea"/>
                          <a:cs typeface="+mn-cs"/>
                        </a:rPr>
                        <a:t>New business workflow containing restricted confidential data</a:t>
                      </a: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943342947"/>
                  </a:ext>
                </a:extLst>
              </a:tr>
              <a:tr h="411480">
                <a:tc>
                  <a:txBody>
                    <a:bodyPr/>
                    <a:lstStyle/>
                    <a:p>
                      <a:endParaRPr lang="en-US" sz="800" i="1" dirty="0">
                        <a:solidFill>
                          <a:schemeClr val="bg1">
                            <a:lumMod val="50000"/>
                          </a:schemeClr>
                        </a:solidFill>
                      </a:endParaRPr>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i="1"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800" i="1"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800" i="1"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800" i="1"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800" i="1"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0"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0"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0"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0"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0"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886027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11</a:t>
            </a:fld>
            <a:endParaRPr lang="es-ES" dirty="0"/>
          </a:p>
        </p:txBody>
      </p:sp>
      <p:sp>
        <p:nvSpPr>
          <p:cNvPr id="5" name="Título 1">
            <a:extLst>
              <a:ext uri="{FF2B5EF4-FFF2-40B4-BE49-F238E27FC236}">
                <a16:creationId xmlns:a16="http://schemas.microsoft.com/office/drawing/2014/main" id="{B42089E1-6E12-FD14-D7FB-1AD2F81EA31E}"/>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1.6 AI Projects</a:t>
            </a:r>
          </a:p>
        </p:txBody>
      </p:sp>
      <p:sp>
        <p:nvSpPr>
          <p:cNvPr id="3" name="Marcador de texto 5">
            <a:extLst>
              <a:ext uri="{FF2B5EF4-FFF2-40B4-BE49-F238E27FC236}">
                <a16:creationId xmlns:a16="http://schemas.microsoft.com/office/drawing/2014/main" id="{04B68532-23E5-246E-A5A3-AE4ECCF554DB}"/>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Functional Design</a:t>
            </a:r>
          </a:p>
        </p:txBody>
      </p:sp>
      <p:sp>
        <p:nvSpPr>
          <p:cNvPr id="7" name="Rectangle 6">
            <a:extLst>
              <a:ext uri="{FF2B5EF4-FFF2-40B4-BE49-F238E27FC236}">
                <a16:creationId xmlns:a16="http://schemas.microsoft.com/office/drawing/2014/main" id="{B51C76D5-13D1-DE7A-C4CF-557C85891E3C}"/>
              </a:ext>
            </a:extLst>
          </p:cNvPr>
          <p:cNvSpPr/>
          <p:nvPr/>
        </p:nvSpPr>
        <p:spPr>
          <a:xfrm>
            <a:off x="476835" y="996005"/>
            <a:ext cx="11219866" cy="5213597"/>
          </a:xfrm>
          <a:prstGeom prst="rect">
            <a:avLst/>
          </a:prstGeom>
        </p:spPr>
        <p:txBody>
          <a:bodyPr wrap="square">
            <a:noAutofit/>
          </a:bodyPr>
          <a:lstStyle/>
          <a:p>
            <a:r>
              <a:rPr lang="en-US" sz="1400" i="1" dirty="0">
                <a:solidFill>
                  <a:schemeClr val="bg1">
                    <a:lumMod val="65000"/>
                  </a:schemeClr>
                </a:solidFill>
              </a:rPr>
              <a:t>Identify what type of Archetype, Adoption Model, AI Model, and Cloud Model is being used for the AI.</a:t>
            </a:r>
          </a:p>
          <a:p>
            <a:r>
              <a:rPr lang="en-US" sz="1400" i="1" dirty="0">
                <a:solidFill>
                  <a:schemeClr val="bg1">
                    <a:lumMod val="65000"/>
                  </a:schemeClr>
                </a:solidFill>
              </a:rPr>
              <a:t>Attach the AI diagram as well.</a:t>
            </a:r>
            <a:endParaRPr lang="en-US" sz="1400" dirty="0"/>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pic>
        <p:nvPicPr>
          <p:cNvPr id="4" name="Imagen 2">
            <a:extLst>
              <a:ext uri="{FF2B5EF4-FFF2-40B4-BE49-F238E27FC236}">
                <a16:creationId xmlns:a16="http://schemas.microsoft.com/office/drawing/2014/main" id="{BF3A0F9D-66ED-BEB9-B95A-B4730FFDF173}"/>
              </a:ext>
            </a:extLst>
          </p:cNvPr>
          <p:cNvPicPr>
            <a:picLocks noChangeAspect="1"/>
          </p:cNvPicPr>
          <p:nvPr/>
        </p:nvPicPr>
        <p:blipFill>
          <a:blip r:embed="rId2"/>
          <a:stretch>
            <a:fillRect/>
          </a:stretch>
        </p:blipFill>
        <p:spPr>
          <a:xfrm>
            <a:off x="84953" y="2011108"/>
            <a:ext cx="5984125" cy="3318659"/>
          </a:xfrm>
          <a:prstGeom prst="rect">
            <a:avLst/>
          </a:prstGeom>
        </p:spPr>
      </p:pic>
      <p:graphicFrame>
        <p:nvGraphicFramePr>
          <p:cNvPr id="6" name="Table 5">
            <a:extLst>
              <a:ext uri="{FF2B5EF4-FFF2-40B4-BE49-F238E27FC236}">
                <a16:creationId xmlns:a16="http://schemas.microsoft.com/office/drawing/2014/main" id="{702CE94A-C1CC-67B1-C2DB-E4077246BA28}"/>
              </a:ext>
            </a:extLst>
          </p:cNvPr>
          <p:cNvGraphicFramePr>
            <a:graphicFrameLocks noGrp="1"/>
          </p:cNvGraphicFramePr>
          <p:nvPr>
            <p:extLst>
              <p:ext uri="{D42A27DB-BD31-4B8C-83A1-F6EECF244321}">
                <p14:modId xmlns:p14="http://schemas.microsoft.com/office/powerpoint/2010/main" val="2744393509"/>
              </p:ext>
            </p:extLst>
          </p:nvPr>
        </p:nvGraphicFramePr>
        <p:xfrm>
          <a:off x="6096000" y="1419248"/>
          <a:ext cx="5969133" cy="4865370"/>
        </p:xfrm>
        <a:graphic>
          <a:graphicData uri="http://schemas.openxmlformats.org/drawingml/2006/table">
            <a:tbl>
              <a:tblPr firstRow="1" bandRow="1">
                <a:tableStyleId>{5C22544A-7EE6-4342-B048-85BDC9FD1C3A}</a:tableStyleId>
              </a:tblPr>
              <a:tblGrid>
                <a:gridCol w="1054100">
                  <a:extLst>
                    <a:ext uri="{9D8B030D-6E8A-4147-A177-3AD203B41FA5}">
                      <a16:colId xmlns:a16="http://schemas.microsoft.com/office/drawing/2014/main" val="3441523889"/>
                    </a:ext>
                  </a:extLst>
                </a:gridCol>
                <a:gridCol w="3128433">
                  <a:extLst>
                    <a:ext uri="{9D8B030D-6E8A-4147-A177-3AD203B41FA5}">
                      <a16:colId xmlns:a16="http://schemas.microsoft.com/office/drawing/2014/main" val="2271909911"/>
                    </a:ext>
                  </a:extLst>
                </a:gridCol>
                <a:gridCol w="1786600">
                  <a:extLst>
                    <a:ext uri="{9D8B030D-6E8A-4147-A177-3AD203B41FA5}">
                      <a16:colId xmlns:a16="http://schemas.microsoft.com/office/drawing/2014/main" val="2135973291"/>
                    </a:ext>
                  </a:extLst>
                </a:gridCol>
              </a:tblGrid>
              <a:tr h="370840">
                <a:tc>
                  <a:txBody>
                    <a:bodyPr/>
                    <a:lstStyle/>
                    <a:p>
                      <a:pPr algn="ctr" fontAlgn="b"/>
                      <a:r>
                        <a:rPr lang="en-US" sz="1400" b="1" i="0" u="none" strike="noStrike">
                          <a:solidFill>
                            <a:srgbClr val="FFFFFF"/>
                          </a:solidFill>
                          <a:effectLst/>
                          <a:latin typeface="Calibri" panose="020F0502020204030204" pitchFamily="34" charset="0"/>
                        </a:rPr>
                        <a:t>AI Focus Area</a:t>
                      </a:r>
                    </a:p>
                  </a:txBody>
                  <a:tcPr marL="6350" marR="6350" marT="6350" marB="0" anchor="ctr"/>
                </a:tc>
                <a:tc>
                  <a:txBody>
                    <a:bodyPr/>
                    <a:lstStyle/>
                    <a:p>
                      <a:pPr algn="ctr" fontAlgn="b"/>
                      <a:r>
                        <a:rPr lang="en-US" sz="1400" b="1" i="0" u="none" strike="noStrike" dirty="0">
                          <a:solidFill>
                            <a:srgbClr val="FFFFFF"/>
                          </a:solidFill>
                          <a:effectLst/>
                          <a:latin typeface="Calibri" panose="020F0502020204030204" pitchFamily="34" charset="0"/>
                        </a:rPr>
                        <a:t>Risk</a:t>
                      </a:r>
                    </a:p>
                  </a:txBody>
                  <a:tcPr marL="6350" marR="6350" marT="6350" marB="0" anchor="ctr"/>
                </a:tc>
                <a:tc>
                  <a:txBody>
                    <a:bodyPr/>
                    <a:lstStyle/>
                    <a:p>
                      <a:pPr algn="ctr" fontAlgn="b"/>
                      <a:r>
                        <a:rPr lang="en-US" sz="1400" b="1" i="0" u="none" strike="noStrike" dirty="0">
                          <a:solidFill>
                            <a:srgbClr val="FFFFFF"/>
                          </a:solidFill>
                          <a:effectLst/>
                          <a:latin typeface="Calibri" panose="020F0502020204030204" pitchFamily="34" charset="0"/>
                        </a:rPr>
                        <a:t>Response</a:t>
                      </a:r>
                    </a:p>
                  </a:txBody>
                  <a:tcPr marL="6350" marR="6350" marT="6350" marB="0" anchor="ctr"/>
                </a:tc>
                <a:extLst>
                  <a:ext uri="{0D108BD9-81ED-4DB2-BD59-A6C34878D82A}">
                    <a16:rowId xmlns:a16="http://schemas.microsoft.com/office/drawing/2014/main" val="3596605729"/>
                  </a:ext>
                </a:extLst>
              </a:tr>
              <a:tr h="370840">
                <a:tc>
                  <a:txBody>
                    <a:bodyPr/>
                    <a:lstStyle/>
                    <a:p>
                      <a:pPr algn="l" fontAlgn="b"/>
                      <a:r>
                        <a:rPr lang="en-US" sz="1100" b="0" i="0" u="none" strike="noStrike" dirty="0">
                          <a:solidFill>
                            <a:srgbClr val="000000"/>
                          </a:solidFill>
                          <a:effectLst/>
                          <a:latin typeface="Calibri" panose="020F0502020204030204" pitchFamily="34" charset="0"/>
                        </a:rPr>
                        <a:t>AI Model</a:t>
                      </a:r>
                    </a:p>
                  </a:txBody>
                  <a:tcPr marL="6350" marR="6350" marT="6350" marB="0" anchor="ctr"/>
                </a:tc>
                <a:tc>
                  <a:txBody>
                    <a:bodyPr/>
                    <a:lstStyle/>
                    <a:p>
                      <a:pPr algn="l" fontAlgn="b"/>
                      <a:r>
                        <a:rPr lang="en-US" sz="1100" b="0" i="0" u="none" strike="noStrike">
                          <a:solidFill>
                            <a:srgbClr val="000000"/>
                          </a:solidFill>
                          <a:effectLst/>
                          <a:latin typeface="Calibri" panose="020F0502020204030204" pitchFamily="34" charset="0"/>
                        </a:rPr>
                        <a:t>Lack of proof of trustworthiness and Reliability in AI Model that is providing a Regulatory Function or Capability.</a:t>
                      </a:r>
                    </a:p>
                  </a:txBody>
                  <a:tcPr marL="6350" marR="6350" marT="6350" marB="0" anchor="ctr"/>
                </a:tc>
                <a:tc>
                  <a:txBody>
                    <a:bodyPr/>
                    <a:lstStyle/>
                    <a:p>
                      <a:pPr algn="l" fontAlgn="b"/>
                      <a:endParaRPr lang="en-US" sz="14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980063640"/>
                  </a:ext>
                </a:extLst>
              </a:tr>
              <a:tr h="370840">
                <a:tc>
                  <a:txBody>
                    <a:bodyPr/>
                    <a:lstStyle/>
                    <a:p>
                      <a:pPr algn="l" fontAlgn="b"/>
                      <a:r>
                        <a:rPr lang="en-US" sz="1100" b="0" i="0" u="none" strike="noStrike">
                          <a:solidFill>
                            <a:srgbClr val="000000"/>
                          </a:solidFill>
                          <a:effectLst/>
                          <a:latin typeface="Calibri" panose="020F0502020204030204" pitchFamily="34" charset="0"/>
                        </a:rPr>
                        <a:t>AI Output</a:t>
                      </a:r>
                    </a:p>
                  </a:txBody>
                  <a:tcPr marL="6350" marR="6350" marT="6350" marB="0" anchor="ctr"/>
                </a:tc>
                <a:tc>
                  <a:txBody>
                    <a:bodyPr/>
                    <a:lstStyle/>
                    <a:p>
                      <a:pPr algn="l" fontAlgn="b"/>
                      <a:r>
                        <a:rPr lang="en-US" sz="1100" b="0" i="0" u="none" strike="noStrike">
                          <a:solidFill>
                            <a:srgbClr val="000000"/>
                          </a:solidFill>
                          <a:effectLst/>
                          <a:latin typeface="Calibri" panose="020F0502020204030204" pitchFamily="34" charset="0"/>
                        </a:rPr>
                        <a:t>Lack of Clear Boundaries and Scope around the AI solution.</a:t>
                      </a:r>
                    </a:p>
                  </a:txBody>
                  <a:tcPr marL="6350" marR="6350" marT="6350" marB="0" anchor="ctr"/>
                </a:tc>
                <a:tc>
                  <a:txBody>
                    <a:bodyPr/>
                    <a:lstStyle/>
                    <a:p>
                      <a:pPr algn="l" fontAlgn="b"/>
                      <a:endParaRPr lang="en-US" sz="14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202474781"/>
                  </a:ext>
                </a:extLst>
              </a:tr>
              <a:tr h="370840">
                <a:tc>
                  <a:txBody>
                    <a:bodyPr/>
                    <a:lstStyle/>
                    <a:p>
                      <a:pPr algn="l" fontAlgn="b"/>
                      <a:r>
                        <a:rPr lang="en-US" sz="1100" b="0" i="0" u="none" strike="noStrike">
                          <a:solidFill>
                            <a:srgbClr val="000000"/>
                          </a:solidFill>
                          <a:effectLst/>
                          <a:latin typeface="Calibri" panose="020F0502020204030204" pitchFamily="34" charset="0"/>
                        </a:rPr>
                        <a:t>AI Data and Input</a:t>
                      </a:r>
                    </a:p>
                  </a:txBody>
                  <a:tcPr marL="6350" marR="6350" marT="6350" marB="0" anchor="ctr"/>
                </a:tc>
                <a:tc>
                  <a:txBody>
                    <a:bodyPr/>
                    <a:lstStyle/>
                    <a:p>
                      <a:pPr algn="l" fontAlgn="b"/>
                      <a:r>
                        <a:rPr lang="en-US" sz="1100" b="0" i="0" u="none" strike="noStrike" dirty="0">
                          <a:solidFill>
                            <a:srgbClr val="000000"/>
                          </a:solidFill>
                          <a:effectLst/>
                          <a:latin typeface="Calibri" panose="020F0502020204030204" pitchFamily="34" charset="0"/>
                        </a:rPr>
                        <a:t>Lack of evidence that Training Data is collected from Trusted Sources.</a:t>
                      </a:r>
                    </a:p>
                  </a:txBody>
                  <a:tcPr marL="6350" marR="6350" marT="6350" marB="0" anchor="ctr"/>
                </a:tc>
                <a:tc>
                  <a:txBody>
                    <a:bodyPr/>
                    <a:lstStyle/>
                    <a:p>
                      <a:pPr algn="l" fontAlgn="b"/>
                      <a:endParaRPr lang="en-US" sz="14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4061141807"/>
                  </a:ext>
                </a:extLst>
              </a:tr>
              <a:tr h="370840">
                <a:tc>
                  <a:txBody>
                    <a:bodyPr/>
                    <a:lstStyle/>
                    <a:p>
                      <a:pPr algn="l" fontAlgn="b"/>
                      <a:r>
                        <a:rPr lang="en-US" sz="1100" b="0" i="0" u="none" strike="noStrike">
                          <a:solidFill>
                            <a:srgbClr val="000000"/>
                          </a:solidFill>
                          <a:effectLst/>
                          <a:latin typeface="Calibri" panose="020F0502020204030204" pitchFamily="34" charset="0"/>
                        </a:rPr>
                        <a:t>AI Application Context</a:t>
                      </a:r>
                    </a:p>
                  </a:txBody>
                  <a:tcPr marL="6350" marR="6350" marT="6350" marB="0" anchor="ctr"/>
                </a:tc>
                <a:tc>
                  <a:txBody>
                    <a:bodyPr/>
                    <a:lstStyle/>
                    <a:p>
                      <a:pPr algn="l" fontAlgn="b"/>
                      <a:r>
                        <a:rPr lang="en-US" sz="1100" b="0" i="0" u="none" strike="noStrike">
                          <a:solidFill>
                            <a:srgbClr val="000000"/>
                          </a:solidFill>
                          <a:effectLst/>
                          <a:latin typeface="Calibri" panose="020F0502020204030204" pitchFamily="34" charset="0"/>
                        </a:rPr>
                        <a:t>Lack of Human Oversight over any output of AI solution.</a:t>
                      </a:r>
                    </a:p>
                  </a:txBody>
                  <a:tcPr marL="6350" marR="6350" marT="6350" marB="0" anchor="ctr"/>
                </a:tc>
                <a:tc>
                  <a:txBody>
                    <a:bodyPr/>
                    <a:lstStyle/>
                    <a:p>
                      <a:pPr algn="l" fontAlgn="b"/>
                      <a:endParaRPr lang="en-US" sz="14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510413518"/>
                  </a:ext>
                </a:extLst>
              </a:tr>
              <a:tr h="370840">
                <a:tc>
                  <a:txBody>
                    <a:bodyPr/>
                    <a:lstStyle/>
                    <a:p>
                      <a:pPr algn="l" fontAlgn="b"/>
                      <a:r>
                        <a:rPr lang="en-US" sz="1100" b="0" i="0" u="none" strike="noStrike">
                          <a:solidFill>
                            <a:srgbClr val="000000"/>
                          </a:solidFill>
                          <a:effectLst/>
                          <a:latin typeface="Calibri" panose="020F0502020204030204" pitchFamily="34" charset="0"/>
                        </a:rPr>
                        <a:t>AI Model</a:t>
                      </a:r>
                    </a:p>
                  </a:txBody>
                  <a:tcPr marL="6350" marR="6350" marT="6350" marB="0" anchor="ctr"/>
                </a:tc>
                <a:tc>
                  <a:txBody>
                    <a:bodyPr/>
                    <a:lstStyle/>
                    <a:p>
                      <a:pPr algn="l" fontAlgn="b"/>
                      <a:r>
                        <a:rPr lang="en-US" sz="1100" b="0" i="0" u="none" strike="noStrike">
                          <a:solidFill>
                            <a:srgbClr val="000000"/>
                          </a:solidFill>
                          <a:effectLst/>
                          <a:latin typeface="Calibri" panose="020F0502020204030204" pitchFamily="34" charset="0"/>
                        </a:rPr>
                        <a:t>Lack of evidence that the model is unbiased. </a:t>
                      </a:r>
                    </a:p>
                  </a:txBody>
                  <a:tcPr marL="6350" marR="6350" marT="6350" marB="0" anchor="ctr"/>
                </a:tc>
                <a:tc>
                  <a:txBody>
                    <a:bodyPr/>
                    <a:lstStyle/>
                    <a:p>
                      <a:pPr algn="l" fontAlgn="b"/>
                      <a:endParaRPr lang="en-US" sz="14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722268269"/>
                  </a:ext>
                </a:extLst>
              </a:tr>
              <a:tr h="370840">
                <a:tc>
                  <a:txBody>
                    <a:bodyPr/>
                    <a:lstStyle/>
                    <a:p>
                      <a:pPr algn="l" fontAlgn="b"/>
                      <a:r>
                        <a:rPr lang="en-US" sz="1100" b="0" i="0" u="none" strike="noStrike">
                          <a:solidFill>
                            <a:srgbClr val="000000"/>
                          </a:solidFill>
                          <a:effectLst/>
                          <a:latin typeface="Calibri" panose="020F0502020204030204" pitchFamily="34" charset="0"/>
                        </a:rPr>
                        <a:t>AI Model</a:t>
                      </a:r>
                    </a:p>
                  </a:txBody>
                  <a:tcPr marL="6350" marR="6350" marT="6350" marB="0" anchor="ctr"/>
                </a:tc>
                <a:tc>
                  <a:txBody>
                    <a:bodyPr/>
                    <a:lstStyle/>
                    <a:p>
                      <a:pPr algn="l" fontAlgn="b"/>
                      <a:r>
                        <a:rPr lang="en-US" sz="1100" b="0" i="0" u="none" strike="noStrike" dirty="0">
                          <a:solidFill>
                            <a:srgbClr val="000000"/>
                          </a:solidFill>
                          <a:effectLst/>
                          <a:latin typeface="Calibri" panose="020F0502020204030204" pitchFamily="34" charset="0"/>
                        </a:rPr>
                        <a:t>Lack of tracking and monitoring of AI model (for Drift and Biasedness and other risks associated with the AI Model)</a:t>
                      </a:r>
                    </a:p>
                  </a:txBody>
                  <a:tcPr marL="6350" marR="6350" marT="6350" marB="0" anchor="ctr"/>
                </a:tc>
                <a:tc>
                  <a:txBody>
                    <a:bodyPr/>
                    <a:lstStyle/>
                    <a:p>
                      <a:pPr algn="l" fontAlgn="b"/>
                      <a:endParaRPr lang="en-US" sz="14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922927147"/>
                  </a:ext>
                </a:extLst>
              </a:tr>
              <a:tr h="370840">
                <a:tc>
                  <a:txBody>
                    <a:bodyPr/>
                    <a:lstStyle/>
                    <a:p>
                      <a:pPr algn="l" fontAlgn="b"/>
                      <a:r>
                        <a:rPr lang="en-US" sz="1100" b="0" i="0" u="none" strike="noStrike">
                          <a:solidFill>
                            <a:srgbClr val="000000"/>
                          </a:solidFill>
                          <a:effectLst/>
                          <a:latin typeface="Calibri" panose="020F0502020204030204" pitchFamily="34" charset="0"/>
                        </a:rPr>
                        <a:t>AI Application Context</a:t>
                      </a:r>
                    </a:p>
                  </a:txBody>
                  <a:tcPr marL="6350" marR="6350" marT="6350" marB="0" anchor="ctr"/>
                </a:tc>
                <a:tc>
                  <a:txBody>
                    <a:bodyPr/>
                    <a:lstStyle/>
                    <a:p>
                      <a:pPr algn="l" fontAlgn="b"/>
                      <a:r>
                        <a:rPr lang="en-US" sz="1100" b="0" i="0" u="none" strike="noStrike" dirty="0">
                          <a:solidFill>
                            <a:srgbClr val="000000"/>
                          </a:solidFill>
                          <a:effectLst/>
                          <a:latin typeface="Calibri" panose="020F0502020204030204" pitchFamily="34" charset="0"/>
                        </a:rPr>
                        <a:t>Lack of Business Continuity Plan around the AI model in case of Bias, Drift, or other significant problems.</a:t>
                      </a:r>
                    </a:p>
                  </a:txBody>
                  <a:tcPr marL="6350" marR="6350" marT="6350" marB="0" anchor="ctr"/>
                </a:tc>
                <a:tc>
                  <a:txBody>
                    <a:bodyPr/>
                    <a:lstStyle/>
                    <a:p>
                      <a:pPr algn="l" fontAlgn="b"/>
                      <a:endParaRPr lang="en-US" sz="14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416665670"/>
                  </a:ext>
                </a:extLst>
              </a:tr>
              <a:tr h="370840">
                <a:tc>
                  <a:txBody>
                    <a:bodyPr/>
                    <a:lstStyle/>
                    <a:p>
                      <a:pPr algn="l" fontAlgn="b"/>
                      <a:r>
                        <a:rPr lang="en-US" sz="1100" b="0" i="0" u="none" strike="noStrike">
                          <a:solidFill>
                            <a:srgbClr val="000000"/>
                          </a:solidFill>
                          <a:effectLst/>
                          <a:latin typeface="Calibri" panose="020F0502020204030204" pitchFamily="34" charset="0"/>
                        </a:rPr>
                        <a:t>AI Model</a:t>
                      </a:r>
                    </a:p>
                  </a:txBody>
                  <a:tcPr marL="6350" marR="6350" marT="6350" marB="0" anchor="ctr"/>
                </a:tc>
                <a:tc>
                  <a:txBody>
                    <a:bodyPr/>
                    <a:lstStyle/>
                    <a:p>
                      <a:pPr algn="l" fontAlgn="b"/>
                      <a:r>
                        <a:rPr lang="en-US" sz="1100" b="0" i="0" u="none" strike="noStrike" dirty="0">
                          <a:solidFill>
                            <a:srgbClr val="000000"/>
                          </a:solidFill>
                          <a:effectLst/>
                          <a:latin typeface="Calibri" panose="020F0502020204030204" pitchFamily="34" charset="0"/>
                        </a:rPr>
                        <a:t>Lack of Clear Business Benefits of the AI solution</a:t>
                      </a:r>
                    </a:p>
                  </a:txBody>
                  <a:tcPr marL="6350" marR="6350" marT="6350" marB="0" anchor="ctr"/>
                </a:tc>
                <a:tc>
                  <a:txBody>
                    <a:bodyPr/>
                    <a:lstStyle/>
                    <a:p>
                      <a:pPr algn="l" fontAlgn="b"/>
                      <a:endParaRPr lang="en-US" sz="14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306451570"/>
                  </a:ext>
                </a:extLst>
              </a:tr>
              <a:tr h="370840">
                <a:tc>
                  <a:txBody>
                    <a:bodyPr/>
                    <a:lstStyle/>
                    <a:p>
                      <a:pPr algn="l" fontAlgn="b"/>
                      <a:r>
                        <a:rPr lang="en-US" sz="1100" b="0" i="0" u="none" strike="noStrike">
                          <a:solidFill>
                            <a:srgbClr val="000000"/>
                          </a:solidFill>
                          <a:effectLst/>
                          <a:latin typeface="Calibri" panose="020F0502020204030204" pitchFamily="34" charset="0"/>
                        </a:rPr>
                        <a:t>AI Model</a:t>
                      </a:r>
                    </a:p>
                  </a:txBody>
                  <a:tcPr marL="6350" marR="6350" marT="6350" marB="0" anchor="ctr"/>
                </a:tc>
                <a:tc>
                  <a:txBody>
                    <a:bodyPr/>
                    <a:lstStyle/>
                    <a:p>
                      <a:pPr algn="l" fontAlgn="b"/>
                      <a:r>
                        <a:rPr lang="en-US" sz="1100" b="0" i="0" u="none" strike="noStrike">
                          <a:solidFill>
                            <a:srgbClr val="000000"/>
                          </a:solidFill>
                          <a:effectLst/>
                          <a:latin typeface="Calibri" panose="020F0502020204030204" pitchFamily="34" charset="0"/>
                        </a:rPr>
                        <a:t>Lack of AI Model documentation</a:t>
                      </a:r>
                    </a:p>
                  </a:txBody>
                  <a:tcPr marL="6350" marR="6350" marT="6350" marB="0" anchor="ctr"/>
                </a:tc>
                <a:tc>
                  <a:txBody>
                    <a:bodyPr/>
                    <a:lstStyle/>
                    <a:p>
                      <a:pPr algn="l" fontAlgn="b"/>
                      <a:endParaRPr lang="en-US" sz="14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044740280"/>
                  </a:ext>
                </a:extLst>
              </a:tr>
              <a:tr h="370840">
                <a:tc>
                  <a:txBody>
                    <a:bodyPr/>
                    <a:lstStyle/>
                    <a:p>
                      <a:pPr algn="l" fontAlgn="b"/>
                      <a:r>
                        <a:rPr lang="en-US" sz="1100" b="0" i="0" u="none" strike="noStrike">
                          <a:solidFill>
                            <a:srgbClr val="000000"/>
                          </a:solidFill>
                          <a:effectLst/>
                          <a:latin typeface="Calibri" panose="020F0502020204030204" pitchFamily="34" charset="0"/>
                        </a:rPr>
                        <a:t>AI Model</a:t>
                      </a:r>
                    </a:p>
                  </a:txBody>
                  <a:tcPr marL="6350" marR="6350" marT="6350" marB="0" anchor="ctr"/>
                </a:tc>
                <a:tc>
                  <a:txBody>
                    <a:bodyPr/>
                    <a:lstStyle/>
                    <a:p>
                      <a:pPr algn="l" fontAlgn="b"/>
                      <a:r>
                        <a:rPr lang="en-US" sz="1100" b="0" i="0" u="none" strike="noStrike">
                          <a:solidFill>
                            <a:srgbClr val="000000"/>
                          </a:solidFill>
                          <a:effectLst/>
                          <a:latin typeface="Calibri" panose="020F0502020204030204" pitchFamily="34" charset="0"/>
                        </a:rPr>
                        <a:t>The AI Solution is not recommended by the Group AI COE</a:t>
                      </a:r>
                    </a:p>
                  </a:txBody>
                  <a:tcPr marL="6350" marR="6350" marT="6350" marB="0" anchor="ctr"/>
                </a:tc>
                <a:tc>
                  <a:txBody>
                    <a:bodyPr/>
                    <a:lstStyle/>
                    <a:p>
                      <a:pPr algn="l" fontAlgn="b"/>
                      <a:endParaRPr lang="en-US" sz="14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633047634"/>
                  </a:ext>
                </a:extLst>
              </a:tr>
              <a:tr h="370840">
                <a:tc>
                  <a:txBody>
                    <a:bodyPr/>
                    <a:lstStyle/>
                    <a:p>
                      <a:pPr algn="l" fontAlgn="b"/>
                      <a:r>
                        <a:rPr lang="en-US" sz="1100" b="0" i="0" u="none" strike="noStrike">
                          <a:solidFill>
                            <a:srgbClr val="000000"/>
                          </a:solidFill>
                          <a:effectLst/>
                          <a:latin typeface="Calibri" panose="020F0502020204030204" pitchFamily="34" charset="0"/>
                        </a:rPr>
                        <a:t>AI Model</a:t>
                      </a:r>
                    </a:p>
                  </a:txBody>
                  <a:tcPr marL="6350" marR="6350" marT="6350" marB="0" anchor="ctr"/>
                </a:tc>
                <a:tc>
                  <a:txBody>
                    <a:bodyPr/>
                    <a:lstStyle/>
                    <a:p>
                      <a:pPr algn="l" fontAlgn="b"/>
                      <a:r>
                        <a:rPr lang="en-US" sz="1100" b="0" i="0" u="none" strike="noStrike" dirty="0">
                          <a:solidFill>
                            <a:srgbClr val="000000"/>
                          </a:solidFill>
                          <a:effectLst/>
                          <a:latin typeface="Calibri" panose="020F0502020204030204" pitchFamily="34" charset="0"/>
                        </a:rPr>
                        <a:t>Mismatch between the complexity of LLM Model and the Data Classification as per Santander Generative AI Handbook</a:t>
                      </a:r>
                    </a:p>
                  </a:txBody>
                  <a:tcPr marL="6350" marR="6350" marT="6350" marB="0" anchor="ctr"/>
                </a:tc>
                <a:tc>
                  <a:txBody>
                    <a:bodyPr/>
                    <a:lstStyle/>
                    <a:p>
                      <a:pPr algn="l" fontAlgn="b"/>
                      <a:endParaRPr lang="en-US" sz="14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982695059"/>
                  </a:ext>
                </a:extLst>
              </a:tr>
            </a:tbl>
          </a:graphicData>
        </a:graphic>
      </p:graphicFrame>
      <p:graphicFrame>
        <p:nvGraphicFramePr>
          <p:cNvPr id="9" name="Object 8">
            <a:extLst>
              <a:ext uri="{FF2B5EF4-FFF2-40B4-BE49-F238E27FC236}">
                <a16:creationId xmlns:a16="http://schemas.microsoft.com/office/drawing/2014/main" id="{E1652220-4BE4-1214-1A4E-4C24000D6194}"/>
              </a:ext>
            </a:extLst>
          </p:cNvPr>
          <p:cNvGraphicFramePr>
            <a:graphicFrameLocks noChangeAspect="1"/>
          </p:cNvGraphicFramePr>
          <p:nvPr>
            <p:extLst>
              <p:ext uri="{D42A27DB-BD31-4B8C-83A1-F6EECF244321}">
                <p14:modId xmlns:p14="http://schemas.microsoft.com/office/powerpoint/2010/main" val="3702260190"/>
              </p:ext>
            </p:extLst>
          </p:nvPr>
        </p:nvGraphicFramePr>
        <p:xfrm>
          <a:off x="2699563" y="5806377"/>
          <a:ext cx="914400" cy="806450"/>
        </p:xfrm>
        <a:graphic>
          <a:graphicData uri="http://schemas.openxmlformats.org/presentationml/2006/ole">
            <mc:AlternateContent xmlns:mc="http://schemas.openxmlformats.org/markup-compatibility/2006">
              <mc:Choice xmlns:v="urn:schemas-microsoft-com:vml" Requires="v">
                <p:oleObj name="Worksheet" showAsIcon="1" r:id="rId3" imgW="914597" imgH="806311" progId="Excel.Sheet.12">
                  <p:embed/>
                </p:oleObj>
              </mc:Choice>
              <mc:Fallback>
                <p:oleObj name="Worksheet" showAsIcon="1" r:id="rId3" imgW="914597" imgH="806311" progId="Excel.Sheet.12">
                  <p:embed/>
                  <p:pic>
                    <p:nvPicPr>
                      <p:cNvPr id="9" name="Object 8">
                        <a:extLst>
                          <a:ext uri="{FF2B5EF4-FFF2-40B4-BE49-F238E27FC236}">
                            <a16:creationId xmlns:a16="http://schemas.microsoft.com/office/drawing/2014/main" id="{E1652220-4BE4-1214-1A4E-4C24000D6194}"/>
                          </a:ext>
                        </a:extLst>
                      </p:cNvPr>
                      <p:cNvPicPr/>
                      <p:nvPr/>
                    </p:nvPicPr>
                    <p:blipFill>
                      <a:blip r:embed="rId4"/>
                      <a:stretch>
                        <a:fillRect/>
                      </a:stretch>
                    </p:blipFill>
                    <p:spPr>
                      <a:xfrm>
                        <a:off x="2699563" y="5806377"/>
                        <a:ext cx="914400" cy="806450"/>
                      </a:xfrm>
                      <a:prstGeom prst="rect">
                        <a:avLst/>
                      </a:prstGeom>
                    </p:spPr>
                  </p:pic>
                </p:oleObj>
              </mc:Fallback>
            </mc:AlternateContent>
          </a:graphicData>
        </a:graphic>
      </p:graphicFrame>
    </p:spTree>
    <p:extLst>
      <p:ext uri="{BB962C8B-B14F-4D97-AF65-F5344CB8AC3E}">
        <p14:creationId xmlns:p14="http://schemas.microsoft.com/office/powerpoint/2010/main" val="3729783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12</a:t>
            </a:fld>
            <a:endParaRPr lang="es-ES" dirty="0"/>
          </a:p>
        </p:txBody>
      </p:sp>
      <p:sp>
        <p:nvSpPr>
          <p:cNvPr id="4" name="Título 1">
            <a:extLst>
              <a:ext uri="{FF2B5EF4-FFF2-40B4-BE49-F238E27FC236}">
                <a16:creationId xmlns:a16="http://schemas.microsoft.com/office/drawing/2014/main" id="{06CF78D8-1740-778F-DA42-CC5ADF5AB687}"/>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1.7 Control Model</a:t>
            </a:r>
          </a:p>
        </p:txBody>
      </p:sp>
      <p:sp>
        <p:nvSpPr>
          <p:cNvPr id="5" name="Marcador de texto 5">
            <a:extLst>
              <a:ext uri="{FF2B5EF4-FFF2-40B4-BE49-F238E27FC236}">
                <a16:creationId xmlns:a16="http://schemas.microsoft.com/office/drawing/2014/main" id="{0829085A-3664-9C1B-5679-0C3F9B6661E0}"/>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Functional Design</a:t>
            </a:r>
          </a:p>
        </p:txBody>
      </p:sp>
      <p:sp>
        <p:nvSpPr>
          <p:cNvPr id="6" name="Rectangle 5">
            <a:extLst>
              <a:ext uri="{FF2B5EF4-FFF2-40B4-BE49-F238E27FC236}">
                <a16:creationId xmlns:a16="http://schemas.microsoft.com/office/drawing/2014/main" id="{3C1AD958-27D0-4DB8-F4F9-782C5AB4ED16}"/>
              </a:ext>
            </a:extLst>
          </p:cNvPr>
          <p:cNvSpPr/>
          <p:nvPr/>
        </p:nvSpPr>
        <p:spPr>
          <a:xfrm>
            <a:off x="476835" y="996005"/>
            <a:ext cx="11219866" cy="5213597"/>
          </a:xfrm>
          <a:prstGeom prst="rect">
            <a:avLst/>
          </a:prstGeom>
        </p:spPr>
        <p:txBody>
          <a:bodyPr wrap="square">
            <a:noAutofit/>
          </a:bodyPr>
          <a:lstStyle/>
          <a:p>
            <a:pPr>
              <a:lnSpc>
                <a:spcPct val="107000"/>
              </a:lnSpc>
            </a:pPr>
            <a:r>
              <a:rPr lang="en-US" sz="1400" i="1" dirty="0">
                <a:solidFill>
                  <a:schemeClr val="bg1">
                    <a:lumMod val="65000"/>
                  </a:schemeClr>
                </a:solidFill>
                <a:ea typeface="Calibri" panose="020F0502020204030204" pitchFamily="34" charset="0"/>
                <a:cs typeface="Arial" panose="020B0604020202020204" pitchFamily="34" charset="0"/>
              </a:rPr>
              <a:t>Attach Data Risk Assessment here</a:t>
            </a:r>
          </a:p>
        </p:txBody>
      </p:sp>
      <p:graphicFrame>
        <p:nvGraphicFramePr>
          <p:cNvPr id="3" name="Object 2">
            <a:extLst>
              <a:ext uri="{FF2B5EF4-FFF2-40B4-BE49-F238E27FC236}">
                <a16:creationId xmlns:a16="http://schemas.microsoft.com/office/drawing/2014/main" id="{79CD39EF-4C75-F937-EFC6-14371F73E06A}"/>
              </a:ext>
            </a:extLst>
          </p:cNvPr>
          <p:cNvGraphicFramePr>
            <a:graphicFrameLocks noChangeAspect="1"/>
          </p:cNvGraphicFramePr>
          <p:nvPr>
            <p:extLst>
              <p:ext uri="{D42A27DB-BD31-4B8C-83A1-F6EECF244321}">
                <p14:modId xmlns:p14="http://schemas.microsoft.com/office/powerpoint/2010/main" val="3499583862"/>
              </p:ext>
            </p:extLst>
          </p:nvPr>
        </p:nvGraphicFramePr>
        <p:xfrm>
          <a:off x="734787" y="1621924"/>
          <a:ext cx="1257621" cy="1061118"/>
        </p:xfrm>
        <a:graphic>
          <a:graphicData uri="http://schemas.openxmlformats.org/presentationml/2006/ole">
            <mc:AlternateContent xmlns:mc="http://schemas.openxmlformats.org/markup-compatibility/2006">
              <mc:Choice xmlns:v="urn:schemas-microsoft-com:vml" Requires="v">
                <p:oleObj name="Worksheet" showAsIcon="1" r:id="rId2" imgW="914400" imgH="771445" progId="Excel.Sheet.12">
                  <p:embed/>
                </p:oleObj>
              </mc:Choice>
              <mc:Fallback>
                <p:oleObj name="Worksheet" showAsIcon="1" r:id="rId2" imgW="914400" imgH="771445" progId="Excel.Sheet.12">
                  <p:embed/>
                  <p:pic>
                    <p:nvPicPr>
                      <p:cNvPr id="3" name="Object 2">
                        <a:extLst>
                          <a:ext uri="{FF2B5EF4-FFF2-40B4-BE49-F238E27FC236}">
                            <a16:creationId xmlns:a16="http://schemas.microsoft.com/office/drawing/2014/main" id="{79CD39EF-4C75-F937-EFC6-14371F73E06A}"/>
                          </a:ext>
                        </a:extLst>
                      </p:cNvPr>
                      <p:cNvPicPr/>
                      <p:nvPr/>
                    </p:nvPicPr>
                    <p:blipFill>
                      <a:blip r:embed="rId3"/>
                      <a:stretch>
                        <a:fillRect/>
                      </a:stretch>
                    </p:blipFill>
                    <p:spPr>
                      <a:xfrm>
                        <a:off x="734787" y="1621924"/>
                        <a:ext cx="1257621" cy="1061118"/>
                      </a:xfrm>
                      <a:prstGeom prst="rect">
                        <a:avLst/>
                      </a:prstGeom>
                    </p:spPr>
                  </p:pic>
                </p:oleObj>
              </mc:Fallback>
            </mc:AlternateContent>
          </a:graphicData>
        </a:graphic>
      </p:graphicFrame>
    </p:spTree>
    <p:extLst>
      <p:ext uri="{BB962C8B-B14F-4D97-AF65-F5344CB8AC3E}">
        <p14:creationId xmlns:p14="http://schemas.microsoft.com/office/powerpoint/2010/main" val="3680580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3">
            <a:extLst>
              <a:ext uri="{FF2B5EF4-FFF2-40B4-BE49-F238E27FC236}">
                <a16:creationId xmlns:a16="http://schemas.microsoft.com/office/drawing/2014/main" id="{46DCEE02-D34D-4F11-9432-3B5DE7C3D539}"/>
              </a:ext>
            </a:extLst>
          </p:cNvPr>
          <p:cNvSpPr>
            <a:spLocks noGrp="1"/>
          </p:cNvSpPr>
          <p:nvPr>
            <p:ph type="body" sz="quarter" idx="14"/>
          </p:nvPr>
        </p:nvSpPr>
        <p:spPr/>
        <p:txBody>
          <a:bodyPr>
            <a:normAutofit/>
          </a:bodyPr>
          <a:lstStyle/>
          <a:p>
            <a:r>
              <a:rPr lang="en-US" dirty="0"/>
              <a:t>02</a:t>
            </a:r>
          </a:p>
        </p:txBody>
      </p:sp>
      <p:sp>
        <p:nvSpPr>
          <p:cNvPr id="6" name="Título 1">
            <a:extLst>
              <a:ext uri="{FF2B5EF4-FFF2-40B4-BE49-F238E27FC236}">
                <a16:creationId xmlns:a16="http://schemas.microsoft.com/office/drawing/2014/main" id="{EEEB3FAF-21CC-D68C-0BE2-28D5E249A0BE}"/>
              </a:ext>
            </a:extLst>
          </p:cNvPr>
          <p:cNvSpPr txBox="1">
            <a:spLocks/>
          </p:cNvSpPr>
          <p:nvPr/>
        </p:nvSpPr>
        <p:spPr>
          <a:xfrm>
            <a:off x="722518" y="626373"/>
            <a:ext cx="5705175" cy="2852737"/>
          </a:xfrm>
          <a:prstGeom prst="rect">
            <a:avLst/>
          </a:prstGeom>
        </p:spPr>
        <p:txBody>
          <a:bodyPr vert="horz" lIns="91440" tIns="45720" rIns="91440" bIns="45720" rtlCol="0" anchor="t">
            <a:normAutofit/>
          </a:bodyPr>
          <a:lstStyle>
            <a:lvl1pPr>
              <a:lnSpc>
                <a:spcPct val="100000"/>
              </a:lnSpc>
              <a:spcBef>
                <a:spcPct val="0"/>
              </a:spcBef>
              <a:buNone/>
              <a:defRPr sz="4000">
                <a:solidFill>
                  <a:schemeClr val="accent1"/>
                </a:solidFill>
                <a:latin typeface="+mj-lt"/>
                <a:ea typeface="+mj-ea"/>
                <a:cs typeface="+mj-cs"/>
              </a:defRPr>
            </a:lvl1pPr>
          </a:lstStyle>
          <a:p>
            <a:r>
              <a:rPr lang="en-US" dirty="0"/>
              <a:t>Technical Design</a:t>
            </a:r>
          </a:p>
        </p:txBody>
      </p:sp>
    </p:spTree>
    <p:extLst>
      <p:ext uri="{BB962C8B-B14F-4D97-AF65-F5344CB8AC3E}">
        <p14:creationId xmlns:p14="http://schemas.microsoft.com/office/powerpoint/2010/main" val="1749881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14</a:t>
            </a:fld>
            <a:endParaRPr lang="es-ES" dirty="0"/>
          </a:p>
        </p:txBody>
      </p:sp>
      <p:sp>
        <p:nvSpPr>
          <p:cNvPr id="8" name="Rectangle 7"/>
          <p:cNvSpPr/>
          <p:nvPr/>
        </p:nvSpPr>
        <p:spPr>
          <a:xfrm>
            <a:off x="476835" y="996005"/>
            <a:ext cx="11219866" cy="5213597"/>
          </a:xfrm>
          <a:prstGeom prst="rect">
            <a:avLst/>
          </a:prstGeom>
        </p:spPr>
        <p:txBody>
          <a:bodyPr wrap="square">
            <a:noAutofit/>
          </a:bodyPr>
          <a:lstStyle/>
          <a:p>
            <a:r>
              <a:rPr lang="en-US" sz="1400" i="1" dirty="0">
                <a:solidFill>
                  <a:schemeClr val="bg1">
                    <a:lumMod val="65000"/>
                  </a:schemeClr>
                </a:solidFill>
              </a:rPr>
              <a:t>The building block view shows the static decomposition of the system into building blocks (modules, components, subsystems, classes, interfaces, packages, libraries, frameworks, layers, partitions, tiers, functions, macros, operations, data structures, …) as well as their dependencies (relationships, associations, …)</a:t>
            </a:r>
          </a:p>
          <a:p>
            <a:r>
              <a:rPr lang="en-US" sz="1400" i="1" dirty="0">
                <a:solidFill>
                  <a:schemeClr val="bg1">
                    <a:lumMod val="65000"/>
                  </a:schemeClr>
                </a:solidFill>
              </a:rPr>
              <a:t>Based on new Santander Global Platform* model: </a:t>
            </a:r>
          </a:p>
        </p:txBody>
      </p:sp>
      <p:sp>
        <p:nvSpPr>
          <p:cNvPr id="5" name="Título 1">
            <a:extLst>
              <a:ext uri="{FF2B5EF4-FFF2-40B4-BE49-F238E27FC236}">
                <a16:creationId xmlns:a16="http://schemas.microsoft.com/office/drawing/2014/main" id="{6507F2D9-0A36-9D47-C234-E5A091DC70E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2.1 Architectural Building Blocks</a:t>
            </a:r>
          </a:p>
        </p:txBody>
      </p:sp>
      <p:sp>
        <p:nvSpPr>
          <p:cNvPr id="6" name="Marcador de texto 5">
            <a:extLst>
              <a:ext uri="{FF2B5EF4-FFF2-40B4-BE49-F238E27FC236}">
                <a16:creationId xmlns:a16="http://schemas.microsoft.com/office/drawing/2014/main" id="{347E5AFB-4220-6ED4-6F80-D957E89F087C}"/>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Technical Design</a:t>
            </a:r>
          </a:p>
        </p:txBody>
      </p:sp>
      <p:pic>
        <p:nvPicPr>
          <p:cNvPr id="2078" name="Picture 2077">
            <a:extLst>
              <a:ext uri="{FF2B5EF4-FFF2-40B4-BE49-F238E27FC236}">
                <a16:creationId xmlns:a16="http://schemas.microsoft.com/office/drawing/2014/main" id="{E1A49B66-E981-E39C-BB84-3A13847EECE9}"/>
              </a:ext>
            </a:extLst>
          </p:cNvPr>
          <p:cNvPicPr>
            <a:picLocks noChangeAspect="1"/>
          </p:cNvPicPr>
          <p:nvPr/>
        </p:nvPicPr>
        <p:blipFill rotWithShape="1">
          <a:blip r:embed="rId2"/>
          <a:srcRect t="1649" b="1"/>
          <a:stretch/>
        </p:blipFill>
        <p:spPr>
          <a:xfrm>
            <a:off x="239488" y="2058767"/>
            <a:ext cx="7682123" cy="3428966"/>
          </a:xfrm>
          <a:prstGeom prst="rect">
            <a:avLst/>
          </a:prstGeom>
          <a:ln>
            <a:solidFill>
              <a:schemeClr val="tx1"/>
            </a:solidFill>
          </a:ln>
        </p:spPr>
      </p:pic>
      <p:pic>
        <p:nvPicPr>
          <p:cNvPr id="4" name="Picture 3">
            <a:extLst>
              <a:ext uri="{FF2B5EF4-FFF2-40B4-BE49-F238E27FC236}">
                <a16:creationId xmlns:a16="http://schemas.microsoft.com/office/drawing/2014/main" id="{FAF87CDD-6CDB-8681-4B67-2CB3BCEE77FF}"/>
              </a:ext>
            </a:extLst>
          </p:cNvPr>
          <p:cNvPicPr>
            <a:picLocks noChangeAspect="1"/>
          </p:cNvPicPr>
          <p:nvPr/>
        </p:nvPicPr>
        <p:blipFill>
          <a:blip r:embed="rId3"/>
          <a:stretch>
            <a:fillRect/>
          </a:stretch>
        </p:blipFill>
        <p:spPr>
          <a:xfrm>
            <a:off x="8101584" y="4101863"/>
            <a:ext cx="4032630" cy="1760131"/>
          </a:xfrm>
          <a:prstGeom prst="rect">
            <a:avLst/>
          </a:prstGeom>
          <a:ln>
            <a:solidFill>
              <a:schemeClr val="tx1"/>
            </a:solidFill>
          </a:ln>
        </p:spPr>
      </p:pic>
      <p:sp>
        <p:nvSpPr>
          <p:cNvPr id="3" name="TextBox 2">
            <a:extLst>
              <a:ext uri="{FF2B5EF4-FFF2-40B4-BE49-F238E27FC236}">
                <a16:creationId xmlns:a16="http://schemas.microsoft.com/office/drawing/2014/main" id="{5C02E486-46E9-CB85-F579-5F349B2FAE3D}"/>
              </a:ext>
            </a:extLst>
          </p:cNvPr>
          <p:cNvSpPr txBox="1"/>
          <p:nvPr/>
        </p:nvSpPr>
        <p:spPr>
          <a:xfrm>
            <a:off x="476835" y="6510107"/>
            <a:ext cx="3754316" cy="230832"/>
          </a:xfrm>
          <a:prstGeom prst="rect">
            <a:avLst/>
          </a:prstGeom>
          <a:noFill/>
        </p:spPr>
        <p:txBody>
          <a:bodyPr wrap="square" rtlCol="0">
            <a:spAutoFit/>
          </a:bodyPr>
          <a:lstStyle/>
          <a:p>
            <a:r>
              <a:rPr lang="en-US" sz="900" dirty="0"/>
              <a:t>*</a:t>
            </a:r>
            <a:r>
              <a:rPr lang="en-US" sz="900" dirty="0">
                <a:effectLst/>
                <a:latin typeface="Calibri" panose="020F0502020204030204" pitchFamily="34" charset="0"/>
                <a:hlinkClick r:id="rId4"/>
              </a:rPr>
              <a:t> https://santandernet.sharepoint.com/sites/SantanderPlatforms</a:t>
            </a:r>
            <a:endParaRPr lang="en-US" sz="900" dirty="0"/>
          </a:p>
        </p:txBody>
      </p:sp>
    </p:spTree>
    <p:extLst>
      <p:ext uri="{BB962C8B-B14F-4D97-AF65-F5344CB8AC3E}">
        <p14:creationId xmlns:p14="http://schemas.microsoft.com/office/powerpoint/2010/main" val="396916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15</a:t>
            </a:fld>
            <a:endParaRPr lang="es-ES" dirty="0"/>
          </a:p>
        </p:txBody>
      </p:sp>
      <p:sp>
        <p:nvSpPr>
          <p:cNvPr id="8" name="Rectangle 7"/>
          <p:cNvSpPr/>
          <p:nvPr/>
        </p:nvSpPr>
        <p:spPr>
          <a:xfrm>
            <a:off x="476835" y="996005"/>
            <a:ext cx="11219866" cy="5213597"/>
          </a:xfrm>
          <a:prstGeom prst="rect">
            <a:avLst/>
          </a:prstGeom>
        </p:spPr>
        <p:txBody>
          <a:bodyPr wrap="square">
            <a:noAutofit/>
          </a:bodyPr>
          <a:lstStyle/>
          <a:p>
            <a:r>
              <a:rPr lang="en-US" sz="1400" i="1" dirty="0">
                <a:solidFill>
                  <a:schemeClr val="bg1">
                    <a:lumMod val="65000"/>
                  </a:schemeClr>
                </a:solidFill>
              </a:rPr>
              <a:t>It’s a technical view where show Software components and their relationship. If needed, show the relevant physical infrastructure components. It contains:</a:t>
            </a:r>
          </a:p>
          <a:p>
            <a:pPr marL="285750" indent="-285750">
              <a:buFont typeface="Arial" panose="020B0604020202020204" pitchFamily="34" charset="0"/>
              <a:buChar char="•"/>
            </a:pPr>
            <a:r>
              <a:rPr lang="en-US" sz="1400" i="1" dirty="0">
                <a:solidFill>
                  <a:schemeClr val="bg1">
                    <a:lumMod val="65000"/>
                  </a:schemeClr>
                </a:solidFill>
              </a:rPr>
              <a:t>Technological Components ( Technical domain (</a:t>
            </a:r>
            <a:r>
              <a:rPr lang="en-US" sz="1400" i="1" dirty="0" err="1">
                <a:solidFill>
                  <a:schemeClr val="bg1">
                    <a:lumMod val="65000"/>
                  </a:schemeClr>
                </a:solidFill>
              </a:rPr>
              <a:t>apis</a:t>
            </a:r>
            <a:r>
              <a:rPr lang="en-US" sz="1400" i="1" dirty="0">
                <a:solidFill>
                  <a:schemeClr val="bg1">
                    <a:lumMod val="65000"/>
                  </a:schemeClr>
                </a:solidFill>
              </a:rPr>
              <a:t>, Microservices, data, events...) ) and third-party dependencies, Users</a:t>
            </a:r>
          </a:p>
          <a:p>
            <a:pPr marL="285750" indent="-285750">
              <a:buFont typeface="Arial" panose="020B0604020202020204" pitchFamily="34" charset="0"/>
              <a:buChar char="•"/>
            </a:pPr>
            <a:r>
              <a:rPr lang="en-US" sz="1400" i="1" dirty="0">
                <a:solidFill>
                  <a:schemeClr val="bg1">
                    <a:lumMod val="65000"/>
                  </a:schemeClr>
                </a:solidFill>
              </a:rPr>
              <a:t>Integrations between them (asynchronous/synchronous, communication protocols, communication security).</a:t>
            </a:r>
          </a:p>
          <a:p>
            <a:pPr marL="285750" indent="-285750">
              <a:buFont typeface="Arial" panose="020B0604020202020204" pitchFamily="34" charset="0"/>
              <a:buChar char="•"/>
            </a:pPr>
            <a:r>
              <a:rPr lang="en-US" sz="1400" i="1" dirty="0">
                <a:solidFill>
                  <a:schemeClr val="bg1">
                    <a:lumMod val="65000"/>
                  </a:schemeClr>
                </a:solidFill>
              </a:rPr>
              <a:t>Observability (technical solution with focus on logs, traces and metrics), </a:t>
            </a:r>
          </a:p>
          <a:p>
            <a:pPr marL="285750" indent="-285750">
              <a:buFont typeface="Arial" panose="020B0604020202020204" pitchFamily="34" charset="0"/>
              <a:buChar char="•"/>
            </a:pPr>
            <a:r>
              <a:rPr lang="en-US" sz="1400" i="1" dirty="0">
                <a:solidFill>
                  <a:schemeClr val="bg1">
                    <a:lumMod val="65000"/>
                  </a:schemeClr>
                </a:solidFill>
              </a:rPr>
              <a:t>Deployment platform (private Cloud, public Cloud, on premise)</a:t>
            </a:r>
          </a:p>
          <a:p>
            <a:endParaRPr lang="en-US" sz="1400" i="1" dirty="0">
              <a:solidFill>
                <a:schemeClr val="bg1">
                  <a:lumMod val="65000"/>
                </a:schemeClr>
              </a:solidFill>
            </a:endParaRPr>
          </a:p>
        </p:txBody>
      </p:sp>
      <p:sp>
        <p:nvSpPr>
          <p:cNvPr id="5" name="Título 1">
            <a:extLst>
              <a:ext uri="{FF2B5EF4-FFF2-40B4-BE49-F238E27FC236}">
                <a16:creationId xmlns:a16="http://schemas.microsoft.com/office/drawing/2014/main" id="{6507F2D9-0A36-9D47-C234-E5A091DC70E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2.2 Technical View</a:t>
            </a:r>
          </a:p>
        </p:txBody>
      </p:sp>
      <p:sp>
        <p:nvSpPr>
          <p:cNvPr id="6" name="Marcador de texto 5">
            <a:extLst>
              <a:ext uri="{FF2B5EF4-FFF2-40B4-BE49-F238E27FC236}">
                <a16:creationId xmlns:a16="http://schemas.microsoft.com/office/drawing/2014/main" id="{347E5AFB-4220-6ED4-6F80-D957E89F087C}"/>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Technical Design</a:t>
            </a:r>
          </a:p>
        </p:txBody>
      </p:sp>
      <p:grpSp>
        <p:nvGrpSpPr>
          <p:cNvPr id="2247" name="Group 2246">
            <a:extLst>
              <a:ext uri="{FF2B5EF4-FFF2-40B4-BE49-F238E27FC236}">
                <a16:creationId xmlns:a16="http://schemas.microsoft.com/office/drawing/2014/main" id="{B89D6E3A-8535-0B2E-F7E2-966CEBE06630}"/>
              </a:ext>
            </a:extLst>
          </p:cNvPr>
          <p:cNvGrpSpPr>
            <a:grpSpLocks noChangeAspect="1"/>
          </p:cNvGrpSpPr>
          <p:nvPr/>
        </p:nvGrpSpPr>
        <p:grpSpPr>
          <a:xfrm>
            <a:off x="495299" y="2775032"/>
            <a:ext cx="5522579" cy="2147110"/>
            <a:chOff x="265720" y="1738648"/>
            <a:chExt cx="11389659" cy="4470952"/>
          </a:xfrm>
        </p:grpSpPr>
        <p:sp>
          <p:nvSpPr>
            <p:cNvPr id="2161" name="Rectángulo redondeado 101">
              <a:extLst>
                <a:ext uri="{FF2B5EF4-FFF2-40B4-BE49-F238E27FC236}">
                  <a16:creationId xmlns:a16="http://schemas.microsoft.com/office/drawing/2014/main" id="{7CEE0311-9A87-8360-1094-BEE28A03FEDA}"/>
                </a:ext>
              </a:extLst>
            </p:cNvPr>
            <p:cNvSpPr/>
            <p:nvPr/>
          </p:nvSpPr>
          <p:spPr>
            <a:xfrm>
              <a:off x="265720" y="1738648"/>
              <a:ext cx="11389659" cy="4470952"/>
            </a:xfrm>
            <a:prstGeom prst="roundRect">
              <a:avLst/>
            </a:prstGeom>
            <a:noFill/>
            <a:ln w="9525">
              <a:solidFill>
                <a:srgbClr val="FF0000"/>
              </a:solidFill>
              <a:miter lim="800000"/>
              <a:headEnd/>
              <a:tailEnd/>
            </a:ln>
            <a:effectLst/>
          </p:spPr>
          <p:txBody>
            <a:bodyPr/>
            <a:lstStyle/>
            <a:p>
              <a:pPr eaLnBrk="0" hangingPunct="0">
                <a:spcBef>
                  <a:spcPct val="0"/>
                </a:spcBef>
                <a:buClrTx/>
              </a:pPr>
              <a:r>
                <a:rPr lang="es-MX" sz="1050" b="1" dirty="0"/>
                <a:t>Red interna BSM</a:t>
              </a:r>
            </a:p>
            <a:p>
              <a:pPr eaLnBrk="0" hangingPunct="0">
                <a:spcBef>
                  <a:spcPct val="0"/>
                </a:spcBef>
                <a:buClrTx/>
                <a:buFontTx/>
                <a:buNone/>
              </a:pPr>
              <a:endParaRPr lang="es-MX" sz="1200" b="1" dirty="0">
                <a:solidFill>
                  <a:schemeClr val="tx1"/>
                </a:solidFill>
                <a:latin typeface="Arial" charset="0"/>
              </a:endParaRPr>
            </a:p>
          </p:txBody>
        </p:sp>
        <p:sp>
          <p:nvSpPr>
            <p:cNvPr id="2162" name="45 Rectángulo">
              <a:extLst>
                <a:ext uri="{FF2B5EF4-FFF2-40B4-BE49-F238E27FC236}">
                  <a16:creationId xmlns:a16="http://schemas.microsoft.com/office/drawing/2014/main" id="{9E87700A-05FD-B4D5-C03F-BD9A9E986088}"/>
                </a:ext>
              </a:extLst>
            </p:cNvPr>
            <p:cNvSpPr/>
            <p:nvPr/>
          </p:nvSpPr>
          <p:spPr bwMode="auto">
            <a:xfrm>
              <a:off x="7862783" y="4658346"/>
              <a:ext cx="1512248" cy="970416"/>
            </a:xfrm>
            <a:prstGeom prst="rect">
              <a:avLst/>
            </a:prstGeom>
            <a:solidFill>
              <a:srgbClr val="FF8F8F"/>
            </a:solidFill>
            <a:ln w="9525" cap="flat" cmpd="sng" algn="ctr">
              <a:solidFill>
                <a:schemeClr val="bg1"/>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defTabSz="902676"/>
              <a:endParaRPr lang="es-MX" sz="800" b="1"/>
            </a:p>
          </p:txBody>
        </p:sp>
        <p:sp>
          <p:nvSpPr>
            <p:cNvPr id="2163" name="45 Rectángulo">
              <a:extLst>
                <a:ext uri="{FF2B5EF4-FFF2-40B4-BE49-F238E27FC236}">
                  <a16:creationId xmlns:a16="http://schemas.microsoft.com/office/drawing/2014/main" id="{B680DF17-DC19-65A0-6AE0-86741C8A6BFF}"/>
                </a:ext>
              </a:extLst>
            </p:cNvPr>
            <p:cNvSpPr/>
            <p:nvPr/>
          </p:nvSpPr>
          <p:spPr bwMode="auto">
            <a:xfrm>
              <a:off x="7710383" y="4505946"/>
              <a:ext cx="1512248" cy="970416"/>
            </a:xfrm>
            <a:prstGeom prst="rect">
              <a:avLst/>
            </a:prstGeom>
            <a:solidFill>
              <a:srgbClr val="FF8F8F"/>
            </a:solidFill>
            <a:ln w="9525" cap="flat" cmpd="sng" algn="ctr">
              <a:solidFill>
                <a:schemeClr val="bg1"/>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defTabSz="902676"/>
              <a:endParaRPr lang="es-MX" sz="800" b="1"/>
            </a:p>
          </p:txBody>
        </p:sp>
        <p:sp>
          <p:nvSpPr>
            <p:cNvPr id="2164" name="Rectangle 135">
              <a:extLst>
                <a:ext uri="{FF2B5EF4-FFF2-40B4-BE49-F238E27FC236}">
                  <a16:creationId xmlns:a16="http://schemas.microsoft.com/office/drawing/2014/main" id="{BF56E3EF-3BF8-17F4-654D-1ADD1915B528}"/>
                </a:ext>
              </a:extLst>
            </p:cNvPr>
            <p:cNvSpPr/>
            <p:nvPr/>
          </p:nvSpPr>
          <p:spPr>
            <a:xfrm>
              <a:off x="3237168" y="2252065"/>
              <a:ext cx="4131372" cy="3757804"/>
            </a:xfrm>
            <a:prstGeom prst="rect">
              <a:avLst/>
            </a:prstGeom>
            <a:solidFill>
              <a:srgbClr val="FF8F8F"/>
            </a:solidFill>
            <a:ln>
              <a:solidFill>
                <a:srgbClr val="FFFFFF">
                  <a:lumMod val="50000"/>
                </a:srgbClr>
              </a:solidFill>
            </a:ln>
            <a:effec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s-ES" sz="300" b="1" i="0" u="none" strike="noStrike" kern="0" cap="none" spc="0" normalizeH="0" baseline="0" noProof="0">
                <a:ln>
                  <a:noFill/>
                </a:ln>
                <a:solidFill>
                  <a:srgbClr val="FFFFFF"/>
                </a:solidFill>
                <a:effectLst/>
                <a:uLnTx/>
                <a:uFillTx/>
              </a:endParaRPr>
            </a:p>
          </p:txBody>
        </p:sp>
        <p:sp>
          <p:nvSpPr>
            <p:cNvPr id="2165" name="Rectángulo redondeado 101">
              <a:extLst>
                <a:ext uri="{FF2B5EF4-FFF2-40B4-BE49-F238E27FC236}">
                  <a16:creationId xmlns:a16="http://schemas.microsoft.com/office/drawing/2014/main" id="{38E94BA9-55F3-1971-BCB9-61C026C8076C}"/>
                </a:ext>
              </a:extLst>
            </p:cNvPr>
            <p:cNvSpPr/>
            <p:nvPr/>
          </p:nvSpPr>
          <p:spPr>
            <a:xfrm>
              <a:off x="488100" y="2476183"/>
              <a:ext cx="1926567" cy="2053139"/>
            </a:xfrm>
            <a:prstGeom prst="roundRect">
              <a:avLst/>
            </a:prstGeom>
            <a:noFill/>
            <a:ln w="9525">
              <a:solidFill>
                <a:schemeClr val="tx1">
                  <a:lumMod val="85000"/>
                  <a:lumOff val="15000"/>
                </a:schemeClr>
              </a:solidFill>
              <a:prstDash val="dash"/>
              <a:miter lim="800000"/>
              <a:headEnd/>
              <a:tailEnd/>
            </a:ln>
            <a:effectLst/>
          </p:spPr>
          <p:txBody>
            <a:bodyPr anchor="t"/>
            <a:lstStyle/>
            <a:p>
              <a:pPr eaLnBrk="0" fontAlgn="base" hangingPunct="0">
                <a:spcBef>
                  <a:spcPct val="0"/>
                </a:spcBef>
                <a:spcAft>
                  <a:spcPct val="0"/>
                </a:spcAft>
              </a:pPr>
              <a:r>
                <a:rPr lang="es-MX" sz="500" b="1" kern="0">
                  <a:solidFill>
                    <a:schemeClr val="tx1">
                      <a:lumMod val="85000"/>
                      <a:lumOff val="15000"/>
                    </a:schemeClr>
                  </a:solidFill>
                </a:rPr>
                <a:t>Ejecutivos en Sucursales</a:t>
              </a:r>
            </a:p>
          </p:txBody>
        </p:sp>
        <p:pic>
          <p:nvPicPr>
            <p:cNvPr id="2166" name="Picture 12" descr="Resultado de imagen para banco icono">
              <a:extLst>
                <a:ext uri="{FF2B5EF4-FFF2-40B4-BE49-F238E27FC236}">
                  <a16:creationId xmlns:a16="http://schemas.microsoft.com/office/drawing/2014/main" id="{F179AE35-5F8D-0CC8-5B60-0B9986D7CF6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4934" y="2781389"/>
              <a:ext cx="406937" cy="406937"/>
            </a:xfrm>
            <a:prstGeom prst="rect">
              <a:avLst/>
            </a:prstGeom>
            <a:noFill/>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167" name="Rectángulo redondeado 101">
              <a:extLst>
                <a:ext uri="{FF2B5EF4-FFF2-40B4-BE49-F238E27FC236}">
                  <a16:creationId xmlns:a16="http://schemas.microsoft.com/office/drawing/2014/main" id="{9879D878-16C7-9B37-03ED-191AB1B165B4}"/>
                </a:ext>
              </a:extLst>
            </p:cNvPr>
            <p:cNvSpPr/>
            <p:nvPr/>
          </p:nvSpPr>
          <p:spPr>
            <a:xfrm>
              <a:off x="7593234" y="2406556"/>
              <a:ext cx="1631210" cy="1111013"/>
            </a:xfrm>
            <a:prstGeom prst="roundRect">
              <a:avLst/>
            </a:prstGeom>
            <a:solidFill>
              <a:srgbClr val="5F5F5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t"/>
            <a:lstStyle/>
            <a:p>
              <a:pPr eaLnBrk="0" fontAlgn="base" hangingPunct="0">
                <a:spcBef>
                  <a:spcPct val="0"/>
                </a:spcBef>
                <a:spcAft>
                  <a:spcPct val="0"/>
                </a:spcAft>
              </a:pPr>
              <a:r>
                <a:rPr lang="es-MX" sz="500" b="1" kern="0">
                  <a:solidFill>
                    <a:srgbClr val="FFFFFF"/>
                  </a:solidFill>
                </a:rPr>
                <a:t>Herramienta de Contratos</a:t>
              </a:r>
            </a:p>
            <a:p>
              <a:pPr eaLnBrk="0" fontAlgn="base" hangingPunct="0">
                <a:spcBef>
                  <a:spcPct val="0"/>
                </a:spcBef>
                <a:spcAft>
                  <a:spcPct val="0"/>
                </a:spcAft>
              </a:pPr>
              <a:endParaRPr lang="es-MX" sz="500" b="1" kern="0">
                <a:solidFill>
                  <a:srgbClr val="FFFFFF"/>
                </a:solidFill>
              </a:endParaRPr>
            </a:p>
          </p:txBody>
        </p:sp>
        <p:sp>
          <p:nvSpPr>
            <p:cNvPr id="2168" name="Rectangle 13">
              <a:extLst>
                <a:ext uri="{FF2B5EF4-FFF2-40B4-BE49-F238E27FC236}">
                  <a16:creationId xmlns:a16="http://schemas.microsoft.com/office/drawing/2014/main" id="{4083505B-E036-8098-9455-5FB18E31F5B3}"/>
                </a:ext>
              </a:extLst>
            </p:cNvPr>
            <p:cNvSpPr>
              <a:spLocks noChangeArrowheads="1"/>
            </p:cNvSpPr>
            <p:nvPr/>
          </p:nvSpPr>
          <p:spPr bwMode="auto">
            <a:xfrm>
              <a:off x="9945264" y="1991465"/>
              <a:ext cx="1415591" cy="936849"/>
            </a:xfrm>
            <a:prstGeom prst="rect">
              <a:avLst/>
            </a:prstGeom>
            <a:solidFill>
              <a:srgbClr val="B2B2B2"/>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t"/>
            <a:lstStyle/>
            <a:p>
              <a:pPr eaLnBrk="0" fontAlgn="base" hangingPunct="0">
                <a:spcBef>
                  <a:spcPct val="0"/>
                </a:spcBef>
                <a:spcAft>
                  <a:spcPct val="0"/>
                </a:spcAft>
              </a:pPr>
              <a:r>
                <a:rPr lang="en-GB" sz="500" b="1" kern="0" err="1">
                  <a:solidFill>
                    <a:srgbClr val="000000"/>
                  </a:solidFill>
                </a:rPr>
                <a:t>Ondemand</a:t>
              </a:r>
              <a:endParaRPr lang="en-GB" sz="500" b="1" kern="0">
                <a:solidFill>
                  <a:srgbClr val="000000"/>
                </a:solidFill>
              </a:endParaRPr>
            </a:p>
          </p:txBody>
        </p:sp>
        <p:sp>
          <p:nvSpPr>
            <p:cNvPr id="2169" name="155 Elipse">
              <a:extLst>
                <a:ext uri="{FF2B5EF4-FFF2-40B4-BE49-F238E27FC236}">
                  <a16:creationId xmlns:a16="http://schemas.microsoft.com/office/drawing/2014/main" id="{FF211566-9DB2-27CC-0D75-6C29AD089B92}"/>
                </a:ext>
              </a:extLst>
            </p:cNvPr>
            <p:cNvSpPr/>
            <p:nvPr/>
          </p:nvSpPr>
          <p:spPr>
            <a:xfrm>
              <a:off x="8918353" y="3001734"/>
              <a:ext cx="276225" cy="284163"/>
            </a:xfrm>
            <a:prstGeom prst="ellipse">
              <a:avLst/>
            </a:prstGeom>
            <a:noFill/>
            <a:ln w="25400" cap="flat" cmpd="sng" algn="ctr">
              <a:noFill/>
              <a:prstDash val="solid"/>
            </a:ln>
            <a:effectLst/>
          </p:spPr>
          <p:txBody>
            <a:bodyPr anchor="ctr"/>
            <a:lstStyle/>
            <a:p>
              <a:pPr marL="0" marR="0" lvl="0" indent="0" algn="ctr" defTabSz="9144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ES" sz="200" b="0" i="0" u="none" strike="noStrike" kern="0" cap="none" spc="0" normalizeH="0" baseline="0" noProof="0">
                <a:ln>
                  <a:noFill/>
                </a:ln>
                <a:solidFill>
                  <a:srgbClr val="FFFFFF"/>
                </a:solidFill>
                <a:effectLst/>
                <a:uLnTx/>
                <a:uFillTx/>
                <a:latin typeface="Arial"/>
                <a:ea typeface="+mn-ea"/>
                <a:cs typeface="+mn-cs"/>
              </a:endParaRPr>
            </a:p>
          </p:txBody>
        </p:sp>
        <p:sp>
          <p:nvSpPr>
            <p:cNvPr id="2170" name="10263 Cilindro">
              <a:extLst>
                <a:ext uri="{FF2B5EF4-FFF2-40B4-BE49-F238E27FC236}">
                  <a16:creationId xmlns:a16="http://schemas.microsoft.com/office/drawing/2014/main" id="{FD5718C3-1E11-C1D7-A87C-4CCDE92F3544}"/>
                </a:ext>
              </a:extLst>
            </p:cNvPr>
            <p:cNvSpPr>
              <a:spLocks noChangeArrowheads="1"/>
            </p:cNvSpPr>
            <p:nvPr/>
          </p:nvSpPr>
          <p:spPr bwMode="auto">
            <a:xfrm>
              <a:off x="8260911" y="2856594"/>
              <a:ext cx="862236" cy="498627"/>
            </a:xfrm>
            <a:prstGeom prst="can">
              <a:avLst>
                <a:gd name="adj" fmla="val 25000"/>
              </a:avLst>
            </a:prstGeom>
            <a:solidFill>
              <a:srgbClr val="5F5F5F"/>
            </a:solidFill>
            <a:ln w="9525">
              <a:solidFill>
                <a:schemeClr val="bg1">
                  <a:lumMod val="85000"/>
                </a:schemeClr>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eaLnBrk="0" fontAlgn="base" hangingPunct="0">
                <a:spcBef>
                  <a:spcPct val="0"/>
                </a:spcBef>
                <a:spcAft>
                  <a:spcPct val="0"/>
                </a:spcAft>
              </a:pPr>
              <a:r>
                <a:rPr lang="es-MX" sz="400" b="1" kern="0">
                  <a:solidFill>
                    <a:srgbClr val="FFFFFF"/>
                  </a:solidFill>
                </a:rPr>
                <a:t>Repositorio de Plantillas</a:t>
              </a:r>
            </a:p>
          </p:txBody>
        </p:sp>
        <p:sp>
          <p:nvSpPr>
            <p:cNvPr id="2171" name="10263 Cilindro">
              <a:extLst>
                <a:ext uri="{FF2B5EF4-FFF2-40B4-BE49-F238E27FC236}">
                  <a16:creationId xmlns:a16="http://schemas.microsoft.com/office/drawing/2014/main" id="{FF7450F3-4009-5B62-9059-391781B6FC23}"/>
                </a:ext>
              </a:extLst>
            </p:cNvPr>
            <p:cNvSpPr>
              <a:spLocks noChangeArrowheads="1"/>
            </p:cNvSpPr>
            <p:nvPr/>
          </p:nvSpPr>
          <p:spPr bwMode="auto">
            <a:xfrm>
              <a:off x="10090571" y="2308545"/>
              <a:ext cx="1118850" cy="496124"/>
            </a:xfrm>
            <a:prstGeom prst="can">
              <a:avLst>
                <a:gd name="adj" fmla="val 25000"/>
              </a:avLst>
            </a:prstGeom>
            <a:solidFill>
              <a:srgbClr val="B2B2B2"/>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t"/>
            <a:lstStyle/>
            <a:p>
              <a:pPr algn="ctr" eaLnBrk="0" fontAlgn="base" hangingPunct="0">
                <a:spcBef>
                  <a:spcPct val="0"/>
                </a:spcBef>
                <a:spcAft>
                  <a:spcPct val="0"/>
                </a:spcAft>
              </a:pPr>
              <a:r>
                <a:rPr lang="es-MX" sz="400" b="1" kern="0">
                  <a:solidFill>
                    <a:srgbClr val="000000"/>
                  </a:solidFill>
                </a:rPr>
                <a:t>Almacenamiento</a:t>
              </a:r>
            </a:p>
            <a:p>
              <a:pPr algn="ctr" eaLnBrk="0" fontAlgn="base" hangingPunct="0">
                <a:spcBef>
                  <a:spcPct val="0"/>
                </a:spcBef>
                <a:spcAft>
                  <a:spcPct val="0"/>
                </a:spcAft>
              </a:pPr>
              <a:r>
                <a:rPr lang="es-MX" sz="400" b="1" kern="0">
                  <a:solidFill>
                    <a:srgbClr val="000000"/>
                  </a:solidFill>
                </a:rPr>
                <a:t>(Expediente)</a:t>
              </a:r>
            </a:p>
          </p:txBody>
        </p:sp>
        <p:cxnSp>
          <p:nvCxnSpPr>
            <p:cNvPr id="2172" name="Conector recto de flecha 53">
              <a:extLst>
                <a:ext uri="{FF2B5EF4-FFF2-40B4-BE49-F238E27FC236}">
                  <a16:creationId xmlns:a16="http://schemas.microsoft.com/office/drawing/2014/main" id="{01764A8E-7701-3836-7964-ECE97CEAF10B}"/>
                </a:ext>
              </a:extLst>
            </p:cNvPr>
            <p:cNvCxnSpPr>
              <a:stCxn id="2167" idx="3"/>
              <a:endCxn id="2171" idx="2"/>
            </p:cNvCxnSpPr>
            <p:nvPr/>
          </p:nvCxnSpPr>
          <p:spPr>
            <a:xfrm flipV="1">
              <a:off x="9224444" y="2556607"/>
              <a:ext cx="866127" cy="405456"/>
            </a:xfrm>
            <a:prstGeom prst="bentConnector3">
              <a:avLst>
                <a:gd name="adj1" fmla="val 50000"/>
              </a:avLst>
            </a:prstGeom>
            <a:noFill/>
            <a:ln w="25400" cap="flat" cmpd="sng" algn="ctr">
              <a:solidFill>
                <a:srgbClr val="000000"/>
              </a:solidFill>
              <a:prstDash val="solid"/>
              <a:tailEnd type="triangle"/>
            </a:ln>
            <a:effectLst/>
          </p:spPr>
        </p:cxnSp>
        <p:grpSp>
          <p:nvGrpSpPr>
            <p:cNvPr id="2173" name="Grupo 192">
              <a:extLst>
                <a:ext uri="{FF2B5EF4-FFF2-40B4-BE49-F238E27FC236}">
                  <a16:creationId xmlns:a16="http://schemas.microsoft.com/office/drawing/2014/main" id="{DB9A9814-01D9-D0DE-1449-3E0D4100CDB9}"/>
                </a:ext>
              </a:extLst>
            </p:cNvPr>
            <p:cNvGrpSpPr/>
            <p:nvPr/>
          </p:nvGrpSpPr>
          <p:grpSpPr>
            <a:xfrm>
              <a:off x="543388" y="2900413"/>
              <a:ext cx="1713935" cy="1187847"/>
              <a:chOff x="-1414505" y="1627544"/>
              <a:chExt cx="1713935" cy="1187847"/>
            </a:xfrm>
          </p:grpSpPr>
          <p:sp>
            <p:nvSpPr>
              <p:cNvPr id="2174" name="Rectángulo 193">
                <a:extLst>
                  <a:ext uri="{FF2B5EF4-FFF2-40B4-BE49-F238E27FC236}">
                    <a16:creationId xmlns:a16="http://schemas.microsoft.com/office/drawing/2014/main" id="{EEBAE22B-CD6C-BF30-2789-1A2F3D6786E5}"/>
                  </a:ext>
                </a:extLst>
              </p:cNvPr>
              <p:cNvSpPr/>
              <p:nvPr/>
            </p:nvSpPr>
            <p:spPr>
              <a:xfrm>
                <a:off x="-417731" y="2426382"/>
                <a:ext cx="164000" cy="230755"/>
              </a:xfrm>
              <a:prstGeom prst="rect">
                <a:avLst/>
              </a:prstGeom>
              <a:solidFill>
                <a:srgbClr val="E75353">
                  <a:lumMod val="40000"/>
                  <a:lumOff val="60000"/>
                </a:srgbClr>
              </a:solidFill>
              <a:ln w="9525" cap="flat" cmpd="sng" algn="ctr">
                <a:solidFill>
                  <a:srgbClr val="FFFFFF"/>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defTabSz="902676"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1200" b="1" i="0" u="none" strike="noStrike" kern="0" cap="none" spc="0" normalizeH="0" baseline="0" noProof="0">
                  <a:ln>
                    <a:noFill/>
                  </a:ln>
                  <a:solidFill>
                    <a:srgbClr val="000000">
                      <a:lumMod val="75000"/>
                      <a:lumOff val="25000"/>
                    </a:srgbClr>
                  </a:solidFill>
                  <a:effectLst/>
                  <a:uLnTx/>
                  <a:uFillTx/>
                </a:endParaRPr>
              </a:p>
            </p:txBody>
          </p:sp>
          <p:sp>
            <p:nvSpPr>
              <p:cNvPr id="2175" name="Triángulo rectángulo 194">
                <a:extLst>
                  <a:ext uri="{FF2B5EF4-FFF2-40B4-BE49-F238E27FC236}">
                    <a16:creationId xmlns:a16="http://schemas.microsoft.com/office/drawing/2014/main" id="{C9060E17-F73F-9559-83DD-5AB9E3D62FB7}"/>
                  </a:ext>
                </a:extLst>
              </p:cNvPr>
              <p:cNvSpPr/>
              <p:nvPr/>
            </p:nvSpPr>
            <p:spPr>
              <a:xfrm rot="16200000">
                <a:off x="-1114516" y="1948554"/>
                <a:ext cx="948694" cy="457257"/>
              </a:xfrm>
              <a:prstGeom prst="rtTriangle">
                <a:avLst/>
              </a:prstGeom>
              <a:solidFill>
                <a:srgbClr val="E75353">
                  <a:lumMod val="40000"/>
                  <a:lumOff val="60000"/>
                </a:srgbClr>
              </a:solidFill>
              <a:ln w="25400" cap="flat" cmpd="sng" algn="ctr">
                <a:solidFill>
                  <a:srgbClr val="E75353">
                    <a:lumMod val="20000"/>
                    <a:lumOff val="80000"/>
                  </a:srgbClr>
                </a:solidFill>
                <a:prstDash val="solid"/>
              </a:ln>
              <a:effectLst/>
            </p:spPr>
            <p:txBody>
              <a:bodyPr rtlCol="0" anchor="ctr"/>
              <a:lstStyle/>
              <a:p>
                <a:pPr marL="0" marR="0" lvl="0" indent="0" algn="ctr" defTabSz="9144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1200" b="0" i="0" u="none" strike="noStrike" kern="0" cap="none" spc="0" normalizeH="0" baseline="0" noProof="0">
                  <a:ln>
                    <a:noFill/>
                  </a:ln>
                  <a:solidFill>
                    <a:srgbClr val="FFFFFF"/>
                  </a:solidFill>
                  <a:effectLst/>
                  <a:uLnTx/>
                  <a:uFillTx/>
                  <a:latin typeface="Arial"/>
                  <a:ea typeface="+mn-ea"/>
                  <a:cs typeface="+mn-cs"/>
                </a:endParaRPr>
              </a:p>
            </p:txBody>
          </p:sp>
          <p:sp>
            <p:nvSpPr>
              <p:cNvPr id="2176" name="47 Rectángulo redondeado">
                <a:extLst>
                  <a:ext uri="{FF2B5EF4-FFF2-40B4-BE49-F238E27FC236}">
                    <a16:creationId xmlns:a16="http://schemas.microsoft.com/office/drawing/2014/main" id="{71B2FF66-8652-E027-4984-59170FDCAF56}"/>
                  </a:ext>
                </a:extLst>
              </p:cNvPr>
              <p:cNvSpPr/>
              <p:nvPr/>
            </p:nvSpPr>
            <p:spPr bwMode="auto">
              <a:xfrm>
                <a:off x="-567099" y="1675185"/>
                <a:ext cx="866529" cy="1056242"/>
              </a:xfrm>
              <a:prstGeom prst="roundRect">
                <a:avLst/>
              </a:prstGeom>
              <a:solidFill>
                <a:srgbClr val="000000">
                  <a:lumMod val="65000"/>
                  <a:lumOff val="35000"/>
                </a:srgbClr>
              </a:solidFill>
              <a:ln w="9525" cap="flat" cmpd="sng" algn="ctr">
                <a:noFill/>
                <a:prstDash val="solid"/>
                <a:round/>
                <a:headEnd type="none" w="med" len="med"/>
                <a:tailEnd type="none" w="med" len="med"/>
              </a:ln>
              <a:effectLst/>
              <a:scene3d>
                <a:camera prst="perspectiveContrastingRightFacing" fov="3600000">
                  <a:rot lat="55420" lon="2435145" rev="21586241"/>
                </a:camera>
                <a:lightRig rig="threePt" dir="t"/>
              </a:scene3d>
              <a:sp3d extrusionH="171450"/>
            </p:spPr>
            <p:txBody>
              <a:bodyPr vert="horz" wrap="square" lIns="97749" tIns="48875" rIns="97749" bIns="48875" numCol="1" rtlCol="0" anchor="t" anchorCtr="0" compatLnSpc="1">
                <a:prstTxWarp prst="textNoShape">
                  <a:avLst/>
                </a:prstTxWarp>
                <a:noAutofit/>
              </a:bodyPr>
              <a:lstStyle/>
              <a:p>
                <a:pPr marL="0" marR="0" lvl="0" indent="0" defTabSz="977876"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1200" b="0" i="0" u="none" strike="noStrike" kern="0" cap="none" spc="0" normalizeH="0" baseline="0" noProof="0">
                  <a:ln>
                    <a:noFill/>
                  </a:ln>
                  <a:solidFill>
                    <a:srgbClr val="000000"/>
                  </a:solidFill>
                  <a:effectLst/>
                  <a:uLnTx/>
                  <a:uFillTx/>
                </a:endParaRPr>
              </a:p>
            </p:txBody>
          </p:sp>
          <p:pic>
            <p:nvPicPr>
              <p:cNvPr id="2177" name="Picture 3">
                <a:extLst>
                  <a:ext uri="{FF2B5EF4-FFF2-40B4-BE49-F238E27FC236}">
                    <a16:creationId xmlns:a16="http://schemas.microsoft.com/office/drawing/2014/main" id="{75195037-11D8-61D5-2991-BF81A96089B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5362" y="1799212"/>
                <a:ext cx="810423" cy="859018"/>
              </a:xfrm>
              <a:prstGeom prst="rect">
                <a:avLst/>
              </a:prstGeom>
              <a:noFill/>
              <a:ln>
                <a:noFill/>
              </a:ln>
              <a:effectLst/>
              <a:scene3d>
                <a:camera prst="perspectiveContrastingRightFacing" fov="3600000">
                  <a:rot lat="55420" lon="2435145" rev="21586241"/>
                </a:camera>
                <a:lightRig rig="threePt" dir="t"/>
              </a:scene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78" name="143 CuadroTexto">
                <a:extLst>
                  <a:ext uri="{FF2B5EF4-FFF2-40B4-BE49-F238E27FC236}">
                    <a16:creationId xmlns:a16="http://schemas.microsoft.com/office/drawing/2014/main" id="{46826CDF-B86F-8A21-FAB6-3C76B7E66E48}"/>
                  </a:ext>
                </a:extLst>
              </p:cNvPr>
              <p:cNvSpPr txBox="1"/>
              <p:nvPr/>
            </p:nvSpPr>
            <p:spPr>
              <a:xfrm>
                <a:off x="-497440" y="1627544"/>
                <a:ext cx="783128" cy="256633"/>
              </a:xfrm>
              <a:prstGeom prst="rect">
                <a:avLst/>
              </a:prstGeom>
              <a:noFill/>
            </p:spPr>
            <p:txBody>
              <a:bodyPr wrap="none" rtlCol="0">
                <a:spAutoFit/>
              </a:bodyPr>
              <a:lstStyle>
                <a:defPPr>
                  <a:defRPr lang="es-MX"/>
                </a:defPPr>
                <a:lvl1pPr algn="ctr">
                  <a:defRPr sz="1110"/>
                </a:lvl1pPr>
              </a:lstStyle>
              <a:p>
                <a:pPr marL="0" marR="0" lvl="0" indent="0" algn="ctr" defTabSz="914400" eaLnBrk="1" fontAlgn="base" latinLnBrk="0" hangingPunct="1">
                  <a:lnSpc>
                    <a:spcPct val="100000"/>
                  </a:lnSpc>
                  <a:spcBef>
                    <a:spcPct val="20000"/>
                  </a:spcBef>
                  <a:spcAft>
                    <a:spcPct val="0"/>
                  </a:spcAft>
                  <a:buClr>
                    <a:srgbClr val="FF5D5D"/>
                  </a:buClr>
                  <a:buSzTx/>
                  <a:buFont typeface="Wingdings" pitchFamily="2" charset="2"/>
                  <a:buNone/>
                  <a:tabLst/>
                  <a:defRPr/>
                </a:pPr>
                <a:r>
                  <a:rPr kumimoji="0" lang="es-MX" sz="300" b="1" i="0" u="none" strike="noStrike" kern="0" cap="none" spc="0" normalizeH="0" baseline="0" noProof="0">
                    <a:ln>
                      <a:noFill/>
                    </a:ln>
                    <a:solidFill>
                      <a:srgbClr val="FFFFFF"/>
                    </a:solidFill>
                    <a:effectLst/>
                    <a:uLnTx/>
                    <a:uFillTx/>
                  </a:rPr>
                  <a:t>&lt;&lt;Browser&gt;&gt;</a:t>
                </a:r>
              </a:p>
            </p:txBody>
          </p:sp>
          <p:pic>
            <p:nvPicPr>
              <p:cNvPr id="2179" name="Picture 3">
                <a:extLst>
                  <a:ext uri="{FF2B5EF4-FFF2-40B4-BE49-F238E27FC236}">
                    <a16:creationId xmlns:a16="http://schemas.microsoft.com/office/drawing/2014/main" id="{AD2C7929-6A18-1DFE-0AF4-F019078D7E9E}"/>
                  </a:ext>
                </a:extLst>
              </p:cNvPr>
              <p:cNvPicPr>
                <a:picLocks noChangeAspect="1" noChangeArrowheads="1"/>
              </p:cNvPicPr>
              <p:nvPr/>
            </p:nvPicPr>
            <p:blipFill>
              <a:blip r:embed="rId4" cstate="print"/>
              <a:srcRect l="12494" t="10727" r="14328" b="7527"/>
              <a:stretch>
                <a:fillRect/>
              </a:stretch>
            </p:blipFill>
            <p:spPr bwMode="auto">
              <a:xfrm>
                <a:off x="-429287" y="1803430"/>
                <a:ext cx="612445" cy="807609"/>
              </a:xfrm>
              <a:prstGeom prst="rect">
                <a:avLst/>
              </a:prstGeom>
              <a:noFill/>
              <a:ln w="9525">
                <a:noFill/>
                <a:miter lim="800000"/>
                <a:headEnd/>
                <a:tailEnd/>
              </a:ln>
              <a:effectLst/>
            </p:spPr>
          </p:pic>
          <p:pic>
            <p:nvPicPr>
              <p:cNvPr id="2180" name="Picture 205" descr="j0433942">
                <a:extLst>
                  <a:ext uri="{FF2B5EF4-FFF2-40B4-BE49-F238E27FC236}">
                    <a16:creationId xmlns:a16="http://schemas.microsoft.com/office/drawing/2014/main" id="{99E49292-0616-F09F-0D8F-9A5ECFADD3B8}"/>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flipH="1">
                <a:off x="-1137834" y="1704228"/>
                <a:ext cx="604302" cy="683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81" name="Picture 205" descr="j0433942">
                <a:extLst>
                  <a:ext uri="{FF2B5EF4-FFF2-40B4-BE49-F238E27FC236}">
                    <a16:creationId xmlns:a16="http://schemas.microsoft.com/office/drawing/2014/main" id="{27E159EF-7C95-9852-3661-EA6B97CBA531}"/>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flipH="1">
                <a:off x="-1414505" y="1950835"/>
                <a:ext cx="604302" cy="683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82" name="Picture 205" descr="j0433942">
                <a:extLst>
                  <a:ext uri="{FF2B5EF4-FFF2-40B4-BE49-F238E27FC236}">
                    <a16:creationId xmlns:a16="http://schemas.microsoft.com/office/drawing/2014/main" id="{9854395F-0765-0905-B639-DC0C1B8C2FC3}"/>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flipH="1">
                <a:off x="-1122473" y="2131471"/>
                <a:ext cx="604302" cy="683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183" name="Rectangle 128">
              <a:extLst>
                <a:ext uri="{FF2B5EF4-FFF2-40B4-BE49-F238E27FC236}">
                  <a16:creationId xmlns:a16="http://schemas.microsoft.com/office/drawing/2014/main" id="{9CCE0CDF-D27A-D007-B202-69B3979C6C94}"/>
                </a:ext>
              </a:extLst>
            </p:cNvPr>
            <p:cNvSpPr/>
            <p:nvPr/>
          </p:nvSpPr>
          <p:spPr bwMode="auto">
            <a:xfrm>
              <a:off x="3354807" y="2401702"/>
              <a:ext cx="3876497" cy="3484267"/>
            </a:xfrm>
            <a:prstGeom prst="rect">
              <a:avLst/>
            </a:prstGeom>
            <a:solidFill>
              <a:schemeClr val="bg1"/>
            </a:solidFill>
            <a:ln w="25400" cap="flat" cmpd="sng" algn="ctr">
              <a:solidFill>
                <a:srgbClr val="000000"/>
              </a:solidFill>
              <a:prstDash val="solid"/>
              <a:headEnd type="none" w="med" len="med"/>
              <a:tailEnd type="none" w="med" len="med"/>
            </a:ln>
            <a:effectLst/>
          </p:spPr>
          <p:txBody>
            <a:bodyPr vert="horz" wrap="none" lIns="97749" tIns="48875" rIns="97749" bIns="48875" numCol="1" rtlCol="0" anchor="b" anchorCtr="0" compatLnSpc="1">
              <a:prstTxWarp prst="textNoShape">
                <a:avLst/>
              </a:prstTxWarp>
              <a:noAutofit/>
            </a:bodyPr>
            <a:lstStyle/>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r>
                <a:rPr kumimoji="0" lang="es-MX" sz="1000" b="1" i="0" u="none" strike="noStrike" kern="0" cap="none" spc="0" normalizeH="0" baseline="0" noProof="0">
                  <a:ln>
                    <a:noFill/>
                  </a:ln>
                  <a:solidFill>
                    <a:srgbClr val="FF5D5D">
                      <a:lumMod val="75000"/>
                    </a:srgbClr>
                  </a:solidFill>
                  <a:effectLst/>
                  <a:uLnTx/>
                  <a:uFillTx/>
                  <a:latin typeface="Arial"/>
                  <a:ea typeface="+mn-ea"/>
                  <a:cs typeface="+mn-cs"/>
                </a:rPr>
                <a:t>PaaS</a:t>
              </a:r>
            </a:p>
          </p:txBody>
        </p:sp>
        <p:sp>
          <p:nvSpPr>
            <p:cNvPr id="2184" name="Rectangle 142">
              <a:extLst>
                <a:ext uri="{FF2B5EF4-FFF2-40B4-BE49-F238E27FC236}">
                  <a16:creationId xmlns:a16="http://schemas.microsoft.com/office/drawing/2014/main" id="{4160094D-9B8C-4870-DE62-2C91817AA84D}"/>
                </a:ext>
              </a:extLst>
            </p:cNvPr>
            <p:cNvSpPr/>
            <p:nvPr/>
          </p:nvSpPr>
          <p:spPr bwMode="auto">
            <a:xfrm>
              <a:off x="4659937" y="2682271"/>
              <a:ext cx="1338745" cy="1174561"/>
            </a:xfrm>
            <a:prstGeom prst="rect">
              <a:avLst/>
            </a:prstGeom>
            <a:noFill/>
            <a:ln w="25400" cap="flat" cmpd="sng" algn="ctr">
              <a:solidFill>
                <a:schemeClr val="bg2">
                  <a:lumMod val="25000"/>
                </a:schemeClr>
              </a:solidFill>
              <a:prstDash val="dash"/>
              <a:headEnd type="none" w="med" len="med"/>
              <a:tailEnd type="none" w="med" len="med"/>
            </a:ln>
            <a:effectLst/>
          </p:spPr>
          <p:txBody>
            <a:bodyPr vert="horz" wrap="none" lIns="97749" tIns="48875" rIns="97749" bIns="48875" numCol="1" rtlCol="0" anchor="t" anchorCtr="0" compatLnSpc="1">
              <a:prstTxWarp prst="textNoShape">
                <a:avLst/>
              </a:prstTxWarp>
              <a:noAutofit/>
            </a:bodyPr>
            <a:lstStyle/>
            <a:p>
              <a:pPr marL="0" marR="0" lvl="0" indent="0" algn="ctr" defTabSz="977900" eaLnBrk="1" fontAlgn="base" latinLnBrk="0" hangingPunct="1">
                <a:lnSpc>
                  <a:spcPct val="100000"/>
                </a:lnSpc>
                <a:spcBef>
                  <a:spcPct val="20000"/>
                </a:spcBef>
                <a:spcAft>
                  <a:spcPct val="0"/>
                </a:spcAft>
                <a:buClr>
                  <a:srgbClr val="FF5D5D"/>
                </a:buClr>
                <a:buSzTx/>
                <a:buFont typeface="Wingdings" pitchFamily="2" charset="2"/>
                <a:buNone/>
                <a:tabLst/>
                <a:defRPr/>
              </a:pPr>
              <a:r>
                <a:rPr kumimoji="0" lang="es-MX" sz="700" b="1" i="0" u="none" strike="noStrike" kern="0" cap="none" spc="0" normalizeH="0" baseline="0" noProof="0">
                  <a:ln>
                    <a:noFill/>
                  </a:ln>
                  <a:solidFill>
                    <a:srgbClr val="E75353">
                      <a:lumMod val="75000"/>
                    </a:srgbClr>
                  </a:solidFill>
                  <a:effectLst/>
                  <a:uLnTx/>
                  <a:uFillTx/>
                  <a:latin typeface="Arial"/>
                  <a:ea typeface="+mn-ea"/>
                  <a:cs typeface="+mn-cs"/>
                </a:rPr>
                <a:t>Servicios</a:t>
              </a:r>
            </a:p>
            <a:p>
              <a:pPr marL="0" marR="0" lvl="0" indent="0" algn="ctr"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700" b="1" i="0" u="none" strike="noStrike" kern="0" cap="none" spc="0" normalizeH="0" baseline="0" noProof="0">
                <a:ln>
                  <a:noFill/>
                </a:ln>
                <a:solidFill>
                  <a:srgbClr val="E75353">
                    <a:lumMod val="75000"/>
                  </a:srgbClr>
                </a:solidFill>
                <a:effectLst/>
                <a:uLnTx/>
                <a:uFillTx/>
                <a:latin typeface="Arial"/>
                <a:ea typeface="+mn-ea"/>
                <a:cs typeface="+mn-cs"/>
              </a:endParaRPr>
            </a:p>
            <a:p>
              <a:pPr marL="0" marR="0" lvl="0" indent="0" algn="ctr"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700" b="1" i="0" u="none" strike="noStrike" kern="0" cap="none" spc="0" normalizeH="0" baseline="0" noProof="0">
                <a:ln>
                  <a:noFill/>
                </a:ln>
                <a:solidFill>
                  <a:srgbClr val="E75353">
                    <a:lumMod val="75000"/>
                  </a:srgbClr>
                </a:solidFill>
                <a:effectLst/>
                <a:uLnTx/>
                <a:uFillTx/>
                <a:latin typeface="Arial"/>
                <a:ea typeface="+mn-ea"/>
                <a:cs typeface="+mn-cs"/>
              </a:endParaRPr>
            </a:p>
            <a:p>
              <a:pPr marL="0" marR="0" lvl="0" indent="0" algn="ctr"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700" b="1" i="0" u="none" strike="noStrike" kern="0" cap="none" spc="0" normalizeH="0" baseline="0" noProof="0">
                <a:ln>
                  <a:noFill/>
                </a:ln>
                <a:solidFill>
                  <a:srgbClr val="E75353">
                    <a:lumMod val="75000"/>
                  </a:srgbClr>
                </a:solidFill>
                <a:effectLst/>
                <a:uLnTx/>
                <a:uFillTx/>
                <a:latin typeface="Arial"/>
                <a:ea typeface="+mn-ea"/>
                <a:cs typeface="+mn-cs"/>
              </a:endParaRPr>
            </a:p>
            <a:p>
              <a:pPr marL="0" marR="0" lvl="0" indent="0" algn="ctr"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700" b="1" i="0" u="none" strike="noStrike" kern="0" cap="none" spc="0" normalizeH="0" baseline="0" noProof="0">
                <a:ln>
                  <a:noFill/>
                </a:ln>
                <a:solidFill>
                  <a:srgbClr val="E75353">
                    <a:lumMod val="75000"/>
                  </a:srgbClr>
                </a:solidFill>
                <a:effectLst/>
                <a:uLnTx/>
                <a:uFillTx/>
                <a:latin typeface="Arial"/>
                <a:ea typeface="+mn-ea"/>
                <a:cs typeface="+mn-cs"/>
              </a:endParaRPr>
            </a:p>
          </p:txBody>
        </p:sp>
        <p:cxnSp>
          <p:nvCxnSpPr>
            <p:cNvPr id="2185" name="3 Conector angular">
              <a:extLst>
                <a:ext uri="{FF2B5EF4-FFF2-40B4-BE49-F238E27FC236}">
                  <a16:creationId xmlns:a16="http://schemas.microsoft.com/office/drawing/2014/main" id="{A3A4D388-BB58-211B-8BF1-79214BAD278A}"/>
                </a:ext>
              </a:extLst>
            </p:cNvPr>
            <p:cNvCxnSpPr>
              <a:stCxn id="2235" idx="1"/>
              <a:endCxn id="2176" idx="3"/>
            </p:cNvCxnSpPr>
            <p:nvPr/>
          </p:nvCxnSpPr>
          <p:spPr bwMode="auto">
            <a:xfrm rot="10800000" flipV="1">
              <a:off x="2257323" y="2939545"/>
              <a:ext cx="1220402" cy="536630"/>
            </a:xfrm>
            <a:prstGeom prst="bentConnector3">
              <a:avLst>
                <a:gd name="adj1" fmla="val 50000"/>
              </a:avLst>
            </a:prstGeom>
            <a:noFill/>
            <a:ln w="25400" cap="flat" cmpd="sng" algn="ctr">
              <a:solidFill>
                <a:srgbClr val="000000"/>
              </a:solidFill>
              <a:prstDash val="solid"/>
              <a:headEnd type="triangle" w="med" len="med"/>
              <a:tailEnd type="none"/>
            </a:ln>
            <a:effectLst>
              <a:outerShdw blurRad="40000" dist="20000" dir="5400000" rotWithShape="0">
                <a:srgbClr val="000000">
                  <a:alpha val="38000"/>
                </a:srgbClr>
              </a:outerShdw>
            </a:effectLst>
          </p:spPr>
        </p:cxnSp>
        <p:sp>
          <p:nvSpPr>
            <p:cNvPr id="2186" name="Rectangle 174">
              <a:extLst>
                <a:ext uri="{FF2B5EF4-FFF2-40B4-BE49-F238E27FC236}">
                  <a16:creationId xmlns:a16="http://schemas.microsoft.com/office/drawing/2014/main" id="{C23585B3-78E0-8F57-8185-47B053DC41DD}"/>
                </a:ext>
              </a:extLst>
            </p:cNvPr>
            <p:cNvSpPr/>
            <p:nvPr/>
          </p:nvSpPr>
          <p:spPr bwMode="auto">
            <a:xfrm>
              <a:off x="5433333" y="3924305"/>
              <a:ext cx="4117016" cy="1833297"/>
            </a:xfrm>
            <a:prstGeom prst="rect">
              <a:avLst/>
            </a:prstGeom>
            <a:noFill/>
            <a:ln w="25400" cap="flat" cmpd="sng" algn="ctr">
              <a:solidFill>
                <a:schemeClr val="bg2">
                  <a:lumMod val="25000"/>
                </a:schemeClr>
              </a:solidFill>
              <a:prstDash val="dash"/>
              <a:headEnd type="none" w="med" len="med"/>
              <a:tailEnd type="none" w="med" len="med"/>
            </a:ln>
            <a:effectLst/>
          </p:spPr>
          <p:txBody>
            <a:bodyPr vert="horz" wrap="none" lIns="97749" tIns="48875" rIns="97749" bIns="48875" numCol="1" rtlCol="0" anchor="b" anchorCtr="0" compatLnSpc="1">
              <a:prstTxWarp prst="textNoShape">
                <a:avLst/>
              </a:prstTxWarp>
              <a:noAutofit/>
            </a:bodyPr>
            <a:lstStyle/>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800" b="0" i="0" u="none" strike="noStrike" kern="0" cap="none" spc="0" normalizeH="0" baseline="0" noProof="0" dirty="0">
                <a:ln>
                  <a:noFill/>
                </a:ln>
                <a:solidFill>
                  <a:srgbClr val="E75353">
                    <a:lumMod val="75000"/>
                  </a:srgbClr>
                </a:solidFill>
                <a:effectLst/>
                <a:uLnTx/>
                <a:uFillTx/>
                <a:latin typeface="Arial"/>
                <a:ea typeface="+mn-ea"/>
                <a:cs typeface="+mn-cs"/>
              </a:endParaRPr>
            </a:p>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800" b="0" i="0" u="none" strike="noStrike" kern="0" cap="none" spc="0" normalizeH="0" baseline="0" noProof="0" dirty="0">
                <a:ln>
                  <a:noFill/>
                </a:ln>
                <a:solidFill>
                  <a:srgbClr val="E75353">
                    <a:lumMod val="75000"/>
                  </a:srgbClr>
                </a:solidFill>
                <a:effectLst/>
                <a:uLnTx/>
                <a:uFillTx/>
                <a:latin typeface="Arial"/>
                <a:ea typeface="+mn-ea"/>
                <a:cs typeface="+mn-cs"/>
              </a:endParaRPr>
            </a:p>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800" b="0" i="0" u="none" strike="noStrike" kern="0" cap="none" spc="0" normalizeH="0" baseline="0" noProof="0" dirty="0">
                <a:ln>
                  <a:noFill/>
                </a:ln>
                <a:solidFill>
                  <a:srgbClr val="E75353">
                    <a:lumMod val="75000"/>
                  </a:srgbClr>
                </a:solidFill>
                <a:effectLst/>
                <a:uLnTx/>
                <a:uFillTx/>
                <a:latin typeface="Arial"/>
                <a:ea typeface="+mn-ea"/>
                <a:cs typeface="+mn-cs"/>
              </a:endParaRPr>
            </a:p>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800" b="0" i="0" u="none" strike="noStrike" kern="0" cap="none" spc="0" normalizeH="0" baseline="0" noProof="0" dirty="0">
                <a:ln>
                  <a:noFill/>
                </a:ln>
                <a:solidFill>
                  <a:srgbClr val="E75353">
                    <a:lumMod val="75000"/>
                  </a:srgbClr>
                </a:solidFill>
                <a:effectLst/>
                <a:uLnTx/>
                <a:uFillTx/>
                <a:latin typeface="Arial"/>
                <a:ea typeface="+mn-ea"/>
                <a:cs typeface="+mn-cs"/>
              </a:endParaRPr>
            </a:p>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900" b="0" i="0" u="none" strike="noStrike" kern="0" cap="none" spc="0" normalizeH="0" baseline="0" noProof="0" dirty="0">
                <a:ln>
                  <a:noFill/>
                </a:ln>
                <a:solidFill>
                  <a:srgbClr val="E75353">
                    <a:lumMod val="75000"/>
                  </a:srgbClr>
                </a:solidFill>
                <a:effectLst/>
                <a:uLnTx/>
                <a:uFillTx/>
                <a:latin typeface="Arial"/>
                <a:ea typeface="+mn-ea"/>
                <a:cs typeface="+mn-cs"/>
              </a:endParaRPr>
            </a:p>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r>
                <a:rPr kumimoji="0" lang="es-MX" sz="900" b="0" i="0" u="none" strike="noStrike" kern="0" cap="none" spc="0" normalizeH="0" baseline="0" noProof="0" dirty="0">
                  <a:ln>
                    <a:noFill/>
                  </a:ln>
                  <a:solidFill>
                    <a:srgbClr val="E75353">
                      <a:lumMod val="75000"/>
                    </a:srgbClr>
                  </a:solidFill>
                  <a:effectLst/>
                  <a:uLnTx/>
                  <a:uFillTx/>
                  <a:latin typeface="Arial"/>
                  <a:ea typeface="+mn-ea"/>
                  <a:cs typeface="+mn-cs"/>
                </a:rPr>
                <a:t>Patrón Bimodal</a:t>
              </a:r>
            </a:p>
          </p:txBody>
        </p:sp>
        <p:sp>
          <p:nvSpPr>
            <p:cNvPr id="2187" name="CuadroTexto 234">
              <a:extLst>
                <a:ext uri="{FF2B5EF4-FFF2-40B4-BE49-F238E27FC236}">
                  <a16:creationId xmlns:a16="http://schemas.microsoft.com/office/drawing/2014/main" id="{20A12DDE-A6B6-72AB-80AE-8569BA8D237B}"/>
                </a:ext>
              </a:extLst>
            </p:cNvPr>
            <p:cNvSpPr txBox="1"/>
            <p:nvPr/>
          </p:nvSpPr>
          <p:spPr>
            <a:xfrm>
              <a:off x="3295667" y="2353483"/>
              <a:ext cx="2633566" cy="427723"/>
            </a:xfrm>
            <a:prstGeom prst="rect">
              <a:avLst/>
            </a:prstGeom>
            <a:noFill/>
          </p:spPr>
          <p:txBody>
            <a:bodyPr wrap="none" rtlCol="0">
              <a:spAutoFit/>
            </a:bodyPr>
            <a:lstStyle/>
            <a:p>
              <a:pPr marL="0" marR="0" lvl="0" indent="0" defTabSz="914400" eaLnBrk="1" fontAlgn="base" latinLnBrk="0" hangingPunct="1">
                <a:lnSpc>
                  <a:spcPct val="100000"/>
                </a:lnSpc>
                <a:spcBef>
                  <a:spcPct val="20000"/>
                </a:spcBef>
                <a:spcAft>
                  <a:spcPct val="0"/>
                </a:spcAft>
                <a:buClr>
                  <a:srgbClr val="FF5D5D"/>
                </a:buClr>
                <a:buSzTx/>
                <a:buFont typeface="Wingdings" pitchFamily="2" charset="2"/>
                <a:buNone/>
                <a:tabLst/>
                <a:defRPr/>
              </a:pPr>
              <a:r>
                <a:rPr kumimoji="0" lang="es-MX" sz="900" b="1" i="0" u="none" strike="noStrike" kern="0" cap="none" spc="0" normalizeH="0" baseline="0" noProof="0">
                  <a:ln>
                    <a:noFill/>
                  </a:ln>
                  <a:solidFill>
                    <a:srgbClr val="000000"/>
                  </a:solidFill>
                  <a:effectLst/>
                  <a:uLnTx/>
                  <a:uFillTx/>
                </a:rPr>
                <a:t>Formatos Electrónicos</a:t>
              </a:r>
            </a:p>
          </p:txBody>
        </p:sp>
        <p:cxnSp>
          <p:nvCxnSpPr>
            <p:cNvPr id="2188" name="3 Conector angular">
              <a:extLst>
                <a:ext uri="{FF2B5EF4-FFF2-40B4-BE49-F238E27FC236}">
                  <a16:creationId xmlns:a16="http://schemas.microsoft.com/office/drawing/2014/main" id="{789B091C-B222-C0A4-41C1-0B02B2DB3F55}"/>
                </a:ext>
              </a:extLst>
            </p:cNvPr>
            <p:cNvCxnSpPr>
              <a:stCxn id="2238" idx="0"/>
              <a:endCxn id="2184" idx="3"/>
            </p:cNvCxnSpPr>
            <p:nvPr/>
          </p:nvCxnSpPr>
          <p:spPr bwMode="auto">
            <a:xfrm rot="16200000" flipV="1">
              <a:off x="5697167" y="3571068"/>
              <a:ext cx="821581" cy="218550"/>
            </a:xfrm>
            <a:prstGeom prst="bentConnector2">
              <a:avLst/>
            </a:prstGeom>
            <a:noFill/>
            <a:ln w="25400" cap="flat" cmpd="sng" algn="ctr">
              <a:solidFill>
                <a:schemeClr val="bg2">
                  <a:lumMod val="25000"/>
                </a:schemeClr>
              </a:solidFill>
              <a:prstDash val="solid"/>
              <a:headEnd type="triangle" w="med" len="med"/>
              <a:tailEnd type="none"/>
            </a:ln>
            <a:effectLst>
              <a:outerShdw blurRad="40000" dist="20000" dir="5400000" rotWithShape="0">
                <a:srgbClr val="000000">
                  <a:alpha val="38000"/>
                </a:srgbClr>
              </a:outerShdw>
            </a:effectLst>
          </p:spPr>
        </p:cxnSp>
        <p:sp>
          <p:nvSpPr>
            <p:cNvPr id="2189" name="Rectangle 130">
              <a:extLst>
                <a:ext uri="{FF2B5EF4-FFF2-40B4-BE49-F238E27FC236}">
                  <a16:creationId xmlns:a16="http://schemas.microsoft.com/office/drawing/2014/main" id="{DBAEBF1D-F242-CEF4-14D8-73B8D18DA2BD}"/>
                </a:ext>
              </a:extLst>
            </p:cNvPr>
            <p:cNvSpPr/>
            <p:nvPr/>
          </p:nvSpPr>
          <p:spPr bwMode="auto">
            <a:xfrm>
              <a:off x="3426896" y="3550674"/>
              <a:ext cx="1162737" cy="1494403"/>
            </a:xfrm>
            <a:prstGeom prst="rect">
              <a:avLst/>
            </a:prstGeom>
            <a:noFill/>
            <a:ln w="25400" cap="flat" cmpd="sng" algn="ctr">
              <a:solidFill>
                <a:schemeClr val="bg2">
                  <a:lumMod val="25000"/>
                </a:schemeClr>
              </a:solidFill>
              <a:prstDash val="solid"/>
              <a:headEnd type="none" w="med" len="med"/>
              <a:tailEnd type="none" w="med" len="med"/>
            </a:ln>
            <a:effectLst/>
          </p:spPr>
          <p:txBody>
            <a:bodyPr vert="horz" wrap="none" lIns="97749" tIns="48875" rIns="97749" bIns="48875" numCol="1" rtlCol="0" anchor="t" anchorCtr="0" compatLnSpc="1">
              <a:prstTxWarp prst="textNoShape">
                <a:avLst/>
              </a:prstTxWarp>
              <a:noAutofit/>
            </a:bodyPr>
            <a:lstStyle/>
            <a:p>
              <a:pPr defTabSz="977900" fontAlgn="base">
                <a:spcBef>
                  <a:spcPct val="20000"/>
                </a:spcBef>
                <a:spcAft>
                  <a:spcPct val="0"/>
                </a:spcAft>
                <a:buClr>
                  <a:srgbClr val="FF5D5D"/>
                </a:buClr>
                <a:buFont typeface="Wingdings" pitchFamily="2" charset="2"/>
                <a:buNone/>
              </a:pPr>
              <a:r>
                <a:rPr lang="es-MX" sz="600" b="1" kern="0">
                  <a:solidFill>
                    <a:srgbClr val="E75353">
                      <a:lumMod val="75000"/>
                    </a:srgbClr>
                  </a:solidFill>
                  <a:latin typeface="Arial"/>
                </a:rPr>
                <a:t>Lógica Web</a:t>
              </a:r>
            </a:p>
          </p:txBody>
        </p:sp>
        <p:pic>
          <p:nvPicPr>
            <p:cNvPr id="2190" name="Picture 3">
              <a:extLst>
                <a:ext uri="{FF2B5EF4-FFF2-40B4-BE49-F238E27FC236}">
                  <a16:creationId xmlns:a16="http://schemas.microsoft.com/office/drawing/2014/main" id="{432C0A5F-BD59-5352-B224-4995A38647E9}"/>
                </a:ext>
              </a:extLst>
            </p:cNvPr>
            <p:cNvPicPr>
              <a:picLocks noChangeAspect="1" noChangeArrowheads="1"/>
            </p:cNvPicPr>
            <p:nvPr/>
          </p:nvPicPr>
          <p:blipFill>
            <a:blip r:embed="rId6" cstate="print"/>
            <a:srcRect/>
            <a:stretch>
              <a:fillRect/>
            </a:stretch>
          </p:blipFill>
          <p:spPr bwMode="auto">
            <a:xfrm>
              <a:off x="3542359" y="4609071"/>
              <a:ext cx="608109" cy="243717"/>
            </a:xfrm>
            <a:prstGeom prst="rect">
              <a:avLst/>
            </a:prstGeom>
            <a:noFill/>
            <a:ln>
              <a:noFill/>
            </a:ln>
            <a:effectLst>
              <a:prstShdw prst="shdw17" dist="17961" dir="2700000">
                <a:srgbClr val="FFC7C7">
                  <a:gamma/>
                  <a:shade val="60000"/>
                  <a:invGamma/>
                </a:srgbClr>
              </a:prstShdw>
            </a:effectLst>
          </p:spPr>
        </p:pic>
        <p:sp>
          <p:nvSpPr>
            <p:cNvPr id="2191" name="Rectangle 138">
              <a:extLst>
                <a:ext uri="{FF2B5EF4-FFF2-40B4-BE49-F238E27FC236}">
                  <a16:creationId xmlns:a16="http://schemas.microsoft.com/office/drawing/2014/main" id="{AA0B28DF-67A3-5349-0A4F-C19892BA040E}"/>
                </a:ext>
              </a:extLst>
            </p:cNvPr>
            <p:cNvSpPr/>
            <p:nvPr/>
          </p:nvSpPr>
          <p:spPr bwMode="auto">
            <a:xfrm>
              <a:off x="3493572" y="3780634"/>
              <a:ext cx="1005796" cy="1151330"/>
            </a:xfrm>
            <a:prstGeom prst="rect">
              <a:avLst/>
            </a:prstGeom>
            <a:noFill/>
            <a:ln w="25400" cap="flat" cmpd="sng" algn="ctr">
              <a:solidFill>
                <a:schemeClr val="bg2">
                  <a:lumMod val="25000"/>
                </a:schemeClr>
              </a:solidFill>
              <a:prstDash val="solid"/>
              <a:headEnd type="none" w="med" len="med"/>
              <a:tailEnd type="none" w="med" len="med"/>
            </a:ln>
            <a:effectLst/>
          </p:spPr>
          <p:txBody>
            <a:bodyPr vert="horz" wrap="square" lIns="97749" tIns="48875" rIns="97749" bIns="48875" numCol="1" rtlCol="0" anchor="b" anchorCtr="0" compatLnSpc="1">
              <a:prstTxWarp prst="textNoShape">
                <a:avLst/>
              </a:prstTxWarp>
              <a:noAutofit/>
            </a:bodyPr>
            <a:lstStyle/>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900" b="0" i="0" u="none" strike="noStrike" kern="0" cap="none" spc="0" normalizeH="0" baseline="0" noProof="0">
                <a:ln>
                  <a:noFill/>
                </a:ln>
                <a:solidFill>
                  <a:srgbClr val="E75353">
                    <a:lumMod val="75000"/>
                  </a:srgbClr>
                </a:solidFill>
                <a:effectLst/>
                <a:uLnTx/>
                <a:uFillTx/>
                <a:latin typeface="Arial"/>
                <a:ea typeface="+mn-ea"/>
                <a:cs typeface="+mn-cs"/>
              </a:endParaRPr>
            </a:p>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900" b="0" i="0" u="none" strike="noStrike" kern="0" cap="none" spc="0" normalizeH="0" baseline="0" noProof="0">
                <a:ln>
                  <a:noFill/>
                </a:ln>
                <a:solidFill>
                  <a:srgbClr val="E75353">
                    <a:lumMod val="75000"/>
                  </a:srgbClr>
                </a:solidFill>
                <a:effectLst/>
                <a:uLnTx/>
                <a:uFillTx/>
                <a:latin typeface="Arial"/>
                <a:ea typeface="+mn-ea"/>
                <a:cs typeface="+mn-cs"/>
              </a:endParaRPr>
            </a:p>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900" b="0" i="0" u="none" strike="noStrike" kern="0" cap="none" spc="0" normalizeH="0" baseline="0" noProof="0">
                <a:ln>
                  <a:noFill/>
                </a:ln>
                <a:solidFill>
                  <a:srgbClr val="E75353">
                    <a:lumMod val="75000"/>
                  </a:srgbClr>
                </a:solidFill>
                <a:effectLst/>
                <a:uLnTx/>
                <a:uFillTx/>
                <a:latin typeface="Arial"/>
                <a:ea typeface="+mn-ea"/>
                <a:cs typeface="+mn-cs"/>
              </a:endParaRPr>
            </a:p>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900" b="0" i="0" u="none" strike="noStrike" kern="0" cap="none" spc="0" normalizeH="0" baseline="0" noProof="0">
                <a:ln>
                  <a:noFill/>
                </a:ln>
                <a:solidFill>
                  <a:srgbClr val="E75353">
                    <a:lumMod val="75000"/>
                  </a:srgbClr>
                </a:solidFill>
                <a:effectLst/>
                <a:uLnTx/>
                <a:uFillTx/>
                <a:latin typeface="Arial"/>
                <a:ea typeface="+mn-ea"/>
                <a:cs typeface="+mn-cs"/>
              </a:endParaRPr>
            </a:p>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900" b="0" i="0" u="none" strike="noStrike" kern="0" cap="none" spc="0" normalizeH="0" baseline="0" noProof="0">
                <a:ln>
                  <a:noFill/>
                </a:ln>
                <a:solidFill>
                  <a:srgbClr val="E75353">
                    <a:lumMod val="75000"/>
                  </a:srgbClr>
                </a:solidFill>
                <a:effectLst/>
                <a:uLnTx/>
                <a:uFillTx/>
                <a:latin typeface="Arial"/>
                <a:ea typeface="+mn-ea"/>
                <a:cs typeface="+mn-cs"/>
              </a:endParaRPr>
            </a:p>
          </p:txBody>
        </p:sp>
        <p:pic>
          <p:nvPicPr>
            <p:cNvPr id="2192" name="Picture 2">
              <a:extLst>
                <a:ext uri="{FF2B5EF4-FFF2-40B4-BE49-F238E27FC236}">
                  <a16:creationId xmlns:a16="http://schemas.microsoft.com/office/drawing/2014/main" id="{648E0DF8-4CEE-DEB6-9567-A342871283EF}"/>
                </a:ext>
              </a:extLst>
            </p:cNvPr>
            <p:cNvPicPr>
              <a:picLocks noChangeAspect="1" noChangeArrowheads="1"/>
            </p:cNvPicPr>
            <p:nvPr/>
          </p:nvPicPr>
          <p:blipFill>
            <a:blip r:embed="rId7" cstate="print"/>
            <a:srcRect/>
            <a:stretch>
              <a:fillRect/>
            </a:stretch>
          </p:blipFill>
          <p:spPr bwMode="auto">
            <a:xfrm>
              <a:off x="3542359" y="4070139"/>
              <a:ext cx="775867" cy="499611"/>
            </a:xfrm>
            <a:prstGeom prst="rect">
              <a:avLst/>
            </a:prstGeom>
            <a:noFill/>
            <a:ln w="9525">
              <a:noFill/>
              <a:miter lim="800000"/>
              <a:headEnd/>
              <a:tailEnd/>
            </a:ln>
          </p:spPr>
        </p:pic>
        <p:pic>
          <p:nvPicPr>
            <p:cNvPr id="2193" name="Imagen 249">
              <a:extLst>
                <a:ext uri="{FF2B5EF4-FFF2-40B4-BE49-F238E27FC236}">
                  <a16:creationId xmlns:a16="http://schemas.microsoft.com/office/drawing/2014/main" id="{F52E4D2B-1F4E-E579-34D1-286065B06C04}"/>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542359" y="3808414"/>
              <a:ext cx="904436" cy="251115"/>
            </a:xfrm>
            <a:prstGeom prst="rect">
              <a:avLst/>
            </a:prstGeom>
            <a:ln>
              <a:noFill/>
            </a:ln>
          </p:spPr>
        </p:pic>
        <p:pic>
          <p:nvPicPr>
            <p:cNvPr id="2194" name="Imagen 250">
              <a:extLst>
                <a:ext uri="{FF2B5EF4-FFF2-40B4-BE49-F238E27FC236}">
                  <a16:creationId xmlns:a16="http://schemas.microsoft.com/office/drawing/2014/main" id="{04E9AF18-381D-4D84-D762-0BEBE1AEBAE3}"/>
                </a:ext>
              </a:extLst>
            </p:cNvPr>
            <p:cNvPicPr>
              <a:picLocks noChangeAspect="1"/>
            </p:cNvPicPr>
            <p:nvPr/>
          </p:nvPicPr>
          <p:blipFill>
            <a:blip r:embed="rId9"/>
            <a:stretch>
              <a:fillRect/>
            </a:stretch>
          </p:blipFill>
          <p:spPr>
            <a:xfrm>
              <a:off x="6007596" y="2414403"/>
              <a:ext cx="1211008" cy="325112"/>
            </a:xfrm>
            <a:prstGeom prst="rect">
              <a:avLst/>
            </a:prstGeom>
          </p:spPr>
        </p:pic>
        <p:grpSp>
          <p:nvGrpSpPr>
            <p:cNvPr id="2195" name="Grupo 255">
              <a:extLst>
                <a:ext uri="{FF2B5EF4-FFF2-40B4-BE49-F238E27FC236}">
                  <a16:creationId xmlns:a16="http://schemas.microsoft.com/office/drawing/2014/main" id="{F53E97BF-BB12-F704-D1D4-DA7D4CB5C555}"/>
                </a:ext>
              </a:extLst>
            </p:cNvPr>
            <p:cNvGrpSpPr/>
            <p:nvPr/>
          </p:nvGrpSpPr>
          <p:grpSpPr>
            <a:xfrm>
              <a:off x="4864903" y="2911302"/>
              <a:ext cx="1007405" cy="876725"/>
              <a:chOff x="8083506" y="4414486"/>
              <a:chExt cx="1007405" cy="876725"/>
            </a:xfrm>
          </p:grpSpPr>
          <p:graphicFrame>
            <p:nvGraphicFramePr>
              <p:cNvPr id="2196" name="Diagrama 252">
                <a:extLst>
                  <a:ext uri="{FF2B5EF4-FFF2-40B4-BE49-F238E27FC236}">
                    <a16:creationId xmlns:a16="http://schemas.microsoft.com/office/drawing/2014/main" id="{E24DA83A-965D-2F04-D427-6CE1F47C2EFC}"/>
                  </a:ext>
                </a:extLst>
              </p:cNvPr>
              <p:cNvGraphicFramePr/>
              <p:nvPr/>
            </p:nvGraphicFramePr>
            <p:xfrm>
              <a:off x="8084996" y="4414486"/>
              <a:ext cx="720634" cy="865680"/>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pic>
            <p:nvPicPr>
              <p:cNvPr id="2197" name="Imagen 2">
                <a:extLst>
                  <a:ext uri="{FF2B5EF4-FFF2-40B4-BE49-F238E27FC236}">
                    <a16:creationId xmlns:a16="http://schemas.microsoft.com/office/drawing/2014/main" id="{456B37B6-6789-A61C-9CC8-50E505CD81E6}"/>
                  </a:ext>
                </a:extLst>
              </p:cNvPr>
              <p:cNvPicPr>
                <a:picLocks noChangeAspect="1"/>
              </p:cNvPicPr>
              <p:nvPr/>
            </p:nvPicPr>
            <p:blipFill>
              <a:blip r:embed="rId15" cstate="print"/>
              <a:srcRect/>
              <a:stretch>
                <a:fillRect/>
              </a:stretch>
            </p:blipFill>
            <p:spPr bwMode="auto">
              <a:xfrm>
                <a:off x="8083506" y="4978333"/>
                <a:ext cx="1007405" cy="312878"/>
              </a:xfrm>
              <a:prstGeom prst="rect">
                <a:avLst/>
              </a:prstGeom>
              <a:noFill/>
              <a:ln w="9525">
                <a:noFill/>
                <a:miter lim="800000"/>
                <a:headEnd/>
                <a:tailEnd/>
              </a:ln>
            </p:spPr>
          </p:pic>
        </p:grpSp>
        <p:grpSp>
          <p:nvGrpSpPr>
            <p:cNvPr id="2198" name="Grupo 269">
              <a:extLst>
                <a:ext uri="{FF2B5EF4-FFF2-40B4-BE49-F238E27FC236}">
                  <a16:creationId xmlns:a16="http://schemas.microsoft.com/office/drawing/2014/main" id="{204C0D12-D26C-B371-A9F4-F62C747F3ACC}"/>
                </a:ext>
              </a:extLst>
            </p:cNvPr>
            <p:cNvGrpSpPr/>
            <p:nvPr/>
          </p:nvGrpSpPr>
          <p:grpSpPr>
            <a:xfrm>
              <a:off x="9736382" y="4494078"/>
              <a:ext cx="1783634" cy="1338939"/>
              <a:chOff x="8070495" y="1714571"/>
              <a:chExt cx="1617620" cy="1338939"/>
            </a:xfrm>
          </p:grpSpPr>
          <p:sp>
            <p:nvSpPr>
              <p:cNvPr id="2199" name="Rectángulo 270">
                <a:extLst>
                  <a:ext uri="{FF2B5EF4-FFF2-40B4-BE49-F238E27FC236}">
                    <a16:creationId xmlns:a16="http://schemas.microsoft.com/office/drawing/2014/main" id="{D080B106-E1A2-7401-8BFA-F7EF76E93F7B}"/>
                  </a:ext>
                </a:extLst>
              </p:cNvPr>
              <p:cNvSpPr/>
              <p:nvPr/>
            </p:nvSpPr>
            <p:spPr>
              <a:xfrm>
                <a:off x="8070495" y="1714571"/>
                <a:ext cx="1608159" cy="1338939"/>
              </a:xfrm>
              <a:prstGeom prst="rect">
                <a:avLst/>
              </a:prstGeom>
              <a:solidFill>
                <a:sysClr val="window" lastClr="FFFFFF">
                  <a:lumMod val="50000"/>
                </a:sysClr>
              </a:solidFill>
              <a:ln w="12700" cap="flat" cmpd="sng" algn="ctr">
                <a:solidFill>
                  <a:sysClr val="windowText" lastClr="000000"/>
                </a:solidFill>
                <a:prstDash val="solid"/>
                <a:miter lim="800000"/>
              </a:ln>
              <a:effectLst/>
            </p:spPr>
            <p:txBody>
              <a:bodyPr rtlCol="0" anchor="ctr"/>
              <a:lstStyle/>
              <a:p>
                <a:pPr algn="ctr">
                  <a:defRPr/>
                </a:pPr>
                <a:endParaRPr lang="es-MX" sz="1050" kern="0">
                  <a:solidFill>
                    <a:prstClr val="white"/>
                  </a:solidFill>
                  <a:latin typeface="Calibri" panose="020F0502020204030204"/>
                </a:endParaRPr>
              </a:p>
            </p:txBody>
          </p:sp>
          <p:sp>
            <p:nvSpPr>
              <p:cNvPr id="2200" name="Rectángulo redondeado 271">
                <a:extLst>
                  <a:ext uri="{FF2B5EF4-FFF2-40B4-BE49-F238E27FC236}">
                    <a16:creationId xmlns:a16="http://schemas.microsoft.com/office/drawing/2014/main" id="{7F209493-4B87-67C0-B6CC-F4D5638093B5}"/>
                  </a:ext>
                </a:extLst>
              </p:cNvPr>
              <p:cNvSpPr/>
              <p:nvPr/>
            </p:nvSpPr>
            <p:spPr>
              <a:xfrm>
                <a:off x="8128234" y="1985615"/>
                <a:ext cx="253155" cy="934985"/>
              </a:xfrm>
              <a:prstGeom prst="roundRect">
                <a:avLst/>
              </a:prstGeom>
              <a:solidFill>
                <a:srgbClr val="FF0000"/>
              </a:solidFill>
              <a:ln w="12700" cap="flat" cmpd="sng" algn="ctr">
                <a:solidFill>
                  <a:srgbClr val="C00000"/>
                </a:solidFill>
                <a:prstDash val="solid"/>
                <a:miter lim="800000"/>
              </a:ln>
              <a:effectLst/>
            </p:spPr>
            <p:txBody>
              <a:bodyPr rtlCol="0" anchor="ctr"/>
              <a:lstStyle/>
              <a:p>
                <a:pPr algn="ctr">
                  <a:defRPr/>
                </a:pPr>
                <a:r>
                  <a:rPr lang="es-MX" sz="600" b="1" kern="0">
                    <a:solidFill>
                      <a:schemeClr val="bg1"/>
                    </a:solidFill>
                    <a:latin typeface="Calibri" panose="020F0502020204030204"/>
                  </a:rPr>
                  <a:t>CICS</a:t>
                </a:r>
              </a:p>
            </p:txBody>
          </p:sp>
          <p:sp>
            <p:nvSpPr>
              <p:cNvPr id="2201" name="Cilindro 272">
                <a:extLst>
                  <a:ext uri="{FF2B5EF4-FFF2-40B4-BE49-F238E27FC236}">
                    <a16:creationId xmlns:a16="http://schemas.microsoft.com/office/drawing/2014/main" id="{3EEDC89C-6D75-3167-24DB-64931BFFA5BD}"/>
                  </a:ext>
                </a:extLst>
              </p:cNvPr>
              <p:cNvSpPr/>
              <p:nvPr/>
            </p:nvSpPr>
            <p:spPr>
              <a:xfrm>
                <a:off x="9166681" y="2178408"/>
                <a:ext cx="435386" cy="622737"/>
              </a:xfrm>
              <a:prstGeom prst="can">
                <a:avLst/>
              </a:prstGeom>
              <a:solidFill>
                <a:sysClr val="window" lastClr="FFFFFF">
                  <a:lumMod val="85000"/>
                </a:sysClr>
              </a:solidFill>
              <a:ln w="12700" cap="flat" cmpd="sng" algn="ctr">
                <a:solidFill>
                  <a:sysClr val="windowText" lastClr="000000"/>
                </a:solidFill>
                <a:prstDash val="solid"/>
                <a:miter lim="800000"/>
              </a:ln>
              <a:effectLst/>
            </p:spPr>
            <p:txBody>
              <a:bodyPr rtlCol="0" anchor="ctr"/>
              <a:lstStyle/>
              <a:p>
                <a:pPr algn="ctr">
                  <a:defRPr/>
                </a:pPr>
                <a:endParaRPr lang="es-MX" sz="1050" kern="0">
                  <a:solidFill>
                    <a:prstClr val="white"/>
                  </a:solidFill>
                  <a:latin typeface="Calibri" panose="020F0502020204030204"/>
                </a:endParaRPr>
              </a:p>
            </p:txBody>
          </p:sp>
          <p:pic>
            <p:nvPicPr>
              <p:cNvPr id="2202" name="Imagen 273">
                <a:extLst>
                  <a:ext uri="{FF2B5EF4-FFF2-40B4-BE49-F238E27FC236}">
                    <a16:creationId xmlns:a16="http://schemas.microsoft.com/office/drawing/2014/main" id="{B4D5EFB5-8F22-ED97-50D5-C6DA2B7FC646}"/>
                  </a:ext>
                </a:extLst>
              </p:cNvPr>
              <p:cNvPicPr>
                <a:picLocks noChangeAspect="1"/>
              </p:cNvPicPr>
              <p:nvPr/>
            </p:nvPicPr>
            <p:blipFill>
              <a:blip r:embed="rId16"/>
              <a:stretch>
                <a:fillRect/>
              </a:stretch>
            </p:blipFill>
            <p:spPr>
              <a:xfrm>
                <a:off x="9195882" y="2358253"/>
                <a:ext cx="376982" cy="375404"/>
              </a:xfrm>
              <a:prstGeom prst="rect">
                <a:avLst/>
              </a:prstGeom>
            </p:spPr>
          </p:pic>
          <p:sp>
            <p:nvSpPr>
              <p:cNvPr id="2203" name="Rectángulo redondeado 274">
                <a:extLst>
                  <a:ext uri="{FF2B5EF4-FFF2-40B4-BE49-F238E27FC236}">
                    <a16:creationId xmlns:a16="http://schemas.microsoft.com/office/drawing/2014/main" id="{911869B6-9F8C-28F2-A472-B7C2A1A9CFAD}"/>
                  </a:ext>
                </a:extLst>
              </p:cNvPr>
              <p:cNvSpPr/>
              <p:nvPr/>
            </p:nvSpPr>
            <p:spPr>
              <a:xfrm>
                <a:off x="8391718" y="1985615"/>
                <a:ext cx="761793" cy="934985"/>
              </a:xfrm>
              <a:prstGeom prst="roundRect">
                <a:avLst/>
              </a:prstGeom>
              <a:solidFill>
                <a:sysClr val="window" lastClr="FFFFFF">
                  <a:lumMod val="85000"/>
                </a:sysClr>
              </a:solidFill>
              <a:ln w="12700" cap="flat" cmpd="sng" algn="ctr">
                <a:solidFill>
                  <a:sysClr val="windowText" lastClr="000000"/>
                </a:solidFill>
                <a:prstDash val="solid"/>
                <a:miter lim="800000"/>
              </a:ln>
              <a:effectLst/>
            </p:spPr>
            <p:txBody>
              <a:bodyPr rtlCol="0" anchor="ctr"/>
              <a:lstStyle/>
              <a:p>
                <a:pPr lvl="0"/>
                <a:r>
                  <a:rPr lang="es-MX" sz="500" b="1">
                    <a:solidFill>
                      <a:prstClr val="black"/>
                    </a:solidFill>
                    <a:latin typeface="Calibri" panose="020F0502020204030204"/>
                  </a:rPr>
                  <a:t>Core Altair</a:t>
                </a:r>
              </a:p>
            </p:txBody>
          </p:sp>
          <p:sp>
            <p:nvSpPr>
              <p:cNvPr id="2204" name="CuadroTexto 277">
                <a:extLst>
                  <a:ext uri="{FF2B5EF4-FFF2-40B4-BE49-F238E27FC236}">
                    <a16:creationId xmlns:a16="http://schemas.microsoft.com/office/drawing/2014/main" id="{9AB2A70F-90C5-1648-53AD-2200F715BDAC}"/>
                  </a:ext>
                </a:extLst>
              </p:cNvPr>
              <p:cNvSpPr txBox="1"/>
              <p:nvPr/>
            </p:nvSpPr>
            <p:spPr>
              <a:xfrm>
                <a:off x="8753761" y="1718064"/>
                <a:ext cx="934354" cy="342179"/>
              </a:xfrm>
              <a:prstGeom prst="rect">
                <a:avLst/>
              </a:prstGeom>
              <a:noFill/>
            </p:spPr>
            <p:txBody>
              <a:bodyPr wrap="none" rtlCol="0">
                <a:spAutoFit/>
              </a:bodyPr>
              <a:lstStyle/>
              <a:p>
                <a:r>
                  <a:rPr lang="es-MX" sz="600">
                    <a:solidFill>
                      <a:prstClr val="white"/>
                    </a:solidFill>
                    <a:latin typeface="Calibri" panose="020F0502020204030204"/>
                  </a:rPr>
                  <a:t>IBM OS/390</a:t>
                </a:r>
              </a:p>
            </p:txBody>
          </p:sp>
        </p:grpSp>
        <p:sp>
          <p:nvSpPr>
            <p:cNvPr id="2205" name="45 Rectángulo">
              <a:extLst>
                <a:ext uri="{FF2B5EF4-FFF2-40B4-BE49-F238E27FC236}">
                  <a16:creationId xmlns:a16="http://schemas.microsoft.com/office/drawing/2014/main" id="{E5D117A0-17C6-4D0C-802F-1B6A1B7FEF43}"/>
                </a:ext>
              </a:extLst>
            </p:cNvPr>
            <p:cNvSpPr/>
            <p:nvPr/>
          </p:nvSpPr>
          <p:spPr bwMode="auto">
            <a:xfrm>
              <a:off x="7557983" y="4353546"/>
              <a:ext cx="1512248" cy="970416"/>
            </a:xfrm>
            <a:prstGeom prst="rect">
              <a:avLst/>
            </a:prstGeom>
            <a:solidFill>
              <a:srgbClr val="FF8F8F"/>
            </a:solidFill>
            <a:ln w="9525" cap="flat" cmpd="sng" algn="ctr">
              <a:solidFill>
                <a:schemeClr val="bg1"/>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defTabSz="902676"/>
              <a:r>
                <a:rPr lang="es-MX" sz="800" b="1"/>
                <a:t>Servicios Core</a:t>
              </a:r>
            </a:p>
          </p:txBody>
        </p:sp>
        <p:pic>
          <p:nvPicPr>
            <p:cNvPr id="2206" name="Imagen 282">
              <a:extLst>
                <a:ext uri="{FF2B5EF4-FFF2-40B4-BE49-F238E27FC236}">
                  <a16:creationId xmlns:a16="http://schemas.microsoft.com/office/drawing/2014/main" id="{9733B2F7-30A2-019C-29DB-511E00D78C71}"/>
                </a:ext>
              </a:extLst>
            </p:cNvPr>
            <p:cNvPicPr>
              <a:picLocks noChangeAspect="1"/>
            </p:cNvPicPr>
            <p:nvPr/>
          </p:nvPicPr>
          <p:blipFill>
            <a:blip r:embed="rId17"/>
            <a:stretch>
              <a:fillRect/>
            </a:stretch>
          </p:blipFill>
          <p:spPr>
            <a:xfrm>
              <a:off x="7591613" y="4736822"/>
              <a:ext cx="247590" cy="568575"/>
            </a:xfrm>
            <a:prstGeom prst="rect">
              <a:avLst/>
            </a:prstGeom>
          </p:spPr>
        </p:pic>
        <p:pic>
          <p:nvPicPr>
            <p:cNvPr id="2207" name="Imagen 284">
              <a:extLst>
                <a:ext uri="{FF2B5EF4-FFF2-40B4-BE49-F238E27FC236}">
                  <a16:creationId xmlns:a16="http://schemas.microsoft.com/office/drawing/2014/main" id="{720A920C-975B-6DD1-2BC4-72D5D6E30F0F}"/>
                </a:ext>
              </a:extLst>
            </p:cNvPr>
            <p:cNvPicPr>
              <a:picLocks noChangeAspect="1"/>
            </p:cNvPicPr>
            <p:nvPr/>
          </p:nvPicPr>
          <p:blipFill>
            <a:blip r:embed="rId18"/>
            <a:stretch>
              <a:fillRect/>
            </a:stretch>
          </p:blipFill>
          <p:spPr>
            <a:xfrm>
              <a:off x="7850966" y="4630923"/>
              <a:ext cx="972228" cy="464555"/>
            </a:xfrm>
            <a:prstGeom prst="rect">
              <a:avLst/>
            </a:prstGeom>
          </p:spPr>
        </p:pic>
        <p:sp>
          <p:nvSpPr>
            <p:cNvPr id="2208" name="Rectángulo 286">
              <a:extLst>
                <a:ext uri="{FF2B5EF4-FFF2-40B4-BE49-F238E27FC236}">
                  <a16:creationId xmlns:a16="http://schemas.microsoft.com/office/drawing/2014/main" id="{82DB88C5-4255-8384-AC11-8206A620A458}"/>
                </a:ext>
              </a:extLst>
            </p:cNvPr>
            <p:cNvSpPr/>
            <p:nvPr/>
          </p:nvSpPr>
          <p:spPr>
            <a:xfrm>
              <a:off x="7771733" y="5077741"/>
              <a:ext cx="943131" cy="313664"/>
            </a:xfrm>
            <a:prstGeom prst="rect">
              <a:avLst/>
            </a:prstGeom>
          </p:spPr>
          <p:txBody>
            <a:bodyPr wrap="square">
              <a:spAutoFit/>
            </a:bodyPr>
            <a:lstStyle/>
            <a:p>
              <a:pPr marL="0" marR="0" lvl="0" indent="0" algn="ctr" defTabSz="914400" eaLnBrk="1" fontAlgn="base" latinLnBrk="0" hangingPunct="1">
                <a:lnSpc>
                  <a:spcPct val="100000"/>
                </a:lnSpc>
                <a:spcBef>
                  <a:spcPct val="20000"/>
                </a:spcBef>
                <a:spcAft>
                  <a:spcPct val="0"/>
                </a:spcAft>
                <a:buClr>
                  <a:srgbClr val="FF5D5D"/>
                </a:buClr>
                <a:buSzTx/>
                <a:buFont typeface="Wingdings" pitchFamily="2" charset="2"/>
                <a:buNone/>
                <a:tabLst/>
                <a:defRPr/>
              </a:pPr>
              <a:r>
                <a:rPr kumimoji="0" lang="es-MX" sz="500" b="0" i="0" u="none" strike="noStrike" kern="0" cap="none" spc="0" normalizeH="0" baseline="0" noProof="0">
                  <a:ln>
                    <a:noFill/>
                  </a:ln>
                  <a:solidFill>
                    <a:srgbClr val="5F5F5F">
                      <a:lumMod val="50000"/>
                    </a:srgbClr>
                  </a:solidFill>
                  <a:effectLst/>
                  <a:uLnTx/>
                  <a:uFillTx/>
                </a:rPr>
                <a:t>Servicios</a:t>
              </a:r>
            </a:p>
          </p:txBody>
        </p:sp>
        <p:cxnSp>
          <p:nvCxnSpPr>
            <p:cNvPr id="2209" name="3 Conector angular">
              <a:extLst>
                <a:ext uri="{FF2B5EF4-FFF2-40B4-BE49-F238E27FC236}">
                  <a16:creationId xmlns:a16="http://schemas.microsoft.com/office/drawing/2014/main" id="{84500F81-7369-964E-475E-72921AD6FAD4}"/>
                </a:ext>
              </a:extLst>
            </p:cNvPr>
            <p:cNvCxnSpPr>
              <a:stCxn id="2205" idx="1"/>
              <a:endCxn id="2238" idx="3"/>
            </p:cNvCxnSpPr>
            <p:nvPr/>
          </p:nvCxnSpPr>
          <p:spPr bwMode="auto">
            <a:xfrm rot="10800000">
              <a:off x="6741969" y="4411756"/>
              <a:ext cx="816014" cy="426999"/>
            </a:xfrm>
            <a:prstGeom prst="bentConnector3">
              <a:avLst>
                <a:gd name="adj1" fmla="val 50000"/>
              </a:avLst>
            </a:prstGeom>
            <a:noFill/>
            <a:ln w="25400" cap="flat" cmpd="sng" algn="ctr">
              <a:solidFill>
                <a:schemeClr val="bg2">
                  <a:lumMod val="25000"/>
                </a:schemeClr>
              </a:solidFill>
              <a:prstDash val="solid"/>
              <a:headEnd type="triangle" w="med" len="med"/>
              <a:tailEnd type="none"/>
            </a:ln>
            <a:effectLst>
              <a:outerShdw blurRad="40000" dist="20000" dir="5400000" rotWithShape="0">
                <a:srgbClr val="000000">
                  <a:alpha val="38000"/>
                </a:srgbClr>
              </a:outerShdw>
            </a:effectLst>
          </p:spPr>
        </p:cxnSp>
        <p:pic>
          <p:nvPicPr>
            <p:cNvPr id="2210" name="Imagen 287">
              <a:extLst>
                <a:ext uri="{FF2B5EF4-FFF2-40B4-BE49-F238E27FC236}">
                  <a16:creationId xmlns:a16="http://schemas.microsoft.com/office/drawing/2014/main" id="{6B11B054-6AD4-BE06-5650-E0ED55DBFA07}"/>
                </a:ext>
              </a:extLst>
            </p:cNvPr>
            <p:cNvPicPr>
              <a:picLocks noChangeAspect="1"/>
            </p:cNvPicPr>
            <p:nvPr/>
          </p:nvPicPr>
          <p:blipFill>
            <a:blip r:embed="rId19"/>
            <a:stretch>
              <a:fillRect/>
            </a:stretch>
          </p:blipFill>
          <p:spPr>
            <a:xfrm>
              <a:off x="6965263" y="4570967"/>
              <a:ext cx="468000" cy="205333"/>
            </a:xfrm>
            <a:prstGeom prst="rect">
              <a:avLst/>
            </a:prstGeom>
          </p:spPr>
        </p:pic>
        <p:cxnSp>
          <p:nvCxnSpPr>
            <p:cNvPr id="2211" name="3 Conector angular">
              <a:extLst>
                <a:ext uri="{FF2B5EF4-FFF2-40B4-BE49-F238E27FC236}">
                  <a16:creationId xmlns:a16="http://schemas.microsoft.com/office/drawing/2014/main" id="{EB80DE86-5C82-E216-3608-393DC946304B}"/>
                </a:ext>
              </a:extLst>
            </p:cNvPr>
            <p:cNvCxnSpPr>
              <a:stCxn id="2237" idx="3"/>
              <a:endCxn id="2206" idx="1"/>
            </p:cNvCxnSpPr>
            <p:nvPr/>
          </p:nvCxnSpPr>
          <p:spPr bwMode="auto">
            <a:xfrm flipV="1">
              <a:off x="6777472" y="5021110"/>
              <a:ext cx="814141" cy="103231"/>
            </a:xfrm>
            <a:prstGeom prst="bentConnector3">
              <a:avLst>
                <a:gd name="adj1" fmla="val 50000"/>
              </a:avLst>
            </a:prstGeom>
            <a:noFill/>
            <a:ln w="25400" cap="flat" cmpd="sng" algn="ctr">
              <a:solidFill>
                <a:schemeClr val="bg2">
                  <a:lumMod val="25000"/>
                </a:schemeClr>
              </a:solidFill>
              <a:prstDash val="solid"/>
              <a:headEnd type="triangle" w="med" len="med"/>
              <a:tailEnd type="none"/>
            </a:ln>
            <a:effectLst>
              <a:outerShdw blurRad="40000" dist="20000" dir="5400000" rotWithShape="0">
                <a:srgbClr val="000000">
                  <a:alpha val="38000"/>
                </a:srgbClr>
              </a:outerShdw>
            </a:effectLst>
          </p:spPr>
        </p:cxnSp>
        <p:cxnSp>
          <p:nvCxnSpPr>
            <p:cNvPr id="2212" name="3 Conector angular">
              <a:extLst>
                <a:ext uri="{FF2B5EF4-FFF2-40B4-BE49-F238E27FC236}">
                  <a16:creationId xmlns:a16="http://schemas.microsoft.com/office/drawing/2014/main" id="{D4E155EB-F7D1-AB2D-0CEB-18B115BF5CCE}"/>
                </a:ext>
              </a:extLst>
            </p:cNvPr>
            <p:cNvCxnSpPr>
              <a:stCxn id="2200" idx="1"/>
              <a:endCxn id="2162" idx="3"/>
            </p:cNvCxnSpPr>
            <p:nvPr/>
          </p:nvCxnSpPr>
          <p:spPr bwMode="auto">
            <a:xfrm rot="10800000">
              <a:off x="9375032" y="5143555"/>
              <a:ext cx="425015" cy="89061"/>
            </a:xfrm>
            <a:prstGeom prst="bentConnector3">
              <a:avLst>
                <a:gd name="adj1" fmla="val 50000"/>
              </a:avLst>
            </a:prstGeom>
            <a:noFill/>
            <a:ln w="25400" cap="flat" cmpd="sng" algn="ctr">
              <a:solidFill>
                <a:schemeClr val="bg2">
                  <a:lumMod val="25000"/>
                </a:schemeClr>
              </a:solidFill>
              <a:prstDash val="solid"/>
              <a:headEnd type="triangle" w="med" len="med"/>
              <a:tailEnd type="none"/>
            </a:ln>
            <a:effectLst>
              <a:outerShdw blurRad="40000" dist="20000" dir="5400000" rotWithShape="0">
                <a:srgbClr val="000000">
                  <a:alpha val="38000"/>
                </a:srgbClr>
              </a:outerShdw>
            </a:effectLst>
          </p:spPr>
        </p:cxnSp>
        <p:cxnSp>
          <p:nvCxnSpPr>
            <p:cNvPr id="2213" name="3 Conector angular">
              <a:extLst>
                <a:ext uri="{FF2B5EF4-FFF2-40B4-BE49-F238E27FC236}">
                  <a16:creationId xmlns:a16="http://schemas.microsoft.com/office/drawing/2014/main" id="{FB858F1F-9D70-2A42-EBD9-16D49577FB32}"/>
                </a:ext>
              </a:extLst>
            </p:cNvPr>
            <p:cNvCxnSpPr>
              <a:stCxn id="2167" idx="2"/>
              <a:endCxn id="2205" idx="0"/>
            </p:cNvCxnSpPr>
            <p:nvPr/>
          </p:nvCxnSpPr>
          <p:spPr bwMode="auto">
            <a:xfrm rot="5400000">
              <a:off x="7943485" y="3888191"/>
              <a:ext cx="835977" cy="94732"/>
            </a:xfrm>
            <a:prstGeom prst="bentConnector3">
              <a:avLst>
                <a:gd name="adj1" fmla="val 50000"/>
              </a:avLst>
            </a:prstGeom>
            <a:noFill/>
            <a:ln w="25400" cap="flat" cmpd="sng" algn="ctr">
              <a:solidFill>
                <a:schemeClr val="bg2">
                  <a:lumMod val="25000"/>
                </a:schemeClr>
              </a:solidFill>
              <a:prstDash val="solid"/>
              <a:headEnd type="triangle" w="med" len="med"/>
              <a:tailEnd type="none"/>
            </a:ln>
            <a:effectLst>
              <a:outerShdw blurRad="40000" dist="20000" dir="5400000" rotWithShape="0">
                <a:srgbClr val="000000">
                  <a:alpha val="38000"/>
                </a:srgbClr>
              </a:outerShdw>
            </a:effectLst>
          </p:spPr>
        </p:cxnSp>
        <p:sp>
          <p:nvSpPr>
            <p:cNvPr id="2214" name="Rectangle 142">
              <a:extLst>
                <a:ext uri="{FF2B5EF4-FFF2-40B4-BE49-F238E27FC236}">
                  <a16:creationId xmlns:a16="http://schemas.microsoft.com/office/drawing/2014/main" id="{C949AF60-E783-37AB-4E72-E3E9DE032FA2}"/>
                </a:ext>
              </a:extLst>
            </p:cNvPr>
            <p:cNvSpPr/>
            <p:nvPr/>
          </p:nvSpPr>
          <p:spPr bwMode="auto">
            <a:xfrm>
              <a:off x="7448842" y="4076168"/>
              <a:ext cx="1998224" cy="1611977"/>
            </a:xfrm>
            <a:prstGeom prst="rect">
              <a:avLst/>
            </a:prstGeom>
            <a:noFill/>
            <a:ln w="25400" cap="flat" cmpd="sng" algn="ctr">
              <a:solidFill>
                <a:schemeClr val="bg2">
                  <a:lumMod val="25000"/>
                </a:schemeClr>
              </a:solidFill>
              <a:prstDash val="solid"/>
              <a:headEnd type="none" w="med" len="med"/>
              <a:tailEnd type="none" w="med" len="med"/>
            </a:ln>
            <a:effectLst/>
          </p:spPr>
          <p:txBody>
            <a:bodyPr vert="horz" wrap="none" lIns="97749" tIns="48875" rIns="97749" bIns="48875" numCol="1" rtlCol="0" anchor="t" anchorCtr="0" compatLnSpc="1">
              <a:prstTxWarp prst="textNoShape">
                <a:avLst/>
              </a:prstTxWarp>
              <a:noAutofit/>
            </a:bodyPr>
            <a:lstStyle/>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700" b="1" i="0" u="none" strike="noStrike" kern="0" cap="none" spc="0" normalizeH="0" baseline="0" noProof="0">
                <a:ln>
                  <a:noFill/>
                </a:ln>
                <a:solidFill>
                  <a:srgbClr val="E75353">
                    <a:lumMod val="75000"/>
                  </a:srgbClr>
                </a:solidFill>
                <a:effectLst/>
                <a:uLnTx/>
                <a:uFillTx/>
                <a:latin typeface="Arial"/>
                <a:ea typeface="+mn-ea"/>
                <a:cs typeface="+mn-cs"/>
              </a:endParaRPr>
            </a:p>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700" b="1" i="0" u="none" strike="noStrike" kern="0" cap="none" spc="0" normalizeH="0" baseline="0" noProof="0">
                <a:ln>
                  <a:noFill/>
                </a:ln>
                <a:solidFill>
                  <a:srgbClr val="E75353">
                    <a:lumMod val="75000"/>
                  </a:srgbClr>
                </a:solidFill>
                <a:effectLst/>
                <a:uLnTx/>
                <a:uFillTx/>
                <a:latin typeface="Arial"/>
                <a:ea typeface="+mn-ea"/>
                <a:cs typeface="+mn-cs"/>
              </a:endParaRPr>
            </a:p>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700" b="1" i="0" u="none" strike="noStrike" kern="0" cap="none" spc="0" normalizeH="0" baseline="0" noProof="0">
                <a:ln>
                  <a:noFill/>
                </a:ln>
                <a:solidFill>
                  <a:srgbClr val="E75353">
                    <a:lumMod val="75000"/>
                  </a:srgbClr>
                </a:solidFill>
                <a:effectLst/>
                <a:uLnTx/>
                <a:uFillTx/>
                <a:latin typeface="Arial"/>
                <a:ea typeface="+mn-ea"/>
                <a:cs typeface="+mn-cs"/>
              </a:endParaRPr>
            </a:p>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700" b="1" i="0" u="none" strike="noStrike" kern="0" cap="none" spc="0" normalizeH="0" baseline="0" noProof="0">
                <a:ln>
                  <a:noFill/>
                </a:ln>
                <a:solidFill>
                  <a:srgbClr val="E75353">
                    <a:lumMod val="75000"/>
                  </a:srgbClr>
                </a:solidFill>
                <a:effectLst/>
                <a:uLnTx/>
                <a:uFillTx/>
                <a:latin typeface="Arial"/>
                <a:ea typeface="+mn-ea"/>
                <a:cs typeface="+mn-cs"/>
              </a:endParaRPr>
            </a:p>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700" b="1" i="0" u="none" strike="noStrike" kern="0" cap="none" spc="0" normalizeH="0" baseline="0" noProof="0">
                <a:ln>
                  <a:noFill/>
                </a:ln>
                <a:solidFill>
                  <a:srgbClr val="E75353">
                    <a:lumMod val="75000"/>
                  </a:srgbClr>
                </a:solidFill>
                <a:effectLst/>
                <a:uLnTx/>
                <a:uFillTx/>
                <a:latin typeface="Arial"/>
                <a:ea typeface="+mn-ea"/>
                <a:cs typeface="+mn-cs"/>
              </a:endParaRPr>
            </a:p>
          </p:txBody>
        </p:sp>
        <p:sp>
          <p:nvSpPr>
            <p:cNvPr id="2215" name="Rectangle 135">
              <a:extLst>
                <a:ext uri="{FF2B5EF4-FFF2-40B4-BE49-F238E27FC236}">
                  <a16:creationId xmlns:a16="http://schemas.microsoft.com/office/drawing/2014/main" id="{90FF5F65-81A9-A891-8B90-3F5B3D875CDD}"/>
                </a:ext>
              </a:extLst>
            </p:cNvPr>
            <p:cNvSpPr/>
            <p:nvPr/>
          </p:nvSpPr>
          <p:spPr>
            <a:xfrm>
              <a:off x="8570233" y="4632327"/>
              <a:ext cx="445859" cy="212443"/>
            </a:xfrm>
            <a:prstGeom prst="rect">
              <a:avLst/>
            </a:prstGeom>
            <a:solidFill>
              <a:srgbClr val="5F5F5F"/>
            </a:solidFill>
            <a:ln w="9525">
              <a:solidFill>
                <a:srgbClr val="000000"/>
              </a:solidFill>
              <a:miter lim="800000"/>
              <a:headEnd/>
              <a:tailEnd/>
            </a:ln>
            <a:effectLst>
              <a:outerShdw dist="35921" dir="2700000" algn="ctr" rotWithShape="0">
                <a:srgbClr val="808080"/>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r>
                <a:rPr lang="es-ES" sz="400" b="1" kern="0">
                  <a:solidFill>
                    <a:srgbClr val="FFFFFF"/>
                  </a:solidFill>
                </a:rPr>
                <a:t>IDA</a:t>
              </a:r>
              <a:endParaRPr kumimoji="0" lang="es-ES" sz="400" b="1" i="0" u="none" strike="noStrike" kern="0" cap="none" spc="0" normalizeH="0" baseline="0" noProof="0">
                <a:ln>
                  <a:noFill/>
                </a:ln>
                <a:solidFill>
                  <a:srgbClr val="FFFFFF"/>
                </a:solidFill>
                <a:effectLst/>
                <a:uLnTx/>
                <a:uFillTx/>
              </a:endParaRPr>
            </a:p>
          </p:txBody>
        </p:sp>
        <p:pic>
          <p:nvPicPr>
            <p:cNvPr id="2216" name="Imagen 323">
              <a:extLst>
                <a:ext uri="{FF2B5EF4-FFF2-40B4-BE49-F238E27FC236}">
                  <a16:creationId xmlns:a16="http://schemas.microsoft.com/office/drawing/2014/main" id="{C6C5B0C2-6F73-D5A5-D679-E4455A2A6342}"/>
                </a:ext>
              </a:extLst>
            </p:cNvPr>
            <p:cNvPicPr>
              <a:picLocks noChangeAspect="1"/>
            </p:cNvPicPr>
            <p:nvPr/>
          </p:nvPicPr>
          <p:blipFill>
            <a:blip r:embed="rId20"/>
            <a:stretch>
              <a:fillRect/>
            </a:stretch>
          </p:blipFill>
          <p:spPr>
            <a:xfrm>
              <a:off x="8356444" y="4100133"/>
              <a:ext cx="1073717" cy="177329"/>
            </a:xfrm>
            <a:prstGeom prst="rect">
              <a:avLst/>
            </a:prstGeom>
          </p:spPr>
        </p:pic>
        <p:sp>
          <p:nvSpPr>
            <p:cNvPr id="2217" name="155 Elipse">
              <a:extLst>
                <a:ext uri="{FF2B5EF4-FFF2-40B4-BE49-F238E27FC236}">
                  <a16:creationId xmlns:a16="http://schemas.microsoft.com/office/drawing/2014/main" id="{37422BFC-9A9B-490F-DB5F-9C947921F114}"/>
                </a:ext>
              </a:extLst>
            </p:cNvPr>
            <p:cNvSpPr/>
            <p:nvPr/>
          </p:nvSpPr>
          <p:spPr bwMode="auto">
            <a:xfrm>
              <a:off x="1195692" y="2787919"/>
              <a:ext cx="276225" cy="284162"/>
            </a:xfrm>
            <a:prstGeom prst="ellipse">
              <a:avLst/>
            </a:prstGeom>
            <a:solidFill>
              <a:schemeClr val="tx1"/>
            </a:solidFill>
            <a:ln w="25400" cap="flat" cmpd="sng" algn="ctr">
              <a:solidFill>
                <a:schemeClr val="tx1"/>
              </a:solidFill>
              <a:prstDash val="solid"/>
            </a:ln>
            <a:effectLst/>
          </p:spPr>
          <p:txBody>
            <a:bodyPr anchor="ctr"/>
            <a:lstStyle/>
            <a:p>
              <a:pPr algn="ctr" fontAlgn="base">
                <a:spcBef>
                  <a:spcPct val="20000"/>
                </a:spcBef>
                <a:spcAft>
                  <a:spcPct val="0"/>
                </a:spcAft>
                <a:buClr>
                  <a:srgbClr val="FF5D5D"/>
                </a:buClr>
                <a:buFont typeface="Wingdings" pitchFamily="2" charset="2"/>
                <a:buNone/>
              </a:pPr>
              <a:r>
                <a:rPr lang="es-ES" sz="800" b="1" kern="0">
                  <a:solidFill>
                    <a:srgbClr val="FFFFFF"/>
                  </a:solidFill>
                  <a:latin typeface="Arial"/>
                </a:rPr>
                <a:t>1</a:t>
              </a:r>
            </a:p>
          </p:txBody>
        </p:sp>
        <p:sp>
          <p:nvSpPr>
            <p:cNvPr id="2218" name="155 Elipse">
              <a:extLst>
                <a:ext uri="{FF2B5EF4-FFF2-40B4-BE49-F238E27FC236}">
                  <a16:creationId xmlns:a16="http://schemas.microsoft.com/office/drawing/2014/main" id="{6E2BB300-349C-86ED-594E-7B93587BCE9C}"/>
                </a:ext>
              </a:extLst>
            </p:cNvPr>
            <p:cNvSpPr/>
            <p:nvPr/>
          </p:nvSpPr>
          <p:spPr bwMode="auto">
            <a:xfrm>
              <a:off x="7607839" y="4087170"/>
              <a:ext cx="276225" cy="284162"/>
            </a:xfrm>
            <a:prstGeom prst="ellipse">
              <a:avLst/>
            </a:prstGeom>
            <a:solidFill>
              <a:schemeClr val="tx1"/>
            </a:solidFill>
            <a:ln w="25400" cap="flat" cmpd="sng" algn="ctr">
              <a:solidFill>
                <a:schemeClr val="tx1"/>
              </a:solidFill>
              <a:prstDash val="solid"/>
            </a:ln>
            <a:effectLst/>
          </p:spPr>
          <p:txBody>
            <a:bodyPr anchor="ctr"/>
            <a:lstStyle/>
            <a:p>
              <a:pPr algn="ctr" fontAlgn="base">
                <a:spcBef>
                  <a:spcPct val="20000"/>
                </a:spcBef>
                <a:spcAft>
                  <a:spcPct val="0"/>
                </a:spcAft>
                <a:buClr>
                  <a:srgbClr val="FF5D5D"/>
                </a:buClr>
                <a:buFont typeface="Wingdings" pitchFamily="2" charset="2"/>
                <a:buNone/>
              </a:pPr>
              <a:r>
                <a:rPr lang="es-ES" sz="800" b="1" kern="0">
                  <a:solidFill>
                    <a:srgbClr val="FFFFFF"/>
                  </a:solidFill>
                  <a:latin typeface="Arial"/>
                </a:rPr>
                <a:t>3</a:t>
              </a:r>
            </a:p>
          </p:txBody>
        </p:sp>
        <p:sp>
          <p:nvSpPr>
            <p:cNvPr id="2219" name="155 Elipse">
              <a:extLst>
                <a:ext uri="{FF2B5EF4-FFF2-40B4-BE49-F238E27FC236}">
                  <a16:creationId xmlns:a16="http://schemas.microsoft.com/office/drawing/2014/main" id="{AFAD2088-7546-DB80-D4BB-DB4565F63B77}"/>
                </a:ext>
              </a:extLst>
            </p:cNvPr>
            <p:cNvSpPr/>
            <p:nvPr/>
          </p:nvSpPr>
          <p:spPr bwMode="auto">
            <a:xfrm>
              <a:off x="7737556" y="2103829"/>
              <a:ext cx="276225" cy="284162"/>
            </a:xfrm>
            <a:prstGeom prst="ellipse">
              <a:avLst/>
            </a:prstGeom>
            <a:solidFill>
              <a:schemeClr val="tx1"/>
            </a:solidFill>
            <a:ln w="25400" cap="flat" cmpd="sng" algn="ctr">
              <a:solidFill>
                <a:schemeClr val="tx1"/>
              </a:solidFill>
              <a:prstDash val="solid"/>
            </a:ln>
            <a:effectLst/>
          </p:spPr>
          <p:txBody>
            <a:bodyPr anchor="ctr"/>
            <a:lstStyle/>
            <a:p>
              <a:pPr algn="ctr" fontAlgn="base">
                <a:spcBef>
                  <a:spcPct val="20000"/>
                </a:spcBef>
                <a:spcAft>
                  <a:spcPct val="0"/>
                </a:spcAft>
                <a:buClr>
                  <a:srgbClr val="FF5D5D"/>
                </a:buClr>
                <a:buFont typeface="Wingdings" pitchFamily="2" charset="2"/>
                <a:buNone/>
              </a:pPr>
              <a:r>
                <a:rPr lang="es-ES" sz="800" b="1" kern="0">
                  <a:solidFill>
                    <a:srgbClr val="FFFFFF"/>
                  </a:solidFill>
                  <a:latin typeface="Arial"/>
                </a:rPr>
                <a:t>5</a:t>
              </a:r>
            </a:p>
          </p:txBody>
        </p:sp>
        <p:sp>
          <p:nvSpPr>
            <p:cNvPr id="2220" name="155 Elipse">
              <a:extLst>
                <a:ext uri="{FF2B5EF4-FFF2-40B4-BE49-F238E27FC236}">
                  <a16:creationId xmlns:a16="http://schemas.microsoft.com/office/drawing/2014/main" id="{6808F1D1-166C-EE89-6339-9F00805DF8BB}"/>
                </a:ext>
              </a:extLst>
            </p:cNvPr>
            <p:cNvSpPr/>
            <p:nvPr/>
          </p:nvSpPr>
          <p:spPr bwMode="auto">
            <a:xfrm>
              <a:off x="9926038" y="4485082"/>
              <a:ext cx="276225" cy="284162"/>
            </a:xfrm>
            <a:prstGeom prst="ellipse">
              <a:avLst/>
            </a:prstGeom>
            <a:solidFill>
              <a:schemeClr val="tx1"/>
            </a:solidFill>
            <a:ln w="25400" cap="flat" cmpd="sng" algn="ctr">
              <a:solidFill>
                <a:schemeClr val="tx1"/>
              </a:solidFill>
              <a:prstDash val="solid"/>
            </a:ln>
            <a:effectLst/>
          </p:spPr>
          <p:txBody>
            <a:bodyPr anchor="ctr"/>
            <a:lstStyle/>
            <a:p>
              <a:pPr algn="ctr" fontAlgn="base">
                <a:spcBef>
                  <a:spcPct val="20000"/>
                </a:spcBef>
                <a:spcAft>
                  <a:spcPct val="0"/>
                </a:spcAft>
                <a:buClr>
                  <a:srgbClr val="FF5D5D"/>
                </a:buClr>
                <a:buFont typeface="Wingdings" pitchFamily="2" charset="2"/>
                <a:buNone/>
              </a:pPr>
              <a:r>
                <a:rPr lang="es-ES" sz="800" b="1" kern="0">
                  <a:solidFill>
                    <a:srgbClr val="FFFFFF"/>
                  </a:solidFill>
                  <a:latin typeface="Arial"/>
                </a:rPr>
                <a:t>4</a:t>
              </a:r>
            </a:p>
          </p:txBody>
        </p:sp>
        <p:pic>
          <p:nvPicPr>
            <p:cNvPr id="2235" name="Imagen 3">
              <a:extLst>
                <a:ext uri="{FF2B5EF4-FFF2-40B4-BE49-F238E27FC236}">
                  <a16:creationId xmlns:a16="http://schemas.microsoft.com/office/drawing/2014/main" id="{F57B3CD1-566D-4ADB-5150-1DBC2AFEEDD9}"/>
                </a:ext>
              </a:extLst>
            </p:cNvPr>
            <p:cNvPicPr>
              <a:picLocks noChangeAspect="1" noChangeArrowheads="1"/>
            </p:cNvPicPr>
            <p:nvPr/>
          </p:nvPicPr>
          <p:blipFill>
            <a:blip r:embed="rId21" cstate="print">
              <a:extLst>
                <a:ext uri="{28A0092B-C50C-407E-A947-70E740481C1C}">
                  <a14:useLocalDpi xmlns:a14="http://schemas.microsoft.com/office/drawing/2010/main" val="0"/>
                </a:ext>
              </a:extLst>
            </a:blip>
            <a:srcRect b="3568"/>
            <a:stretch>
              <a:fillRect/>
            </a:stretch>
          </p:blipFill>
          <p:spPr bwMode="auto">
            <a:xfrm>
              <a:off x="3477725" y="2632198"/>
              <a:ext cx="1006824" cy="614693"/>
            </a:xfrm>
            <a:prstGeom prst="rect">
              <a:avLst/>
            </a:prstGeom>
            <a:noFill/>
            <a:extLst>
              <a:ext uri="{909E8E84-426E-40DD-AFC4-6F175D3DCCD1}">
                <a14:hiddenFill xmlns:a14="http://schemas.microsoft.com/office/drawing/2010/main">
                  <a:solidFill>
                    <a:srgbClr val="FFFFFF"/>
                  </a:solidFill>
                </a14:hiddenFill>
              </a:ext>
            </a:extLst>
          </p:spPr>
        </p:pic>
        <p:cxnSp>
          <p:nvCxnSpPr>
            <p:cNvPr id="2236" name="3 Conector angular">
              <a:extLst>
                <a:ext uri="{FF2B5EF4-FFF2-40B4-BE49-F238E27FC236}">
                  <a16:creationId xmlns:a16="http://schemas.microsoft.com/office/drawing/2014/main" id="{0217EDB1-31B6-1767-5D06-EE30C8B923CC}"/>
                </a:ext>
              </a:extLst>
            </p:cNvPr>
            <p:cNvCxnSpPr>
              <a:endCxn id="2235" idx="2"/>
            </p:cNvCxnSpPr>
            <p:nvPr/>
          </p:nvCxnSpPr>
          <p:spPr bwMode="auto">
            <a:xfrm rot="10800000">
              <a:off x="3981138" y="3246891"/>
              <a:ext cx="667637" cy="190608"/>
            </a:xfrm>
            <a:prstGeom prst="bentConnector2">
              <a:avLst/>
            </a:prstGeom>
            <a:noFill/>
            <a:ln w="25400" cap="flat" cmpd="sng" algn="ctr">
              <a:solidFill>
                <a:srgbClr val="000000"/>
              </a:solidFill>
              <a:prstDash val="solid"/>
              <a:headEnd type="triangle" w="med" len="med"/>
              <a:tailEnd type="none"/>
            </a:ln>
            <a:effectLst>
              <a:outerShdw blurRad="40000" dist="20000" dir="5400000" rotWithShape="0">
                <a:srgbClr val="000000">
                  <a:alpha val="38000"/>
                </a:srgbClr>
              </a:outerShdw>
            </a:effectLst>
          </p:spPr>
        </p:cxnSp>
        <p:pic>
          <p:nvPicPr>
            <p:cNvPr id="2237" name="Imagen 339">
              <a:extLst>
                <a:ext uri="{FF2B5EF4-FFF2-40B4-BE49-F238E27FC236}">
                  <a16:creationId xmlns:a16="http://schemas.microsoft.com/office/drawing/2014/main" id="{5D1ADB81-ACC6-10F4-B2C9-F0F01450CF76}"/>
                </a:ext>
              </a:extLst>
            </p:cNvPr>
            <p:cNvPicPr>
              <a:picLocks noChangeAspect="1"/>
            </p:cNvPicPr>
            <p:nvPr/>
          </p:nvPicPr>
          <p:blipFill>
            <a:blip r:embed="rId22"/>
            <a:stretch>
              <a:fillRect/>
            </a:stretch>
          </p:blipFill>
          <p:spPr>
            <a:xfrm>
              <a:off x="5697472" y="4798886"/>
              <a:ext cx="1080000" cy="650909"/>
            </a:xfrm>
            <a:prstGeom prst="rect">
              <a:avLst/>
            </a:prstGeom>
          </p:spPr>
        </p:pic>
        <p:pic>
          <p:nvPicPr>
            <p:cNvPr id="2238" name="Imagen 2">
              <a:extLst>
                <a:ext uri="{FF2B5EF4-FFF2-40B4-BE49-F238E27FC236}">
                  <a16:creationId xmlns:a16="http://schemas.microsoft.com/office/drawing/2014/main" id="{F1E50ACD-D759-5DD6-800E-110E3C6D98AF}"/>
                </a:ext>
              </a:extLst>
            </p:cNvPr>
            <p:cNvPicPr>
              <a:picLocks noChangeAspect="1" noChangeArrowheads="1"/>
            </p:cNvPicPr>
            <p:nvPr/>
          </p:nvPicPr>
          <p:blipFill>
            <a:blip r:embed="rId23" cstate="print">
              <a:extLst>
                <a:ext uri="{28A0092B-C50C-407E-A947-70E740481C1C}">
                  <a14:useLocalDpi xmlns:a14="http://schemas.microsoft.com/office/drawing/2010/main" val="0"/>
                </a:ext>
              </a:extLst>
            </a:blip>
            <a:srcRect b="3130"/>
            <a:stretch>
              <a:fillRect/>
            </a:stretch>
          </p:blipFill>
          <p:spPr bwMode="auto">
            <a:xfrm>
              <a:off x="5692494" y="4091133"/>
              <a:ext cx="1049475" cy="641244"/>
            </a:xfrm>
            <a:prstGeom prst="rect">
              <a:avLst/>
            </a:prstGeom>
            <a:noFill/>
            <a:extLst>
              <a:ext uri="{909E8E84-426E-40DD-AFC4-6F175D3DCCD1}">
                <a14:hiddenFill xmlns:a14="http://schemas.microsoft.com/office/drawing/2010/main">
                  <a:solidFill>
                    <a:srgbClr val="FFFFFF"/>
                  </a:solidFill>
                </a14:hiddenFill>
              </a:ext>
            </a:extLst>
          </p:spPr>
        </p:pic>
        <p:sp>
          <p:nvSpPr>
            <p:cNvPr id="2239" name="155 Elipse">
              <a:extLst>
                <a:ext uri="{FF2B5EF4-FFF2-40B4-BE49-F238E27FC236}">
                  <a16:creationId xmlns:a16="http://schemas.microsoft.com/office/drawing/2014/main" id="{793374FD-56EE-EEBC-3B29-90D70AD654F8}"/>
                </a:ext>
              </a:extLst>
            </p:cNvPr>
            <p:cNvSpPr/>
            <p:nvPr/>
          </p:nvSpPr>
          <p:spPr bwMode="auto">
            <a:xfrm>
              <a:off x="3571902" y="2077656"/>
              <a:ext cx="276225" cy="284162"/>
            </a:xfrm>
            <a:prstGeom prst="ellipse">
              <a:avLst/>
            </a:prstGeom>
            <a:solidFill>
              <a:schemeClr val="tx1"/>
            </a:solidFill>
            <a:ln w="25400" cap="flat" cmpd="sng" algn="ctr">
              <a:solidFill>
                <a:schemeClr val="tx1"/>
              </a:solidFill>
              <a:prstDash val="solid"/>
            </a:ln>
            <a:effectLst/>
          </p:spPr>
          <p:txBody>
            <a:bodyPr anchor="ctr"/>
            <a:lstStyle/>
            <a:p>
              <a:pPr algn="ctr" fontAlgn="base">
                <a:spcBef>
                  <a:spcPct val="20000"/>
                </a:spcBef>
                <a:spcAft>
                  <a:spcPct val="0"/>
                </a:spcAft>
                <a:buClr>
                  <a:srgbClr val="FF5D5D"/>
                </a:buClr>
                <a:buFont typeface="Wingdings" pitchFamily="2" charset="2"/>
                <a:buNone/>
              </a:pPr>
              <a:r>
                <a:rPr lang="es-ES" sz="800" b="1" kern="0">
                  <a:solidFill>
                    <a:srgbClr val="FFFFFF"/>
                  </a:solidFill>
                  <a:latin typeface="Arial"/>
                </a:rPr>
                <a:t>2</a:t>
              </a:r>
            </a:p>
          </p:txBody>
        </p:sp>
        <p:sp>
          <p:nvSpPr>
            <p:cNvPr id="2240" name="10263 Cilindro">
              <a:extLst>
                <a:ext uri="{FF2B5EF4-FFF2-40B4-BE49-F238E27FC236}">
                  <a16:creationId xmlns:a16="http://schemas.microsoft.com/office/drawing/2014/main" id="{F24E75DE-5125-D2B8-A19E-582B639F4359}"/>
                </a:ext>
              </a:extLst>
            </p:cNvPr>
            <p:cNvSpPr>
              <a:spLocks noChangeArrowheads="1"/>
            </p:cNvSpPr>
            <p:nvPr/>
          </p:nvSpPr>
          <p:spPr bwMode="auto">
            <a:xfrm>
              <a:off x="5588482" y="1834772"/>
              <a:ext cx="984515" cy="498627"/>
            </a:xfrm>
            <a:prstGeom prst="can">
              <a:avLst>
                <a:gd name="adj" fmla="val 25000"/>
              </a:avLst>
            </a:prstGeom>
            <a:solidFill>
              <a:srgbClr val="FF8F8F"/>
            </a:solidFill>
            <a:ln>
              <a:solidFill>
                <a:srgbClr val="FFFFFF">
                  <a:lumMod val="50000"/>
                </a:srgbClr>
              </a:solidFill>
            </a:ln>
            <a:effectLst/>
          </p:spPr>
          <p:txBody>
            <a:bodyPr anchor="ctr"/>
            <a:lstStyle/>
            <a:p>
              <a:pPr algn="ctr" eaLnBrk="0" fontAlgn="base" hangingPunct="0">
                <a:spcBef>
                  <a:spcPct val="0"/>
                </a:spcBef>
                <a:spcAft>
                  <a:spcPct val="0"/>
                </a:spcAft>
              </a:pPr>
              <a:r>
                <a:rPr lang="es-MX" sz="500" b="1" kern="0">
                  <a:solidFill>
                    <a:schemeClr val="tx1">
                      <a:lumMod val="85000"/>
                      <a:lumOff val="15000"/>
                    </a:schemeClr>
                  </a:solidFill>
                </a:rPr>
                <a:t>BD Formatos Electrónicos</a:t>
              </a:r>
            </a:p>
          </p:txBody>
        </p:sp>
        <p:cxnSp>
          <p:nvCxnSpPr>
            <p:cNvPr id="2241" name="3 Conector angular">
              <a:extLst>
                <a:ext uri="{FF2B5EF4-FFF2-40B4-BE49-F238E27FC236}">
                  <a16:creationId xmlns:a16="http://schemas.microsoft.com/office/drawing/2014/main" id="{9CD13BFF-2A59-1D1E-00DA-FD9149341529}"/>
                </a:ext>
              </a:extLst>
            </p:cNvPr>
            <p:cNvCxnSpPr>
              <a:stCxn id="2240" idx="2"/>
              <a:endCxn id="2184" idx="0"/>
            </p:cNvCxnSpPr>
            <p:nvPr/>
          </p:nvCxnSpPr>
          <p:spPr bwMode="auto">
            <a:xfrm rot="10800000" flipV="1">
              <a:off x="5329310" y="2084085"/>
              <a:ext cx="259172" cy="598185"/>
            </a:xfrm>
            <a:prstGeom prst="bentConnector2">
              <a:avLst/>
            </a:prstGeom>
            <a:noFill/>
            <a:ln w="25400" cap="flat" cmpd="sng" algn="ctr">
              <a:solidFill>
                <a:schemeClr val="bg2">
                  <a:lumMod val="25000"/>
                </a:schemeClr>
              </a:solidFill>
              <a:prstDash val="solid"/>
              <a:headEnd type="triangle" w="med" len="med"/>
              <a:tailEnd type="none"/>
            </a:ln>
            <a:effectLst>
              <a:outerShdw blurRad="40000" dist="20000" dir="5400000" rotWithShape="0">
                <a:srgbClr val="000000">
                  <a:alpha val="38000"/>
                </a:srgbClr>
              </a:outerShdw>
            </a:effectLst>
          </p:spPr>
        </p:cxnSp>
        <p:sp>
          <p:nvSpPr>
            <p:cNvPr id="2242" name="10263 Cilindro">
              <a:extLst>
                <a:ext uri="{FF2B5EF4-FFF2-40B4-BE49-F238E27FC236}">
                  <a16:creationId xmlns:a16="http://schemas.microsoft.com/office/drawing/2014/main" id="{8E1CE439-B154-AEF7-0943-887F7490CA0F}"/>
                </a:ext>
              </a:extLst>
            </p:cNvPr>
            <p:cNvSpPr>
              <a:spLocks noChangeArrowheads="1"/>
            </p:cNvSpPr>
            <p:nvPr/>
          </p:nvSpPr>
          <p:spPr bwMode="auto">
            <a:xfrm>
              <a:off x="7433559" y="5699938"/>
              <a:ext cx="984515" cy="498627"/>
            </a:xfrm>
            <a:prstGeom prst="can">
              <a:avLst>
                <a:gd name="adj" fmla="val 25000"/>
              </a:avLst>
            </a:prstGeom>
            <a:solidFill>
              <a:srgbClr val="FF8F8F"/>
            </a:solidFill>
            <a:ln>
              <a:solidFill>
                <a:srgbClr val="FFFFFF">
                  <a:lumMod val="50000"/>
                </a:srgbClr>
              </a:solidFill>
            </a:ln>
            <a:effectLst/>
          </p:spPr>
          <p:txBody>
            <a:bodyPr anchor="ctr"/>
            <a:lstStyle/>
            <a:p>
              <a:pPr algn="ctr" eaLnBrk="0" fontAlgn="base" hangingPunct="0">
                <a:spcBef>
                  <a:spcPct val="0"/>
                </a:spcBef>
                <a:spcAft>
                  <a:spcPct val="0"/>
                </a:spcAft>
              </a:pPr>
              <a:r>
                <a:rPr lang="es-MX" sz="500" b="1" kern="0">
                  <a:solidFill>
                    <a:schemeClr val="tx1">
                      <a:lumMod val="85000"/>
                      <a:lumOff val="15000"/>
                    </a:schemeClr>
                  </a:solidFill>
                </a:rPr>
                <a:t>Auditoria</a:t>
              </a:r>
            </a:p>
          </p:txBody>
        </p:sp>
        <p:cxnSp>
          <p:nvCxnSpPr>
            <p:cNvPr id="2243" name="3 Conector angular">
              <a:extLst>
                <a:ext uri="{FF2B5EF4-FFF2-40B4-BE49-F238E27FC236}">
                  <a16:creationId xmlns:a16="http://schemas.microsoft.com/office/drawing/2014/main" id="{C84520D2-5D82-3D3F-5C28-313486DB300C}"/>
                </a:ext>
              </a:extLst>
            </p:cNvPr>
            <p:cNvCxnSpPr>
              <a:stCxn id="2242" idx="4"/>
              <a:endCxn id="2162" idx="2"/>
            </p:cNvCxnSpPr>
            <p:nvPr/>
          </p:nvCxnSpPr>
          <p:spPr bwMode="auto">
            <a:xfrm flipV="1">
              <a:off x="8418074" y="5628762"/>
              <a:ext cx="200833" cy="320490"/>
            </a:xfrm>
            <a:prstGeom prst="bentConnector2">
              <a:avLst/>
            </a:prstGeom>
            <a:noFill/>
            <a:ln w="25400" cap="flat" cmpd="sng" algn="ctr">
              <a:solidFill>
                <a:schemeClr val="bg2">
                  <a:lumMod val="25000"/>
                </a:schemeClr>
              </a:solidFill>
              <a:prstDash val="solid"/>
              <a:headEnd type="triangle" w="med" len="med"/>
              <a:tailEnd type="none"/>
            </a:ln>
            <a:effectLst>
              <a:outerShdw blurRad="40000" dist="20000" dir="5400000" rotWithShape="0">
                <a:srgbClr val="000000">
                  <a:alpha val="38000"/>
                </a:srgbClr>
              </a:outerShdw>
            </a:effectLst>
          </p:spPr>
        </p:cxnSp>
        <p:sp>
          <p:nvSpPr>
            <p:cNvPr id="2244" name="10263 Cilindro">
              <a:extLst>
                <a:ext uri="{FF2B5EF4-FFF2-40B4-BE49-F238E27FC236}">
                  <a16:creationId xmlns:a16="http://schemas.microsoft.com/office/drawing/2014/main" id="{C0E627E3-39CC-F3B8-528D-2DE0A33296AE}"/>
                </a:ext>
              </a:extLst>
            </p:cNvPr>
            <p:cNvSpPr>
              <a:spLocks noChangeArrowheads="1"/>
            </p:cNvSpPr>
            <p:nvPr/>
          </p:nvSpPr>
          <p:spPr bwMode="auto">
            <a:xfrm>
              <a:off x="4097375" y="1834772"/>
              <a:ext cx="984515" cy="498627"/>
            </a:xfrm>
            <a:prstGeom prst="can">
              <a:avLst>
                <a:gd name="adj" fmla="val 25000"/>
              </a:avLst>
            </a:prstGeom>
            <a:solidFill>
              <a:srgbClr val="FF8F8F"/>
            </a:solidFill>
            <a:ln>
              <a:solidFill>
                <a:srgbClr val="FFFFFF">
                  <a:lumMod val="50000"/>
                </a:srgbClr>
              </a:solidFill>
            </a:ln>
            <a:effectLst/>
          </p:spPr>
          <p:txBody>
            <a:bodyPr anchor="ctr"/>
            <a:lstStyle/>
            <a:p>
              <a:pPr algn="ctr" eaLnBrk="0" fontAlgn="base" hangingPunct="0">
                <a:spcBef>
                  <a:spcPct val="0"/>
                </a:spcBef>
                <a:spcAft>
                  <a:spcPct val="0"/>
                </a:spcAft>
              </a:pPr>
              <a:r>
                <a:rPr lang="es-MX" sz="500" b="1" kern="0">
                  <a:solidFill>
                    <a:schemeClr val="tx1">
                      <a:lumMod val="85000"/>
                      <a:lumOff val="15000"/>
                    </a:schemeClr>
                  </a:solidFill>
                </a:rPr>
                <a:t>Auditoria</a:t>
              </a:r>
            </a:p>
          </p:txBody>
        </p:sp>
        <p:cxnSp>
          <p:nvCxnSpPr>
            <p:cNvPr id="2245" name="3 Conector angular">
              <a:extLst>
                <a:ext uri="{FF2B5EF4-FFF2-40B4-BE49-F238E27FC236}">
                  <a16:creationId xmlns:a16="http://schemas.microsoft.com/office/drawing/2014/main" id="{767D38D8-1B73-F024-A718-18541F668B09}"/>
                </a:ext>
              </a:extLst>
            </p:cNvPr>
            <p:cNvCxnSpPr>
              <a:stCxn id="2244" idx="4"/>
              <a:endCxn id="2184" idx="0"/>
            </p:cNvCxnSpPr>
            <p:nvPr/>
          </p:nvCxnSpPr>
          <p:spPr bwMode="auto">
            <a:xfrm>
              <a:off x="5081890" y="2084086"/>
              <a:ext cx="247420" cy="598185"/>
            </a:xfrm>
            <a:prstGeom prst="bentConnector2">
              <a:avLst/>
            </a:prstGeom>
            <a:noFill/>
            <a:ln w="25400" cap="flat" cmpd="sng" algn="ctr">
              <a:solidFill>
                <a:schemeClr val="bg2">
                  <a:lumMod val="25000"/>
                </a:schemeClr>
              </a:solidFill>
              <a:prstDash val="solid"/>
              <a:headEnd type="triangle" w="med" len="med"/>
              <a:tailEnd type="none"/>
            </a:ln>
            <a:effectLst>
              <a:outerShdw blurRad="40000" dist="20000" dir="5400000" rotWithShape="0">
                <a:srgbClr val="000000">
                  <a:alpha val="38000"/>
                </a:srgbClr>
              </a:outerShdw>
            </a:effectLst>
          </p:spPr>
        </p:cxnSp>
        <p:pic>
          <p:nvPicPr>
            <p:cNvPr id="2246" name="Imagen 103">
              <a:extLst>
                <a:ext uri="{FF2B5EF4-FFF2-40B4-BE49-F238E27FC236}">
                  <a16:creationId xmlns:a16="http://schemas.microsoft.com/office/drawing/2014/main" id="{C4DE46AF-7758-947C-1C1A-663CA5E214BE}"/>
                </a:ext>
              </a:extLst>
            </p:cNvPr>
            <p:cNvPicPr>
              <a:picLocks noChangeAspect="1"/>
            </p:cNvPicPr>
            <p:nvPr/>
          </p:nvPicPr>
          <p:blipFill rotWithShape="1">
            <a:blip r:embed="rId24"/>
            <a:srcRect b="14408"/>
            <a:stretch/>
          </p:blipFill>
          <p:spPr>
            <a:xfrm>
              <a:off x="4647171" y="4023129"/>
              <a:ext cx="725775" cy="439237"/>
            </a:xfrm>
            <a:prstGeom prst="rect">
              <a:avLst/>
            </a:prstGeom>
          </p:spPr>
        </p:pic>
      </p:grpSp>
      <p:grpSp>
        <p:nvGrpSpPr>
          <p:cNvPr id="2248" name="Grupo 46">
            <a:extLst>
              <a:ext uri="{FF2B5EF4-FFF2-40B4-BE49-F238E27FC236}">
                <a16:creationId xmlns:a16="http://schemas.microsoft.com/office/drawing/2014/main" id="{86DADA62-7B0C-EC5B-8723-97555B6FE5DD}"/>
              </a:ext>
            </a:extLst>
          </p:cNvPr>
          <p:cNvGrpSpPr/>
          <p:nvPr/>
        </p:nvGrpSpPr>
        <p:grpSpPr>
          <a:xfrm>
            <a:off x="108252" y="5926587"/>
            <a:ext cx="1949375" cy="876555"/>
            <a:chOff x="28167" y="6214269"/>
            <a:chExt cx="2479617" cy="1145168"/>
          </a:xfrm>
        </p:grpSpPr>
        <p:sp>
          <p:nvSpPr>
            <p:cNvPr id="2249" name="Rectángulo 47">
              <a:extLst>
                <a:ext uri="{FF2B5EF4-FFF2-40B4-BE49-F238E27FC236}">
                  <a16:creationId xmlns:a16="http://schemas.microsoft.com/office/drawing/2014/main" id="{88430F33-1B52-E074-1A65-927A841D9785}"/>
                </a:ext>
              </a:extLst>
            </p:cNvPr>
            <p:cNvSpPr/>
            <p:nvPr/>
          </p:nvSpPr>
          <p:spPr>
            <a:xfrm>
              <a:off x="28167" y="6214269"/>
              <a:ext cx="2479617" cy="1145168"/>
            </a:xfrm>
            <a:prstGeom prst="rect">
              <a:avLst/>
            </a:prstGeom>
            <a:solidFill>
              <a:schemeClr val="bg1"/>
            </a:solidFill>
            <a:ln w="9525" cap="flat" cmpd="sng" algn="ctr">
              <a:solidFill>
                <a:schemeClr val="bg1">
                  <a:lumMod val="85000"/>
                </a:schemeClr>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02676"/>
              <a:endParaRPr lang="es-MX" sz="1108" dirty="0">
                <a:solidFill>
                  <a:schemeClr val="bg1"/>
                </a:solidFill>
              </a:endParaRPr>
            </a:p>
          </p:txBody>
        </p:sp>
        <p:grpSp>
          <p:nvGrpSpPr>
            <p:cNvPr id="2250" name="Grupo 48">
              <a:extLst>
                <a:ext uri="{FF2B5EF4-FFF2-40B4-BE49-F238E27FC236}">
                  <a16:creationId xmlns:a16="http://schemas.microsoft.com/office/drawing/2014/main" id="{EAACD637-C5E4-C5EF-CE3B-DB5A65B71964}"/>
                </a:ext>
              </a:extLst>
            </p:cNvPr>
            <p:cNvGrpSpPr/>
            <p:nvPr/>
          </p:nvGrpSpPr>
          <p:grpSpPr>
            <a:xfrm>
              <a:off x="173764" y="6529579"/>
              <a:ext cx="2112236" cy="230832"/>
              <a:chOff x="4758249" y="6351968"/>
              <a:chExt cx="2378296" cy="230832"/>
            </a:xfrm>
          </p:grpSpPr>
          <p:sp>
            <p:nvSpPr>
              <p:cNvPr id="2260" name="94 Rectángulo redondeado">
                <a:extLst>
                  <a:ext uri="{FF2B5EF4-FFF2-40B4-BE49-F238E27FC236}">
                    <a16:creationId xmlns:a16="http://schemas.microsoft.com/office/drawing/2014/main" id="{8712E9D3-C9B8-7838-139E-7914B08FAAFE}"/>
                  </a:ext>
                </a:extLst>
              </p:cNvPr>
              <p:cNvSpPr/>
              <p:nvPr/>
            </p:nvSpPr>
            <p:spPr bwMode="auto">
              <a:xfrm>
                <a:off x="4758249" y="6396737"/>
                <a:ext cx="166155" cy="166155"/>
              </a:xfrm>
              <a:prstGeom prst="roundRect">
                <a:avLst/>
              </a:prstGeom>
              <a:solidFill>
                <a:srgbClr val="DFDAFC"/>
              </a:solidFill>
              <a:ln w="9525" cap="flat" cmpd="sng" algn="ctr">
                <a:solidFill>
                  <a:schemeClr val="bg1"/>
                </a:solidFill>
                <a:prstDash val="solid"/>
                <a:round/>
                <a:headEnd type="none" w="med" len="med"/>
                <a:tailEnd type="none" w="med" len="med"/>
              </a:ln>
              <a:effectLst/>
            </p:spPr>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defTabSz="902676"/>
                <a:endParaRPr lang="es-MX" sz="1108" dirty="0"/>
              </a:p>
            </p:txBody>
          </p:sp>
          <p:sp>
            <p:nvSpPr>
              <p:cNvPr id="2261" name="95 Rectángulo">
                <a:extLst>
                  <a:ext uri="{FF2B5EF4-FFF2-40B4-BE49-F238E27FC236}">
                    <a16:creationId xmlns:a16="http://schemas.microsoft.com/office/drawing/2014/main" id="{0D1B93C1-FE78-8809-BACF-8055FC1DD9F2}"/>
                  </a:ext>
                </a:extLst>
              </p:cNvPr>
              <p:cNvSpPr/>
              <p:nvPr/>
            </p:nvSpPr>
            <p:spPr>
              <a:xfrm>
                <a:off x="4863246" y="6351968"/>
                <a:ext cx="2273299" cy="230832"/>
              </a:xfrm>
              <a:prstGeom prst="rect">
                <a:avLst/>
              </a:prstGeom>
            </p:spPr>
            <p:txBody>
              <a:bodyPr wrap="square">
                <a:spAutoFit/>
              </a:bodyPr>
              <a:lstStyle/>
              <a:p>
                <a:r>
                  <a:rPr lang="en-US" sz="900" dirty="0">
                    <a:solidFill>
                      <a:schemeClr val="tx2">
                        <a:lumMod val="50000"/>
                      </a:schemeClr>
                    </a:solidFill>
                  </a:rPr>
                  <a:t>Component to Changed</a:t>
                </a:r>
              </a:p>
            </p:txBody>
          </p:sp>
        </p:grpSp>
        <p:grpSp>
          <p:nvGrpSpPr>
            <p:cNvPr id="2251" name="Grupo 49">
              <a:extLst>
                <a:ext uri="{FF2B5EF4-FFF2-40B4-BE49-F238E27FC236}">
                  <a16:creationId xmlns:a16="http://schemas.microsoft.com/office/drawing/2014/main" id="{126B7169-F2C6-8EEC-7542-6075097453B6}"/>
                </a:ext>
              </a:extLst>
            </p:cNvPr>
            <p:cNvGrpSpPr/>
            <p:nvPr/>
          </p:nvGrpSpPr>
          <p:grpSpPr>
            <a:xfrm>
              <a:off x="173764" y="6781817"/>
              <a:ext cx="2112236" cy="230832"/>
              <a:chOff x="4758249" y="6586786"/>
              <a:chExt cx="2378296" cy="230832"/>
            </a:xfrm>
          </p:grpSpPr>
          <p:sp>
            <p:nvSpPr>
              <p:cNvPr id="2258" name="96 Rectángulo redondeado">
                <a:extLst>
                  <a:ext uri="{FF2B5EF4-FFF2-40B4-BE49-F238E27FC236}">
                    <a16:creationId xmlns:a16="http://schemas.microsoft.com/office/drawing/2014/main" id="{E6A27FF6-BE9E-793E-8F30-70B92F6BB274}"/>
                  </a:ext>
                </a:extLst>
              </p:cNvPr>
              <p:cNvSpPr/>
              <p:nvPr/>
            </p:nvSpPr>
            <p:spPr bwMode="auto">
              <a:xfrm>
                <a:off x="4758249" y="6631554"/>
                <a:ext cx="166155" cy="166155"/>
              </a:xfrm>
              <a:prstGeom prst="roundRect">
                <a:avLst/>
              </a:prstGeom>
              <a:solidFill>
                <a:srgbClr val="FF8F8F"/>
              </a:solidFill>
              <a:ln w="9525" cap="flat" cmpd="sng" algn="ctr">
                <a:solidFill>
                  <a:schemeClr val="bg1"/>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02676"/>
                <a:endParaRPr lang="es-MX" sz="1108" dirty="0"/>
              </a:p>
            </p:txBody>
          </p:sp>
          <p:sp>
            <p:nvSpPr>
              <p:cNvPr id="2259" name="97 Rectángulo">
                <a:extLst>
                  <a:ext uri="{FF2B5EF4-FFF2-40B4-BE49-F238E27FC236}">
                    <a16:creationId xmlns:a16="http://schemas.microsoft.com/office/drawing/2014/main" id="{39DE8FF5-18E1-3643-1EF3-9893C143A45E}"/>
                  </a:ext>
                </a:extLst>
              </p:cNvPr>
              <p:cNvSpPr/>
              <p:nvPr/>
            </p:nvSpPr>
            <p:spPr>
              <a:xfrm>
                <a:off x="4863246" y="6586786"/>
                <a:ext cx="2273299" cy="230832"/>
              </a:xfrm>
              <a:prstGeom prst="rect">
                <a:avLst/>
              </a:prstGeom>
            </p:spPr>
            <p:txBody>
              <a:bodyPr wrap="square">
                <a:spAutoFit/>
              </a:bodyPr>
              <a:lstStyle/>
              <a:p>
                <a:r>
                  <a:rPr lang="en-US" sz="900" dirty="0">
                    <a:solidFill>
                      <a:schemeClr val="tx2">
                        <a:lumMod val="50000"/>
                      </a:schemeClr>
                    </a:solidFill>
                  </a:rPr>
                  <a:t>New Component</a:t>
                </a:r>
              </a:p>
            </p:txBody>
          </p:sp>
        </p:grpSp>
        <p:grpSp>
          <p:nvGrpSpPr>
            <p:cNvPr id="2252" name="Grupo 50">
              <a:extLst>
                <a:ext uri="{FF2B5EF4-FFF2-40B4-BE49-F238E27FC236}">
                  <a16:creationId xmlns:a16="http://schemas.microsoft.com/office/drawing/2014/main" id="{32358593-5EAC-C7B4-23A1-09ED12941A9B}"/>
                </a:ext>
              </a:extLst>
            </p:cNvPr>
            <p:cNvGrpSpPr/>
            <p:nvPr/>
          </p:nvGrpSpPr>
          <p:grpSpPr>
            <a:xfrm>
              <a:off x="173763" y="7034055"/>
              <a:ext cx="2112237" cy="230832"/>
              <a:chOff x="326270" y="6917111"/>
              <a:chExt cx="2378297" cy="230832"/>
            </a:xfrm>
          </p:grpSpPr>
          <p:sp>
            <p:nvSpPr>
              <p:cNvPr id="2256" name="91 Rectángulo redondeado">
                <a:extLst>
                  <a:ext uri="{FF2B5EF4-FFF2-40B4-BE49-F238E27FC236}">
                    <a16:creationId xmlns:a16="http://schemas.microsoft.com/office/drawing/2014/main" id="{8BF81F40-CE8F-AB3C-7F8A-E25E9CBF8E8F}"/>
                  </a:ext>
                </a:extLst>
              </p:cNvPr>
              <p:cNvSpPr/>
              <p:nvPr/>
            </p:nvSpPr>
            <p:spPr bwMode="auto">
              <a:xfrm>
                <a:off x="326270" y="6961877"/>
                <a:ext cx="166155" cy="166155"/>
              </a:xfrm>
              <a:prstGeom prst="roundRect">
                <a:avLst/>
              </a:prstGeom>
              <a:solidFill>
                <a:srgbClr val="5F5F5F"/>
              </a:solidFill>
              <a:ln w="9525" cap="flat" cmpd="sng" algn="ctr">
                <a:solidFill>
                  <a:schemeClr val="bg1"/>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02676"/>
                <a:endParaRPr lang="es-MX" sz="1108" dirty="0">
                  <a:solidFill>
                    <a:schemeClr val="bg1"/>
                  </a:solidFill>
                </a:endParaRPr>
              </a:p>
            </p:txBody>
          </p:sp>
          <p:sp>
            <p:nvSpPr>
              <p:cNvPr id="2257" name="92 Rectángulo">
                <a:extLst>
                  <a:ext uri="{FF2B5EF4-FFF2-40B4-BE49-F238E27FC236}">
                    <a16:creationId xmlns:a16="http://schemas.microsoft.com/office/drawing/2014/main" id="{7E4A62D1-8873-9E7A-E256-E691BD759B1E}"/>
                  </a:ext>
                </a:extLst>
              </p:cNvPr>
              <p:cNvSpPr/>
              <p:nvPr/>
            </p:nvSpPr>
            <p:spPr>
              <a:xfrm>
                <a:off x="431267" y="6917111"/>
                <a:ext cx="2273300" cy="230832"/>
              </a:xfrm>
              <a:prstGeom prst="rect">
                <a:avLst/>
              </a:prstGeom>
            </p:spPr>
            <p:txBody>
              <a:bodyPr wrap="square">
                <a:spAutoFit/>
              </a:bodyPr>
              <a:lstStyle/>
              <a:p>
                <a:r>
                  <a:rPr lang="en-US" sz="900" dirty="0">
                    <a:solidFill>
                      <a:schemeClr val="tx2">
                        <a:lumMod val="50000"/>
                      </a:schemeClr>
                    </a:solidFill>
                  </a:rPr>
                  <a:t>Component without change</a:t>
                </a:r>
              </a:p>
            </p:txBody>
          </p:sp>
        </p:grpSp>
        <p:grpSp>
          <p:nvGrpSpPr>
            <p:cNvPr id="2253" name="Grupo 51">
              <a:extLst>
                <a:ext uri="{FF2B5EF4-FFF2-40B4-BE49-F238E27FC236}">
                  <a16:creationId xmlns:a16="http://schemas.microsoft.com/office/drawing/2014/main" id="{01B6BEEE-A106-0BD7-5A24-8F1932990024}"/>
                </a:ext>
              </a:extLst>
            </p:cNvPr>
            <p:cNvGrpSpPr/>
            <p:nvPr/>
          </p:nvGrpSpPr>
          <p:grpSpPr>
            <a:xfrm>
              <a:off x="90831" y="6250258"/>
              <a:ext cx="2214218" cy="261537"/>
              <a:chOff x="71781" y="6250258"/>
              <a:chExt cx="2214218" cy="261537"/>
            </a:xfrm>
          </p:grpSpPr>
          <p:sp>
            <p:nvSpPr>
              <p:cNvPr id="2254" name="Estrella de 5 puntas 52">
                <a:extLst>
                  <a:ext uri="{FF2B5EF4-FFF2-40B4-BE49-F238E27FC236}">
                    <a16:creationId xmlns:a16="http://schemas.microsoft.com/office/drawing/2014/main" id="{45D1A9E1-B626-2AD5-20EB-AA1DB71EA5EB}"/>
                  </a:ext>
                </a:extLst>
              </p:cNvPr>
              <p:cNvSpPr/>
              <p:nvPr/>
            </p:nvSpPr>
            <p:spPr bwMode="auto">
              <a:xfrm>
                <a:off x="71781" y="6250258"/>
                <a:ext cx="230499" cy="261537"/>
              </a:xfrm>
              <a:prstGeom prst="star5">
                <a:avLst/>
              </a:prstGeom>
              <a:solidFill>
                <a:srgbClr val="FFC000"/>
              </a:solidFill>
              <a:ln w="9525" cap="flat" cmpd="sng" algn="ctr">
                <a:noFill/>
                <a:prstDash val="solid"/>
                <a:round/>
                <a:headEnd type="none" w="med" len="med"/>
                <a:tailEnd type="none" w="med" len="med"/>
              </a:ln>
              <a:effectLst/>
              <a:scene3d>
                <a:camera prst="orthographicFront"/>
                <a:lightRig rig="threePt" dir="t"/>
              </a:scene3d>
              <a:sp3d>
                <a:bevelT/>
              </a:sp3d>
            </p:spPr>
            <p:txBody>
              <a:bodyPr vert="horz" wrap="square" lIns="97749" tIns="48875" rIns="97749" bIns="48875" numCol="1" rtlCol="0" anchor="t" anchorCtr="0" compatLnSpc="1">
                <a:prstTxWarp prst="textNoShape">
                  <a:avLst/>
                </a:prstTxWarp>
                <a:spAutoFit/>
              </a:bodyPr>
              <a:lstStyle/>
              <a:p>
                <a:pPr defTabSz="977900"/>
                <a:endParaRPr lang="es-MX" dirty="0">
                  <a:latin typeface="Arial" charset="0"/>
                </a:endParaRPr>
              </a:p>
            </p:txBody>
          </p:sp>
          <p:sp>
            <p:nvSpPr>
              <p:cNvPr id="2255" name="95 Rectángulo">
                <a:extLst>
                  <a:ext uri="{FF2B5EF4-FFF2-40B4-BE49-F238E27FC236}">
                    <a16:creationId xmlns:a16="http://schemas.microsoft.com/office/drawing/2014/main" id="{5EA7E982-3C0B-F4B6-CC06-281B5EB022DF}"/>
                  </a:ext>
                </a:extLst>
              </p:cNvPr>
              <p:cNvSpPr/>
              <p:nvPr/>
            </p:nvSpPr>
            <p:spPr>
              <a:xfrm>
                <a:off x="267012" y="6261001"/>
                <a:ext cx="2018987" cy="230832"/>
              </a:xfrm>
              <a:prstGeom prst="rect">
                <a:avLst/>
              </a:prstGeom>
            </p:spPr>
            <p:txBody>
              <a:bodyPr wrap="square">
                <a:spAutoFit/>
              </a:bodyPr>
              <a:lstStyle/>
              <a:p>
                <a:r>
                  <a:rPr lang="en-US" sz="900" dirty="0">
                    <a:solidFill>
                      <a:schemeClr val="tx2">
                        <a:lumMod val="50000"/>
                      </a:schemeClr>
                    </a:solidFill>
                  </a:rPr>
                  <a:t>Out of Scope</a:t>
                </a:r>
              </a:p>
            </p:txBody>
          </p:sp>
        </p:grpSp>
      </p:grpSp>
      <p:pic>
        <p:nvPicPr>
          <p:cNvPr id="2263" name="Imagen 7" descr="Diagrama&#10;&#10;Descripción generada automáticamente">
            <a:extLst>
              <a:ext uri="{FF2B5EF4-FFF2-40B4-BE49-F238E27FC236}">
                <a16:creationId xmlns:a16="http://schemas.microsoft.com/office/drawing/2014/main" id="{650EEAF8-51D7-3F12-C575-51354439F7D2}"/>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6551202" y="1944261"/>
            <a:ext cx="4455601" cy="2109203"/>
          </a:xfrm>
          <a:prstGeom prst="rect">
            <a:avLst/>
          </a:prstGeom>
          <a:ln>
            <a:solidFill>
              <a:schemeClr val="tx1"/>
            </a:solidFill>
          </a:ln>
        </p:spPr>
      </p:pic>
      <p:pic>
        <p:nvPicPr>
          <p:cNvPr id="3" name="Picture 2" descr="&#10;                Systems Manager capabilities perform actions on your resources.&#10;            ">
            <a:extLst>
              <a:ext uri="{FF2B5EF4-FFF2-40B4-BE49-F238E27FC236}">
                <a16:creationId xmlns:a16="http://schemas.microsoft.com/office/drawing/2014/main" id="{31344515-ECA9-7C70-6F3E-8184E0E7A85C}"/>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6335570" y="4133475"/>
            <a:ext cx="4862194" cy="2518464"/>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6799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16</a:t>
            </a:fld>
            <a:endParaRPr lang="es-ES" dirty="0"/>
          </a:p>
        </p:txBody>
      </p:sp>
      <p:sp>
        <p:nvSpPr>
          <p:cNvPr id="8" name="Rectangle 7"/>
          <p:cNvSpPr/>
          <p:nvPr/>
        </p:nvSpPr>
        <p:spPr>
          <a:xfrm>
            <a:off x="476835" y="996005"/>
            <a:ext cx="11219866" cy="5213597"/>
          </a:xfrm>
          <a:prstGeom prst="rect">
            <a:avLst/>
          </a:prstGeom>
        </p:spPr>
        <p:txBody>
          <a:bodyPr wrap="square">
            <a:noAutofit/>
          </a:bodyPr>
          <a:lstStyle/>
          <a:p>
            <a:r>
              <a:rPr lang="en-US" sz="1400" i="1" dirty="0">
                <a:solidFill>
                  <a:schemeClr val="bg1">
                    <a:lumMod val="65000"/>
                  </a:schemeClr>
                </a:solidFill>
              </a:rPr>
              <a:t>The deployment view describes:</a:t>
            </a:r>
          </a:p>
          <a:p>
            <a:pPr marL="285750" indent="-285750">
              <a:buFont typeface="Arial" panose="020B0604020202020204" pitchFamily="34" charset="0"/>
              <a:buChar char="•"/>
            </a:pPr>
            <a:r>
              <a:rPr lang="en-US" sz="1400" i="1" dirty="0">
                <a:solidFill>
                  <a:schemeClr val="bg1">
                    <a:lumMod val="65000"/>
                  </a:schemeClr>
                </a:solidFill>
              </a:rPr>
              <a:t>the technical infrastructure used to execute your system, with infrastructure elements like geographical locations, environments, computers, processors, channels and net topologies as well as other infrastructure elements and</a:t>
            </a:r>
          </a:p>
          <a:p>
            <a:pPr marL="285750" indent="-285750">
              <a:buFont typeface="Arial" panose="020B0604020202020204" pitchFamily="34" charset="0"/>
              <a:buChar char="•"/>
            </a:pPr>
            <a:r>
              <a:rPr lang="en-US" sz="1400" i="1" dirty="0">
                <a:solidFill>
                  <a:schemeClr val="bg1">
                    <a:lumMod val="65000"/>
                  </a:schemeClr>
                </a:solidFill>
              </a:rPr>
              <a:t>the mapping of (software) building blocks to that infrastructure elements.</a:t>
            </a:r>
          </a:p>
          <a:p>
            <a:r>
              <a:rPr lang="en-US" sz="1400" i="1" dirty="0">
                <a:solidFill>
                  <a:schemeClr val="bg1">
                    <a:lumMod val="65000"/>
                  </a:schemeClr>
                </a:solidFill>
              </a:rPr>
              <a:t>Especially document the deployment view when your software is executed as distributed system with more then one computer, processor, server or container or when you design and construct your own hardware processors and chips.</a:t>
            </a:r>
          </a:p>
          <a:p>
            <a:r>
              <a:rPr lang="en-US" sz="1400" i="1" dirty="0">
                <a:solidFill>
                  <a:schemeClr val="bg1">
                    <a:lumMod val="65000"/>
                  </a:schemeClr>
                </a:solidFill>
              </a:rPr>
              <a:t>Highlight the changes and new components</a:t>
            </a:r>
          </a:p>
        </p:txBody>
      </p:sp>
      <p:sp>
        <p:nvSpPr>
          <p:cNvPr id="5" name="Título 1">
            <a:extLst>
              <a:ext uri="{FF2B5EF4-FFF2-40B4-BE49-F238E27FC236}">
                <a16:creationId xmlns:a16="http://schemas.microsoft.com/office/drawing/2014/main" id="{6507F2D9-0A36-9D47-C234-E5A091DC70E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2.3 Deployment View</a:t>
            </a:r>
          </a:p>
        </p:txBody>
      </p:sp>
      <p:sp>
        <p:nvSpPr>
          <p:cNvPr id="6" name="Marcador de texto 5">
            <a:extLst>
              <a:ext uri="{FF2B5EF4-FFF2-40B4-BE49-F238E27FC236}">
                <a16:creationId xmlns:a16="http://schemas.microsoft.com/office/drawing/2014/main" id="{347E5AFB-4220-6ED4-6F80-D957E89F087C}"/>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Technical Design</a:t>
            </a:r>
          </a:p>
        </p:txBody>
      </p:sp>
      <p:pic>
        <p:nvPicPr>
          <p:cNvPr id="10" name="Picture 9">
            <a:extLst>
              <a:ext uri="{FF2B5EF4-FFF2-40B4-BE49-F238E27FC236}">
                <a16:creationId xmlns:a16="http://schemas.microsoft.com/office/drawing/2014/main" id="{6E0C38EE-FB6A-259C-12F6-D674A7BEBD5D}"/>
              </a:ext>
            </a:extLst>
          </p:cNvPr>
          <p:cNvPicPr>
            <a:picLocks noChangeAspect="1"/>
          </p:cNvPicPr>
          <p:nvPr/>
        </p:nvPicPr>
        <p:blipFill>
          <a:blip r:embed="rId2"/>
          <a:stretch>
            <a:fillRect/>
          </a:stretch>
        </p:blipFill>
        <p:spPr>
          <a:xfrm>
            <a:off x="169381" y="2627012"/>
            <a:ext cx="6555269" cy="2835910"/>
          </a:xfrm>
          <a:prstGeom prst="rect">
            <a:avLst/>
          </a:prstGeom>
        </p:spPr>
      </p:pic>
      <p:grpSp>
        <p:nvGrpSpPr>
          <p:cNvPr id="13" name="Grupo 46">
            <a:extLst>
              <a:ext uri="{FF2B5EF4-FFF2-40B4-BE49-F238E27FC236}">
                <a16:creationId xmlns:a16="http://schemas.microsoft.com/office/drawing/2014/main" id="{0CD56146-223F-E467-7CD3-D1256F52C52A}"/>
              </a:ext>
            </a:extLst>
          </p:cNvPr>
          <p:cNvGrpSpPr/>
          <p:nvPr/>
        </p:nvGrpSpPr>
        <p:grpSpPr>
          <a:xfrm>
            <a:off x="5070321" y="5828047"/>
            <a:ext cx="2032893" cy="876555"/>
            <a:chOff x="28167" y="6214269"/>
            <a:chExt cx="2585852" cy="1145168"/>
          </a:xfrm>
        </p:grpSpPr>
        <p:sp>
          <p:nvSpPr>
            <p:cNvPr id="14" name="Rectángulo 47">
              <a:extLst>
                <a:ext uri="{FF2B5EF4-FFF2-40B4-BE49-F238E27FC236}">
                  <a16:creationId xmlns:a16="http://schemas.microsoft.com/office/drawing/2014/main" id="{2A75605C-A5C1-4CEE-C542-5ED0D4418EFB}"/>
                </a:ext>
              </a:extLst>
            </p:cNvPr>
            <p:cNvSpPr/>
            <p:nvPr/>
          </p:nvSpPr>
          <p:spPr>
            <a:xfrm>
              <a:off x="28167" y="6214269"/>
              <a:ext cx="2479617" cy="1145168"/>
            </a:xfrm>
            <a:prstGeom prst="rect">
              <a:avLst/>
            </a:prstGeom>
            <a:solidFill>
              <a:schemeClr val="bg1"/>
            </a:solidFill>
            <a:ln w="9525" cap="flat" cmpd="sng" algn="ctr">
              <a:solidFill>
                <a:schemeClr val="bg1">
                  <a:lumMod val="85000"/>
                </a:schemeClr>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02676"/>
              <a:endParaRPr lang="es-MX" sz="1108" dirty="0">
                <a:solidFill>
                  <a:schemeClr val="bg1"/>
                </a:solidFill>
              </a:endParaRPr>
            </a:p>
          </p:txBody>
        </p:sp>
        <p:grpSp>
          <p:nvGrpSpPr>
            <p:cNvPr id="15" name="Grupo 48">
              <a:extLst>
                <a:ext uri="{FF2B5EF4-FFF2-40B4-BE49-F238E27FC236}">
                  <a16:creationId xmlns:a16="http://schemas.microsoft.com/office/drawing/2014/main" id="{6A62C72B-13C8-9CC9-A3CA-B624874B0CCE}"/>
                </a:ext>
              </a:extLst>
            </p:cNvPr>
            <p:cNvGrpSpPr/>
            <p:nvPr/>
          </p:nvGrpSpPr>
          <p:grpSpPr>
            <a:xfrm>
              <a:off x="90830" y="6529579"/>
              <a:ext cx="2504146" cy="230832"/>
              <a:chOff x="4664866" y="6351968"/>
              <a:chExt cx="2819566" cy="230832"/>
            </a:xfrm>
          </p:grpSpPr>
          <p:sp>
            <p:nvSpPr>
              <p:cNvPr id="25" name="94 Rectángulo redondeado">
                <a:extLst>
                  <a:ext uri="{FF2B5EF4-FFF2-40B4-BE49-F238E27FC236}">
                    <a16:creationId xmlns:a16="http://schemas.microsoft.com/office/drawing/2014/main" id="{10A94EC6-3EFA-3C5B-8CA6-18BE84ABBE61}"/>
                  </a:ext>
                </a:extLst>
              </p:cNvPr>
              <p:cNvSpPr/>
              <p:nvPr/>
            </p:nvSpPr>
            <p:spPr bwMode="auto">
              <a:xfrm>
                <a:off x="4664866" y="6396737"/>
                <a:ext cx="627786" cy="166155"/>
              </a:xfrm>
              <a:prstGeom prst="roundRect">
                <a:avLst/>
              </a:prstGeom>
              <a:solidFill>
                <a:schemeClr val="bg1"/>
              </a:solidFill>
              <a:ln w="28575" cap="flat" cmpd="sng" algn="ctr">
                <a:solidFill>
                  <a:srgbClr val="5252D2"/>
                </a:solidFill>
                <a:prstDash val="sysDash"/>
                <a:round/>
                <a:headEnd type="none" w="med" len="med"/>
                <a:tailEnd type="none" w="med" len="med"/>
              </a:ln>
              <a:effectLst/>
            </p:spPr>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defTabSz="902676"/>
                <a:endParaRPr lang="es-MX" sz="1108" dirty="0"/>
              </a:p>
            </p:txBody>
          </p:sp>
          <p:sp>
            <p:nvSpPr>
              <p:cNvPr id="26" name="95 Rectángulo">
                <a:extLst>
                  <a:ext uri="{FF2B5EF4-FFF2-40B4-BE49-F238E27FC236}">
                    <a16:creationId xmlns:a16="http://schemas.microsoft.com/office/drawing/2014/main" id="{5813E312-A78A-C6E4-A1EA-6E071B4C8C68}"/>
                  </a:ext>
                </a:extLst>
              </p:cNvPr>
              <p:cNvSpPr/>
              <p:nvPr/>
            </p:nvSpPr>
            <p:spPr>
              <a:xfrm>
                <a:off x="5211132" y="6351968"/>
                <a:ext cx="2273300" cy="230832"/>
              </a:xfrm>
              <a:prstGeom prst="rect">
                <a:avLst/>
              </a:prstGeom>
            </p:spPr>
            <p:txBody>
              <a:bodyPr wrap="square">
                <a:spAutoFit/>
              </a:bodyPr>
              <a:lstStyle/>
              <a:p>
                <a:r>
                  <a:rPr lang="en-US" sz="900" dirty="0">
                    <a:solidFill>
                      <a:schemeClr val="tx2">
                        <a:lumMod val="50000"/>
                      </a:schemeClr>
                    </a:solidFill>
                  </a:rPr>
                  <a:t>Component to Changed</a:t>
                </a:r>
              </a:p>
            </p:txBody>
          </p:sp>
        </p:grpSp>
        <p:grpSp>
          <p:nvGrpSpPr>
            <p:cNvPr id="16" name="Grupo 49">
              <a:extLst>
                <a:ext uri="{FF2B5EF4-FFF2-40B4-BE49-F238E27FC236}">
                  <a16:creationId xmlns:a16="http://schemas.microsoft.com/office/drawing/2014/main" id="{EED57220-82F2-0039-E1D3-A0D370C732AB}"/>
                </a:ext>
              </a:extLst>
            </p:cNvPr>
            <p:cNvGrpSpPr/>
            <p:nvPr/>
          </p:nvGrpSpPr>
          <p:grpSpPr>
            <a:xfrm>
              <a:off x="90832" y="6781817"/>
              <a:ext cx="2504146" cy="230832"/>
              <a:chOff x="4664867" y="6586786"/>
              <a:chExt cx="2819565" cy="230832"/>
            </a:xfrm>
          </p:grpSpPr>
          <p:sp>
            <p:nvSpPr>
              <p:cNvPr id="23" name="96 Rectángulo redondeado">
                <a:extLst>
                  <a:ext uri="{FF2B5EF4-FFF2-40B4-BE49-F238E27FC236}">
                    <a16:creationId xmlns:a16="http://schemas.microsoft.com/office/drawing/2014/main" id="{F15553CF-BBDD-6E1E-8254-1395ACDFD966}"/>
                  </a:ext>
                </a:extLst>
              </p:cNvPr>
              <p:cNvSpPr/>
              <p:nvPr/>
            </p:nvSpPr>
            <p:spPr bwMode="auto">
              <a:xfrm>
                <a:off x="4664867" y="6631554"/>
                <a:ext cx="627785" cy="166155"/>
              </a:xfrm>
              <a:prstGeom prst="roundRect">
                <a:avLst/>
              </a:prstGeom>
              <a:solidFill>
                <a:schemeClr val="bg1"/>
              </a:solidFill>
              <a:ln w="28575" cap="flat" cmpd="sng" algn="ctr">
                <a:solidFill>
                  <a:srgbClr val="EB0000"/>
                </a:solidFill>
                <a:prstDash val="sysDash"/>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02676"/>
                <a:endParaRPr lang="es-MX" sz="1108" dirty="0"/>
              </a:p>
            </p:txBody>
          </p:sp>
          <p:sp>
            <p:nvSpPr>
              <p:cNvPr id="24" name="97 Rectángulo">
                <a:extLst>
                  <a:ext uri="{FF2B5EF4-FFF2-40B4-BE49-F238E27FC236}">
                    <a16:creationId xmlns:a16="http://schemas.microsoft.com/office/drawing/2014/main" id="{1407B693-5B73-7F75-C800-45C315056C5B}"/>
                  </a:ext>
                </a:extLst>
              </p:cNvPr>
              <p:cNvSpPr/>
              <p:nvPr/>
            </p:nvSpPr>
            <p:spPr>
              <a:xfrm>
                <a:off x="5211132" y="6586786"/>
                <a:ext cx="2273300" cy="230832"/>
              </a:xfrm>
              <a:prstGeom prst="rect">
                <a:avLst/>
              </a:prstGeom>
            </p:spPr>
            <p:txBody>
              <a:bodyPr wrap="square">
                <a:spAutoFit/>
              </a:bodyPr>
              <a:lstStyle/>
              <a:p>
                <a:r>
                  <a:rPr lang="en-US" sz="900" dirty="0">
                    <a:solidFill>
                      <a:schemeClr val="tx2">
                        <a:lumMod val="50000"/>
                      </a:schemeClr>
                    </a:solidFill>
                  </a:rPr>
                  <a:t>New Component</a:t>
                </a:r>
              </a:p>
            </p:txBody>
          </p:sp>
        </p:grpSp>
        <p:grpSp>
          <p:nvGrpSpPr>
            <p:cNvPr id="17" name="Grupo 50">
              <a:extLst>
                <a:ext uri="{FF2B5EF4-FFF2-40B4-BE49-F238E27FC236}">
                  <a16:creationId xmlns:a16="http://schemas.microsoft.com/office/drawing/2014/main" id="{3C48B555-40FE-FA9F-5BB5-6C635894C7FA}"/>
                </a:ext>
              </a:extLst>
            </p:cNvPr>
            <p:cNvGrpSpPr/>
            <p:nvPr/>
          </p:nvGrpSpPr>
          <p:grpSpPr>
            <a:xfrm>
              <a:off x="90829" y="7034055"/>
              <a:ext cx="2504144" cy="230832"/>
              <a:chOff x="232890" y="6917111"/>
              <a:chExt cx="2819563" cy="230832"/>
            </a:xfrm>
          </p:grpSpPr>
          <p:sp>
            <p:nvSpPr>
              <p:cNvPr id="21" name="91 Rectángulo redondeado">
                <a:extLst>
                  <a:ext uri="{FF2B5EF4-FFF2-40B4-BE49-F238E27FC236}">
                    <a16:creationId xmlns:a16="http://schemas.microsoft.com/office/drawing/2014/main" id="{C9ECB74C-BFBF-7738-2674-1EE44C88CECF}"/>
                  </a:ext>
                </a:extLst>
              </p:cNvPr>
              <p:cNvSpPr/>
              <p:nvPr/>
            </p:nvSpPr>
            <p:spPr bwMode="auto">
              <a:xfrm>
                <a:off x="232890" y="6961877"/>
                <a:ext cx="627786" cy="166155"/>
              </a:xfrm>
              <a:prstGeom prst="roundRect">
                <a:avLst/>
              </a:prstGeom>
              <a:solidFill>
                <a:schemeClr val="bg1"/>
              </a:solidFill>
              <a:ln w="28575" cap="flat" cmpd="sng" algn="ctr">
                <a:solidFill>
                  <a:schemeClr val="tx1"/>
                </a:solidFill>
                <a:prstDash val="sysDash"/>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02676"/>
                <a:endParaRPr lang="es-MX" sz="1108" dirty="0">
                  <a:solidFill>
                    <a:schemeClr val="bg1"/>
                  </a:solidFill>
                </a:endParaRPr>
              </a:p>
            </p:txBody>
          </p:sp>
          <p:sp>
            <p:nvSpPr>
              <p:cNvPr id="22" name="92 Rectángulo">
                <a:extLst>
                  <a:ext uri="{FF2B5EF4-FFF2-40B4-BE49-F238E27FC236}">
                    <a16:creationId xmlns:a16="http://schemas.microsoft.com/office/drawing/2014/main" id="{4A75912A-FF64-31C8-17B1-CBE904F671B4}"/>
                  </a:ext>
                </a:extLst>
              </p:cNvPr>
              <p:cNvSpPr/>
              <p:nvPr/>
            </p:nvSpPr>
            <p:spPr>
              <a:xfrm>
                <a:off x="779153" y="6917111"/>
                <a:ext cx="2273300" cy="230832"/>
              </a:xfrm>
              <a:prstGeom prst="rect">
                <a:avLst/>
              </a:prstGeom>
            </p:spPr>
            <p:txBody>
              <a:bodyPr wrap="square">
                <a:spAutoFit/>
              </a:bodyPr>
              <a:lstStyle/>
              <a:p>
                <a:r>
                  <a:rPr lang="en-US" sz="900" dirty="0">
                    <a:solidFill>
                      <a:schemeClr val="tx2">
                        <a:lumMod val="50000"/>
                      </a:schemeClr>
                    </a:solidFill>
                  </a:rPr>
                  <a:t>Component without change</a:t>
                </a:r>
              </a:p>
            </p:txBody>
          </p:sp>
        </p:grpSp>
        <p:grpSp>
          <p:nvGrpSpPr>
            <p:cNvPr id="18" name="Grupo 51">
              <a:extLst>
                <a:ext uri="{FF2B5EF4-FFF2-40B4-BE49-F238E27FC236}">
                  <a16:creationId xmlns:a16="http://schemas.microsoft.com/office/drawing/2014/main" id="{7A29C007-F691-3BD1-158E-2BCA86614F47}"/>
                </a:ext>
              </a:extLst>
            </p:cNvPr>
            <p:cNvGrpSpPr/>
            <p:nvPr/>
          </p:nvGrpSpPr>
          <p:grpSpPr>
            <a:xfrm>
              <a:off x="230169" y="6250258"/>
              <a:ext cx="2383850" cy="261537"/>
              <a:chOff x="211119" y="6250258"/>
              <a:chExt cx="2383850" cy="261537"/>
            </a:xfrm>
          </p:grpSpPr>
          <p:sp>
            <p:nvSpPr>
              <p:cNvPr id="19" name="Estrella de 5 puntas 52">
                <a:extLst>
                  <a:ext uri="{FF2B5EF4-FFF2-40B4-BE49-F238E27FC236}">
                    <a16:creationId xmlns:a16="http://schemas.microsoft.com/office/drawing/2014/main" id="{782E667D-3BFD-491F-BF97-A09FFAC0345C}"/>
                  </a:ext>
                </a:extLst>
              </p:cNvPr>
              <p:cNvSpPr/>
              <p:nvPr/>
            </p:nvSpPr>
            <p:spPr bwMode="auto">
              <a:xfrm>
                <a:off x="211119" y="6250258"/>
                <a:ext cx="230499" cy="261537"/>
              </a:xfrm>
              <a:prstGeom prst="star5">
                <a:avLst/>
              </a:prstGeom>
              <a:solidFill>
                <a:srgbClr val="FFC000"/>
              </a:solidFill>
              <a:ln w="9525" cap="flat" cmpd="sng" algn="ctr">
                <a:noFill/>
                <a:prstDash val="solid"/>
                <a:round/>
                <a:headEnd type="none" w="med" len="med"/>
                <a:tailEnd type="none" w="med" len="med"/>
              </a:ln>
              <a:effectLst/>
              <a:scene3d>
                <a:camera prst="orthographicFront"/>
                <a:lightRig rig="threePt" dir="t"/>
              </a:scene3d>
              <a:sp3d>
                <a:bevelT/>
              </a:sp3d>
            </p:spPr>
            <p:txBody>
              <a:bodyPr vert="horz" wrap="square" lIns="97749" tIns="48875" rIns="97749" bIns="48875" numCol="1" rtlCol="0" anchor="t" anchorCtr="0" compatLnSpc="1">
                <a:prstTxWarp prst="textNoShape">
                  <a:avLst/>
                </a:prstTxWarp>
                <a:spAutoFit/>
              </a:bodyPr>
              <a:lstStyle/>
              <a:p>
                <a:pPr defTabSz="977900"/>
                <a:endParaRPr lang="es-MX" dirty="0">
                  <a:latin typeface="Arial" charset="0"/>
                </a:endParaRPr>
              </a:p>
            </p:txBody>
          </p:sp>
          <p:sp>
            <p:nvSpPr>
              <p:cNvPr id="20" name="95 Rectángulo">
                <a:extLst>
                  <a:ext uri="{FF2B5EF4-FFF2-40B4-BE49-F238E27FC236}">
                    <a16:creationId xmlns:a16="http://schemas.microsoft.com/office/drawing/2014/main" id="{2CAA5139-2A36-10AF-2CC4-12C8317319F4}"/>
                  </a:ext>
                </a:extLst>
              </p:cNvPr>
              <p:cNvSpPr/>
              <p:nvPr/>
            </p:nvSpPr>
            <p:spPr>
              <a:xfrm>
                <a:off x="575981" y="6261001"/>
                <a:ext cx="2018988" cy="230832"/>
              </a:xfrm>
              <a:prstGeom prst="rect">
                <a:avLst/>
              </a:prstGeom>
            </p:spPr>
            <p:txBody>
              <a:bodyPr wrap="square">
                <a:spAutoFit/>
              </a:bodyPr>
              <a:lstStyle/>
              <a:p>
                <a:r>
                  <a:rPr lang="en-US" sz="900" dirty="0">
                    <a:solidFill>
                      <a:schemeClr val="tx2">
                        <a:lumMod val="50000"/>
                      </a:schemeClr>
                    </a:solidFill>
                  </a:rPr>
                  <a:t>Out of Scope</a:t>
                </a:r>
              </a:p>
            </p:txBody>
          </p:sp>
        </p:grpSp>
      </p:grpSp>
      <p:pic>
        <p:nvPicPr>
          <p:cNvPr id="27" name="Imagen 7" descr="Diagrama, Esquemático&#10;&#10;Descripción generada automáticamente">
            <a:extLst>
              <a:ext uri="{FF2B5EF4-FFF2-40B4-BE49-F238E27FC236}">
                <a16:creationId xmlns:a16="http://schemas.microsoft.com/office/drawing/2014/main" id="{0B6EFEB6-1BF0-F579-821C-4FBFE113DE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02919" y="2542420"/>
            <a:ext cx="5219700" cy="2956272"/>
          </a:xfrm>
          <a:prstGeom prst="rect">
            <a:avLst/>
          </a:prstGeom>
        </p:spPr>
      </p:pic>
      <p:sp>
        <p:nvSpPr>
          <p:cNvPr id="3" name="TextBox 2">
            <a:extLst>
              <a:ext uri="{FF2B5EF4-FFF2-40B4-BE49-F238E27FC236}">
                <a16:creationId xmlns:a16="http://schemas.microsoft.com/office/drawing/2014/main" id="{B54D030E-1E4B-B335-DDCA-EB23DE191B45}"/>
              </a:ext>
            </a:extLst>
          </p:cNvPr>
          <p:cNvSpPr txBox="1"/>
          <p:nvPr/>
        </p:nvSpPr>
        <p:spPr>
          <a:xfrm>
            <a:off x="7541039" y="184006"/>
            <a:ext cx="3933006" cy="830997"/>
          </a:xfrm>
          <a:prstGeom prst="rect">
            <a:avLst/>
          </a:prstGeom>
          <a:solidFill>
            <a:srgbClr val="FFFF00"/>
          </a:solidFill>
          <a:ln>
            <a:solidFill>
              <a:schemeClr val="tx1"/>
            </a:solidFill>
          </a:ln>
        </p:spPr>
        <p:txBody>
          <a:bodyPr wrap="square" rtlCol="0">
            <a:spAutoFit/>
          </a:bodyPr>
          <a:lstStyle/>
          <a:p>
            <a:pPr algn="ctr"/>
            <a:r>
              <a:rPr lang="en-US" sz="2400" b="1" dirty="0"/>
              <a:t>Not Mandatory in the first phase</a:t>
            </a:r>
          </a:p>
        </p:txBody>
      </p:sp>
    </p:spTree>
    <p:extLst>
      <p:ext uri="{BB962C8B-B14F-4D97-AF65-F5344CB8AC3E}">
        <p14:creationId xmlns:p14="http://schemas.microsoft.com/office/powerpoint/2010/main" val="3768352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17</a:t>
            </a:fld>
            <a:endParaRPr lang="es-ES" dirty="0"/>
          </a:p>
        </p:txBody>
      </p:sp>
      <p:sp>
        <p:nvSpPr>
          <p:cNvPr id="8" name="Rectangle 7"/>
          <p:cNvSpPr/>
          <p:nvPr/>
        </p:nvSpPr>
        <p:spPr>
          <a:xfrm>
            <a:off x="476835" y="996005"/>
            <a:ext cx="11219866" cy="5213597"/>
          </a:xfrm>
          <a:prstGeom prst="rect">
            <a:avLst/>
          </a:prstGeom>
        </p:spPr>
        <p:txBody>
          <a:bodyPr wrap="square">
            <a:noAutofit/>
          </a:bodyPr>
          <a:lstStyle/>
          <a:p>
            <a:r>
              <a:rPr lang="en-US" sz="1400" i="1" dirty="0">
                <a:solidFill>
                  <a:schemeClr val="bg1">
                    <a:lumMod val="65000"/>
                  </a:schemeClr>
                </a:solidFill>
              </a:rPr>
              <a:t>The runtime view describes concrete behavior and interactions of the system’s building blocks in form of scenarios from the following areas:</a:t>
            </a:r>
          </a:p>
          <a:p>
            <a:pPr marL="285750" indent="-285750">
              <a:buFont typeface="Arial" panose="020B0604020202020204" pitchFamily="34" charset="0"/>
              <a:buChar char="•"/>
            </a:pPr>
            <a:r>
              <a:rPr lang="en-US" sz="1400" i="1" dirty="0">
                <a:solidFill>
                  <a:schemeClr val="bg1">
                    <a:lumMod val="65000"/>
                  </a:schemeClr>
                </a:solidFill>
              </a:rPr>
              <a:t>important use cases or features: how do building blocks execute them?</a:t>
            </a:r>
          </a:p>
          <a:p>
            <a:pPr marL="285750" indent="-285750">
              <a:buFont typeface="Arial" panose="020B0604020202020204" pitchFamily="34" charset="0"/>
              <a:buChar char="•"/>
            </a:pPr>
            <a:r>
              <a:rPr lang="en-US" sz="1400" i="1" dirty="0">
                <a:solidFill>
                  <a:schemeClr val="bg1">
                    <a:lumMod val="65000"/>
                  </a:schemeClr>
                </a:solidFill>
              </a:rPr>
              <a:t>interactions at critical external interfaces: how do building blocks cooperate with users and </a:t>
            </a:r>
            <a:r>
              <a:rPr lang="en-US" sz="1400" i="1" dirty="0" err="1">
                <a:solidFill>
                  <a:schemeClr val="bg1">
                    <a:lumMod val="65000"/>
                  </a:schemeClr>
                </a:solidFill>
              </a:rPr>
              <a:t>neighbouring</a:t>
            </a:r>
            <a:r>
              <a:rPr lang="en-US" sz="1400" i="1" dirty="0">
                <a:solidFill>
                  <a:schemeClr val="bg1">
                    <a:lumMod val="65000"/>
                  </a:schemeClr>
                </a:solidFill>
              </a:rPr>
              <a:t> systems?</a:t>
            </a:r>
          </a:p>
          <a:p>
            <a:pPr marL="285750" indent="-285750">
              <a:buFont typeface="Arial" panose="020B0604020202020204" pitchFamily="34" charset="0"/>
              <a:buChar char="•"/>
            </a:pPr>
            <a:r>
              <a:rPr lang="en-US" sz="1400" i="1" dirty="0">
                <a:solidFill>
                  <a:schemeClr val="bg1">
                    <a:lumMod val="65000"/>
                  </a:schemeClr>
                </a:solidFill>
              </a:rPr>
              <a:t>operation and administration: launch, start-up, stop</a:t>
            </a:r>
          </a:p>
          <a:p>
            <a:pPr marL="285750" indent="-285750">
              <a:buFont typeface="Arial" panose="020B0604020202020204" pitchFamily="34" charset="0"/>
              <a:buChar char="•"/>
            </a:pPr>
            <a:r>
              <a:rPr lang="en-US" sz="1400" i="1" dirty="0">
                <a:solidFill>
                  <a:schemeClr val="bg1">
                    <a:lumMod val="65000"/>
                  </a:schemeClr>
                </a:solidFill>
              </a:rPr>
              <a:t>error and exception scenarios</a:t>
            </a:r>
          </a:p>
        </p:txBody>
      </p:sp>
      <p:sp>
        <p:nvSpPr>
          <p:cNvPr id="5" name="Título 1">
            <a:extLst>
              <a:ext uri="{FF2B5EF4-FFF2-40B4-BE49-F238E27FC236}">
                <a16:creationId xmlns:a16="http://schemas.microsoft.com/office/drawing/2014/main" id="{6507F2D9-0A36-9D47-C234-E5A091DC70E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2.4 Runtime View / Sequence Diagram</a:t>
            </a:r>
          </a:p>
        </p:txBody>
      </p:sp>
      <p:sp>
        <p:nvSpPr>
          <p:cNvPr id="6" name="Marcador de texto 5">
            <a:extLst>
              <a:ext uri="{FF2B5EF4-FFF2-40B4-BE49-F238E27FC236}">
                <a16:creationId xmlns:a16="http://schemas.microsoft.com/office/drawing/2014/main" id="{347E5AFB-4220-6ED4-6F80-D957E89F087C}"/>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Technical Design</a:t>
            </a:r>
          </a:p>
        </p:txBody>
      </p:sp>
      <p:pic>
        <p:nvPicPr>
          <p:cNvPr id="4098" name="Picture 2" descr="Main Loop">
            <a:extLst>
              <a:ext uri="{FF2B5EF4-FFF2-40B4-BE49-F238E27FC236}">
                <a16:creationId xmlns:a16="http://schemas.microsoft.com/office/drawing/2014/main" id="{6EED871F-6D8E-ADA2-235E-6AF361C452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7204" y="2514600"/>
            <a:ext cx="4138139" cy="310075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A9D3447E-BE58-BA56-3458-42CABE815FCD}"/>
              </a:ext>
            </a:extLst>
          </p:cNvPr>
          <p:cNvPicPr>
            <a:picLocks noChangeAspect="1"/>
          </p:cNvPicPr>
          <p:nvPr/>
        </p:nvPicPr>
        <p:blipFill>
          <a:blip r:embed="rId3"/>
          <a:stretch>
            <a:fillRect/>
          </a:stretch>
        </p:blipFill>
        <p:spPr>
          <a:xfrm>
            <a:off x="6124371" y="2549025"/>
            <a:ext cx="5358935" cy="2908621"/>
          </a:xfrm>
          <a:prstGeom prst="rect">
            <a:avLst/>
          </a:prstGeom>
        </p:spPr>
      </p:pic>
    </p:spTree>
    <p:extLst>
      <p:ext uri="{BB962C8B-B14F-4D97-AF65-F5344CB8AC3E}">
        <p14:creationId xmlns:p14="http://schemas.microsoft.com/office/powerpoint/2010/main" val="972725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E60A8A4-4506-31DF-5A1F-6ACB6727B60C}"/>
              </a:ext>
            </a:extLst>
          </p:cNvPr>
          <p:cNvSpPr/>
          <p:nvPr/>
        </p:nvSpPr>
        <p:spPr>
          <a:xfrm>
            <a:off x="476835" y="996005"/>
            <a:ext cx="11219866" cy="5213597"/>
          </a:xfrm>
          <a:prstGeom prst="rect">
            <a:avLst/>
          </a:prstGeom>
        </p:spPr>
        <p:txBody>
          <a:bodyPr wrap="square">
            <a:noAutofit/>
          </a:bodyPr>
          <a:lstStyle/>
          <a:p>
            <a:pPr>
              <a:lnSpc>
                <a:spcPct val="107000"/>
              </a:lnSpc>
            </a:pPr>
            <a:r>
              <a:rPr lang="en-US" sz="1400" b="1" dirty="0">
                <a:ea typeface="Calibri" panose="020F0502020204030204" pitchFamily="34" charset="0"/>
                <a:cs typeface="Times New Roman" panose="02020603050405020304" pitchFamily="18" charset="0"/>
              </a:rPr>
              <a:t>List of Message/Traffic Flow</a:t>
            </a: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18</a:t>
            </a:fld>
            <a:endParaRPr lang="es-ES" dirty="0"/>
          </a:p>
        </p:txBody>
      </p:sp>
      <p:graphicFrame>
        <p:nvGraphicFramePr>
          <p:cNvPr id="17" name="Table 16"/>
          <p:cNvGraphicFramePr>
            <a:graphicFrameLocks noGrp="1"/>
          </p:cNvGraphicFramePr>
          <p:nvPr>
            <p:extLst>
              <p:ext uri="{D42A27DB-BD31-4B8C-83A1-F6EECF244321}">
                <p14:modId xmlns:p14="http://schemas.microsoft.com/office/powerpoint/2010/main" val="80734814"/>
              </p:ext>
            </p:extLst>
          </p:nvPr>
        </p:nvGraphicFramePr>
        <p:xfrm>
          <a:off x="597395" y="1449834"/>
          <a:ext cx="11099305" cy="2598420"/>
        </p:xfrm>
        <a:graphic>
          <a:graphicData uri="http://schemas.openxmlformats.org/drawingml/2006/table">
            <a:tbl>
              <a:tblPr firstRow="1" bandRow="1">
                <a:tableStyleId>{6E25E649-3F16-4E02-A733-19D2CDBF48F0}</a:tableStyleId>
              </a:tblPr>
              <a:tblGrid>
                <a:gridCol w="476721">
                  <a:extLst>
                    <a:ext uri="{9D8B030D-6E8A-4147-A177-3AD203B41FA5}">
                      <a16:colId xmlns:a16="http://schemas.microsoft.com/office/drawing/2014/main" val="20000"/>
                    </a:ext>
                  </a:extLst>
                </a:gridCol>
                <a:gridCol w="913604">
                  <a:extLst>
                    <a:ext uri="{9D8B030D-6E8A-4147-A177-3AD203B41FA5}">
                      <a16:colId xmlns:a16="http://schemas.microsoft.com/office/drawing/2014/main" val="3305499651"/>
                    </a:ext>
                  </a:extLst>
                </a:gridCol>
                <a:gridCol w="764841">
                  <a:extLst>
                    <a:ext uri="{9D8B030D-6E8A-4147-A177-3AD203B41FA5}">
                      <a16:colId xmlns:a16="http://schemas.microsoft.com/office/drawing/2014/main" val="20001"/>
                    </a:ext>
                  </a:extLst>
                </a:gridCol>
                <a:gridCol w="1175323">
                  <a:extLst>
                    <a:ext uri="{9D8B030D-6E8A-4147-A177-3AD203B41FA5}">
                      <a16:colId xmlns:a16="http://schemas.microsoft.com/office/drawing/2014/main" val="20002"/>
                    </a:ext>
                  </a:extLst>
                </a:gridCol>
                <a:gridCol w="1691274">
                  <a:extLst>
                    <a:ext uri="{9D8B030D-6E8A-4147-A177-3AD203B41FA5}">
                      <a16:colId xmlns:a16="http://schemas.microsoft.com/office/drawing/2014/main" val="20003"/>
                    </a:ext>
                  </a:extLst>
                </a:gridCol>
                <a:gridCol w="996065">
                  <a:extLst>
                    <a:ext uri="{9D8B030D-6E8A-4147-A177-3AD203B41FA5}">
                      <a16:colId xmlns:a16="http://schemas.microsoft.com/office/drawing/2014/main" val="20004"/>
                    </a:ext>
                  </a:extLst>
                </a:gridCol>
                <a:gridCol w="1201401">
                  <a:extLst>
                    <a:ext uri="{9D8B030D-6E8A-4147-A177-3AD203B41FA5}">
                      <a16:colId xmlns:a16="http://schemas.microsoft.com/office/drawing/2014/main" val="20005"/>
                    </a:ext>
                  </a:extLst>
                </a:gridCol>
                <a:gridCol w="970019">
                  <a:extLst>
                    <a:ext uri="{9D8B030D-6E8A-4147-A177-3AD203B41FA5}">
                      <a16:colId xmlns:a16="http://schemas.microsoft.com/office/drawing/2014/main" val="20006"/>
                    </a:ext>
                  </a:extLst>
                </a:gridCol>
                <a:gridCol w="970019">
                  <a:extLst>
                    <a:ext uri="{9D8B030D-6E8A-4147-A177-3AD203B41FA5}">
                      <a16:colId xmlns:a16="http://schemas.microsoft.com/office/drawing/2014/main" val="20007"/>
                    </a:ext>
                  </a:extLst>
                </a:gridCol>
                <a:gridCol w="970019">
                  <a:extLst>
                    <a:ext uri="{9D8B030D-6E8A-4147-A177-3AD203B41FA5}">
                      <a16:colId xmlns:a16="http://schemas.microsoft.com/office/drawing/2014/main" val="2899476234"/>
                    </a:ext>
                  </a:extLst>
                </a:gridCol>
                <a:gridCol w="970019">
                  <a:extLst>
                    <a:ext uri="{9D8B030D-6E8A-4147-A177-3AD203B41FA5}">
                      <a16:colId xmlns:a16="http://schemas.microsoft.com/office/drawing/2014/main" val="3743441162"/>
                    </a:ext>
                  </a:extLst>
                </a:gridCol>
              </a:tblGrid>
              <a:tr h="342900">
                <a:tc>
                  <a:txBody>
                    <a:bodyPr/>
                    <a:lstStyle/>
                    <a:p>
                      <a:pPr algn="ctr"/>
                      <a:r>
                        <a:rPr lang="en-US" sz="1100" dirty="0"/>
                        <a:t>Flow</a:t>
                      </a:r>
                    </a:p>
                    <a:p>
                      <a:pPr algn="ctr"/>
                      <a:r>
                        <a:rPr lang="en-US" sz="1100" dirty="0"/>
                        <a:t>Id</a:t>
                      </a:r>
                    </a:p>
                  </a:txBody>
                  <a:tcPr marL="68580" marR="68580" marT="34290" marB="34290" anchor="ctr">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t>Connection Name</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t>Source</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t>Destination</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bg1"/>
                          </a:solidFill>
                        </a:rPr>
                        <a:t>Traffic type / </a:t>
                      </a:r>
                      <a:br>
                        <a:rPr lang="en-US" sz="1100" dirty="0">
                          <a:solidFill>
                            <a:schemeClr val="bg1"/>
                          </a:solidFill>
                        </a:rPr>
                      </a:br>
                      <a:r>
                        <a:rPr lang="en-US" sz="1100" dirty="0"/>
                        <a:t>Content Description</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aseline="0" dirty="0"/>
                        <a:t>Protocols / Ports</a:t>
                      </a:r>
                      <a:endParaRPr lang="en-US" sz="11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100" dirty="0"/>
                        <a:t>Data Classification</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100" dirty="0"/>
                        <a:t>Encryption Method</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100" dirty="0"/>
                        <a:t>(E)</a:t>
                      </a:r>
                      <a:r>
                        <a:rPr lang="en-US" sz="1100" dirty="0" err="1"/>
                        <a:t>xisting</a:t>
                      </a:r>
                      <a:endParaRPr lang="en-US" sz="1100" dirty="0"/>
                    </a:p>
                    <a:p>
                      <a:pPr algn="ctr"/>
                      <a:r>
                        <a:rPr lang="en-US" sz="1100" dirty="0"/>
                        <a:t>(N)</a:t>
                      </a:r>
                      <a:r>
                        <a:rPr lang="en-US" sz="1100" dirty="0" err="1"/>
                        <a:t>ew</a:t>
                      </a:r>
                      <a:endParaRPr lang="en-US" sz="11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100" dirty="0"/>
                        <a:t>(I)</a:t>
                      </a:r>
                      <a:r>
                        <a:rPr lang="en-US" sz="1100" dirty="0" err="1"/>
                        <a:t>nternal</a:t>
                      </a:r>
                      <a:r>
                        <a:rPr lang="en-US" sz="1100" dirty="0"/>
                        <a:t> / (T)</a:t>
                      </a:r>
                      <a:r>
                        <a:rPr lang="en-US" sz="1100" dirty="0" err="1"/>
                        <a:t>hird</a:t>
                      </a:r>
                      <a:r>
                        <a:rPr lang="en-US" sz="1100" dirty="0"/>
                        <a:t> Party</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100" dirty="0"/>
                        <a:t>Data Size</a:t>
                      </a:r>
                    </a:p>
                  </a:txBody>
                  <a:tcPr marL="68580" marR="68580" marT="34290" marB="34290"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0"/>
                  </a:ext>
                </a:extLst>
              </a:tr>
              <a:tr h="331623">
                <a:tc>
                  <a:txBody>
                    <a:bodyPr/>
                    <a:lstStyle/>
                    <a:p>
                      <a:endParaRPr lang="en-US" sz="800" dirty="0">
                        <a:solidFill>
                          <a:schemeClr val="bg1">
                            <a:lumMod val="50000"/>
                          </a:schemeClr>
                        </a:solidFill>
                      </a:endParaRPr>
                    </a:p>
                  </a:txBody>
                  <a:tcPr marL="68580" marR="68580" marT="34290" marB="34290">
                    <a:lnR w="12700" cap="flat" cmpd="sng" algn="ctr">
                      <a:solidFill>
                        <a:schemeClr val="tx1"/>
                      </a:solidFill>
                      <a:prstDash val="solid"/>
                      <a:round/>
                      <a:headEnd type="none" w="med" len="med"/>
                      <a:tailEnd type="none" w="med" len="med"/>
                    </a:lnR>
                  </a:tcPr>
                </a:tc>
                <a:tc>
                  <a:txBody>
                    <a:bodyPr/>
                    <a:lstStyle/>
                    <a:p>
                      <a:r>
                        <a:rPr lang="en-US" sz="1000" dirty="0">
                          <a:solidFill>
                            <a:schemeClr val="bg2">
                              <a:lumMod val="10000"/>
                            </a:schemeClr>
                          </a:solidFill>
                        </a:rPr>
                        <a:t>T24 - Data Lake Financial</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en-US" sz="900" kern="1200" dirty="0">
                          <a:solidFill>
                            <a:schemeClr val="dk1"/>
                          </a:solidFill>
                          <a:latin typeface="+mn-lt"/>
                          <a:ea typeface="+mn-ea"/>
                          <a:cs typeface="+mn-cs"/>
                        </a:rPr>
                        <a:t>T24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r>
                        <a:rPr lang="en-US" sz="1000" dirty="0">
                          <a:solidFill>
                            <a:schemeClr val="bg2">
                              <a:lumMod val="10000"/>
                            </a:schemeClr>
                          </a:solidFill>
                        </a:rPr>
                        <a:t>Data Lake Financial</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en-US" sz="1000" kern="1200" dirty="0">
                          <a:solidFill>
                            <a:schemeClr val="bg2">
                              <a:lumMod val="10000"/>
                            </a:schemeClr>
                          </a:solidFill>
                          <a:latin typeface="+mn-lt"/>
                          <a:ea typeface="+mn-ea"/>
                          <a:cs typeface="+mn-cs"/>
                        </a:rPr>
                        <a:t>Batch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r>
                        <a:rPr lang="en-US" sz="900" dirty="0"/>
                        <a:t>SFTP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000" dirty="0">
                          <a:solidFill>
                            <a:schemeClr val="bg2">
                              <a:lumMod val="10000"/>
                            </a:schemeClr>
                          </a:solidFill>
                        </a:rPr>
                        <a:t>Confidential</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r>
                        <a:rPr lang="pt-BR" sz="900" b="1" dirty="0"/>
                        <a:t>No</a:t>
                      </a:r>
                      <a:endParaRPr lang="en-US" sz="9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pt-BR" sz="1000" kern="1200" dirty="0">
                          <a:solidFill>
                            <a:schemeClr val="bg2">
                              <a:lumMod val="10000"/>
                            </a:schemeClr>
                          </a:solidFill>
                          <a:latin typeface="+mn-lt"/>
                          <a:ea typeface="+mn-ea"/>
                          <a:cs typeface="+mn-cs"/>
                        </a:rPr>
                        <a:t>Existing</a:t>
                      </a:r>
                      <a:endParaRPr lang="en-US" sz="1000" kern="1200" dirty="0">
                        <a:solidFill>
                          <a:schemeClr val="bg2">
                            <a:lumMod val="10000"/>
                          </a:schemeClr>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pt-BR" sz="1000" b="0" i="0" u="none" strike="noStrike" kern="1200" cap="none" spc="0" normalizeH="0" baseline="0" noProof="0">
                          <a:ln>
                            <a:noFill/>
                          </a:ln>
                          <a:solidFill>
                            <a:srgbClr val="E7E6E6">
                              <a:lumMod val="10000"/>
                            </a:srgbClr>
                          </a:solidFill>
                          <a:effectLst/>
                          <a:uLnTx/>
                          <a:uFillTx/>
                          <a:latin typeface="Arial"/>
                          <a:ea typeface="+mn-ea"/>
                          <a:cs typeface="+mn-cs"/>
                        </a:rPr>
                        <a:t>Internal</a:t>
                      </a:r>
                      <a:endParaRPr kumimoji="0" lang="en-US" sz="1000" b="0" i="0" u="none" strike="noStrike" kern="1200" cap="none" spc="0" normalizeH="0" baseline="0" noProof="0" dirty="0">
                        <a:ln>
                          <a:noFill/>
                        </a:ln>
                        <a:solidFill>
                          <a:srgbClr val="E7E6E6">
                            <a:lumMod val="10000"/>
                          </a:srgbClr>
                        </a:solidFill>
                        <a:effectLst/>
                        <a:uLnTx/>
                        <a:uFillTx/>
                        <a:latin typeface="Arial"/>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pt-BR" sz="1000" kern="1200" dirty="0">
                          <a:solidFill>
                            <a:schemeClr val="bg2">
                              <a:lumMod val="10000"/>
                            </a:schemeClr>
                          </a:solidFill>
                          <a:latin typeface="+mn-lt"/>
                          <a:ea typeface="+mn-ea"/>
                          <a:cs typeface="+mn-cs"/>
                        </a:rPr>
                        <a:t>Medium</a:t>
                      </a:r>
                      <a:endParaRPr lang="en-US" sz="1000" kern="1200" dirty="0">
                        <a:solidFill>
                          <a:schemeClr val="bg2">
                            <a:lumMod val="10000"/>
                          </a:schemeClr>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1"/>
                  </a:ext>
                </a:extLst>
              </a:tr>
              <a:tr h="331623">
                <a:tc>
                  <a:txBody>
                    <a:bodyPr/>
                    <a:lstStyle/>
                    <a:p>
                      <a:endParaRPr lang="en-US" sz="800" dirty="0">
                        <a:solidFill>
                          <a:schemeClr val="bg1">
                            <a:lumMod val="50000"/>
                          </a:schemeClr>
                        </a:solidFill>
                      </a:endParaRPr>
                    </a:p>
                  </a:txBody>
                  <a:tcPr marL="68580" marR="68580" marT="34290" marB="34290">
                    <a:lnR w="12700" cap="flat" cmpd="sng" algn="ctr">
                      <a:solidFill>
                        <a:schemeClr val="tx1"/>
                      </a:solidFill>
                      <a:prstDash val="solid"/>
                      <a:round/>
                      <a:headEnd type="none" w="med" len="med"/>
                      <a:tailEnd type="none" w="med" len="med"/>
                    </a:lnR>
                  </a:tcPr>
                </a:tc>
                <a:tc>
                  <a:txBody>
                    <a:bodyPr/>
                    <a:lstStyle/>
                    <a:p>
                      <a:r>
                        <a:rPr lang="en-US" sz="1000" dirty="0">
                          <a:solidFill>
                            <a:schemeClr val="bg2">
                              <a:lumMod val="10000"/>
                            </a:schemeClr>
                          </a:solidFill>
                        </a:rPr>
                        <a:t>T24- Data Lake Collateral &amp; Netting</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pt-BR" sz="900" kern="1200" dirty="0">
                          <a:solidFill>
                            <a:schemeClr val="dk1"/>
                          </a:solidFill>
                          <a:latin typeface="+mn-lt"/>
                          <a:ea typeface="+mn-ea"/>
                          <a:cs typeface="+mn-cs"/>
                        </a:rPr>
                        <a:t>T24</a:t>
                      </a:r>
                      <a:endParaRPr lang="en-US" sz="900" kern="1200" dirty="0">
                        <a:solidFill>
                          <a:schemeClr val="dk1"/>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r>
                        <a:rPr lang="en-US" sz="1000" dirty="0">
                          <a:solidFill>
                            <a:schemeClr val="bg2">
                              <a:lumMod val="10000"/>
                            </a:schemeClr>
                          </a:solidFill>
                        </a:rPr>
                        <a:t>Data Lake Collateral &amp; Netting</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pt-BR" sz="1000" kern="1200" dirty="0">
                          <a:solidFill>
                            <a:schemeClr val="bg2">
                              <a:lumMod val="10000"/>
                            </a:schemeClr>
                          </a:solidFill>
                          <a:latin typeface="+mn-lt"/>
                          <a:ea typeface="+mn-ea"/>
                          <a:cs typeface="+mn-cs"/>
                        </a:rPr>
                        <a:t>Batch</a:t>
                      </a:r>
                      <a:endParaRPr lang="en-US" sz="1000" kern="1200" dirty="0">
                        <a:solidFill>
                          <a:schemeClr val="bg2">
                            <a:lumMod val="10000"/>
                          </a:schemeClr>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pt-BR" sz="1000" kern="1200" dirty="0">
                          <a:solidFill>
                            <a:schemeClr val="bg2">
                              <a:lumMod val="10000"/>
                            </a:schemeClr>
                          </a:solidFill>
                          <a:latin typeface="+mn-lt"/>
                          <a:ea typeface="+mn-ea"/>
                          <a:cs typeface="+mn-cs"/>
                        </a:rPr>
                        <a:t>SFTP</a:t>
                      </a:r>
                      <a:endParaRPr lang="en-US" sz="1000" kern="1200" dirty="0">
                        <a:solidFill>
                          <a:schemeClr val="bg2">
                            <a:lumMod val="10000"/>
                          </a:schemeClr>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000" dirty="0">
                          <a:solidFill>
                            <a:schemeClr val="bg2">
                              <a:lumMod val="10000"/>
                            </a:schemeClr>
                          </a:solidFill>
                        </a:rPr>
                        <a:t>Confidential</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pt-BR" sz="900" b="1" kern="1200" dirty="0">
                          <a:solidFill>
                            <a:schemeClr val="dk1"/>
                          </a:solidFill>
                          <a:latin typeface="+mn-lt"/>
                          <a:ea typeface="+mn-ea"/>
                          <a:cs typeface="+mn-cs"/>
                        </a:rPr>
                        <a:t>No</a:t>
                      </a:r>
                      <a:endParaRPr lang="en-US" sz="900" b="1" kern="1200" dirty="0">
                        <a:solidFill>
                          <a:schemeClr val="dk1"/>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pt-BR" sz="1000" kern="1200" dirty="0">
                          <a:solidFill>
                            <a:schemeClr val="bg2">
                              <a:lumMod val="10000"/>
                            </a:schemeClr>
                          </a:solidFill>
                          <a:latin typeface="+mn-lt"/>
                          <a:ea typeface="+mn-ea"/>
                          <a:cs typeface="+mn-cs"/>
                        </a:rPr>
                        <a:t>Existing</a:t>
                      </a:r>
                      <a:endParaRPr lang="en-US" sz="1000" kern="1200" dirty="0">
                        <a:solidFill>
                          <a:schemeClr val="bg2">
                            <a:lumMod val="10000"/>
                          </a:schemeClr>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pt-BR" sz="1000" b="0" i="0" u="none" strike="noStrike" kern="1200" cap="none" spc="0" normalizeH="0" baseline="0" noProof="0">
                          <a:ln>
                            <a:noFill/>
                          </a:ln>
                          <a:solidFill>
                            <a:srgbClr val="E7E6E6">
                              <a:lumMod val="10000"/>
                            </a:srgbClr>
                          </a:solidFill>
                          <a:effectLst/>
                          <a:uLnTx/>
                          <a:uFillTx/>
                          <a:latin typeface="Arial"/>
                          <a:ea typeface="+mn-ea"/>
                          <a:cs typeface="+mn-cs"/>
                        </a:rPr>
                        <a:t>Internal</a:t>
                      </a:r>
                      <a:endParaRPr kumimoji="0" lang="en-US" sz="1000" b="0" i="0" u="none" strike="noStrike" kern="1200" cap="none" spc="0" normalizeH="0" baseline="0" noProof="0" dirty="0">
                        <a:ln>
                          <a:noFill/>
                        </a:ln>
                        <a:solidFill>
                          <a:srgbClr val="E7E6E6">
                            <a:lumMod val="10000"/>
                          </a:srgbClr>
                        </a:solidFill>
                        <a:effectLst/>
                        <a:uLnTx/>
                        <a:uFillTx/>
                        <a:latin typeface="Arial"/>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pt-BR" sz="1000" kern="1200" noProof="0" dirty="0">
                          <a:solidFill>
                            <a:schemeClr val="bg2">
                              <a:lumMod val="10000"/>
                            </a:schemeClr>
                          </a:solidFill>
                          <a:latin typeface="+mn-lt"/>
                          <a:ea typeface="+mn-ea"/>
                          <a:cs typeface="+mn-cs"/>
                        </a:rPr>
                        <a:t>Medium</a:t>
                      </a:r>
                      <a:endParaRPr lang="en-US" sz="1000" kern="1200" dirty="0">
                        <a:solidFill>
                          <a:schemeClr val="bg2">
                            <a:lumMod val="10000"/>
                          </a:schemeClr>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r h="331623">
                <a:tc>
                  <a:txBody>
                    <a:bodyPr/>
                    <a:lstStyle/>
                    <a:p>
                      <a:endParaRPr lang="en-US" sz="800" dirty="0">
                        <a:solidFill>
                          <a:schemeClr val="bg1">
                            <a:lumMod val="50000"/>
                          </a:schemeClr>
                        </a:solidFill>
                      </a:endParaRPr>
                    </a:p>
                  </a:txBody>
                  <a:tcPr marL="68580" marR="68580" marT="34290" marB="34290">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pt-BR" sz="1000" kern="1200" dirty="0">
                          <a:solidFill>
                            <a:schemeClr val="bg2">
                              <a:lumMod val="10000"/>
                            </a:schemeClr>
                          </a:solidFill>
                          <a:latin typeface="+mn-lt"/>
                          <a:ea typeface="+mn-ea"/>
                          <a:cs typeface="+mn-cs"/>
                        </a:rPr>
                        <a:t>T24 – Asset Control</a:t>
                      </a:r>
                      <a:endParaRPr lang="en-US" sz="1000" kern="1200" dirty="0">
                        <a:solidFill>
                          <a:schemeClr val="bg2">
                            <a:lumMod val="10000"/>
                          </a:schemeClr>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pt-BR" sz="900" kern="1200" dirty="0">
                          <a:solidFill>
                            <a:schemeClr val="dk1"/>
                          </a:solidFill>
                          <a:latin typeface="+mn-lt"/>
                          <a:ea typeface="+mn-ea"/>
                          <a:cs typeface="+mn-cs"/>
                        </a:rPr>
                        <a:t>T24</a:t>
                      </a:r>
                      <a:endParaRPr lang="en-US" sz="900" kern="1200" dirty="0">
                        <a:solidFill>
                          <a:schemeClr val="dk1"/>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pt-BR" sz="1000" kern="1200" dirty="0">
                          <a:solidFill>
                            <a:schemeClr val="bg2">
                              <a:lumMod val="10000"/>
                            </a:schemeClr>
                          </a:solidFill>
                          <a:latin typeface="+mn-lt"/>
                          <a:ea typeface="+mn-ea"/>
                          <a:cs typeface="+mn-cs"/>
                        </a:rPr>
                        <a:t>Asset Control</a:t>
                      </a:r>
                      <a:endParaRPr lang="en-US" sz="1000" kern="1200" dirty="0">
                        <a:solidFill>
                          <a:schemeClr val="bg2">
                            <a:lumMod val="10000"/>
                          </a:schemeClr>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pt-BR" sz="1000" kern="1200" dirty="0">
                          <a:solidFill>
                            <a:schemeClr val="bg2">
                              <a:lumMod val="10000"/>
                            </a:schemeClr>
                          </a:solidFill>
                          <a:latin typeface="+mn-lt"/>
                          <a:ea typeface="+mn-ea"/>
                          <a:cs typeface="+mn-cs"/>
                        </a:rPr>
                        <a:t>Batch</a:t>
                      </a:r>
                      <a:endParaRPr lang="en-US" sz="1000" kern="1200" dirty="0">
                        <a:solidFill>
                          <a:schemeClr val="bg2">
                            <a:lumMod val="10000"/>
                          </a:schemeClr>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pt-BR" sz="1000" kern="1200" dirty="0">
                          <a:solidFill>
                            <a:schemeClr val="bg2">
                              <a:lumMod val="10000"/>
                            </a:schemeClr>
                          </a:solidFill>
                          <a:latin typeface="+mn-lt"/>
                          <a:ea typeface="+mn-ea"/>
                          <a:cs typeface="+mn-cs"/>
                        </a:rPr>
                        <a:t>SFTP</a:t>
                      </a:r>
                      <a:endParaRPr lang="en-US" sz="1000" kern="1200" dirty="0">
                        <a:solidFill>
                          <a:schemeClr val="bg2">
                            <a:lumMod val="10000"/>
                          </a:schemeClr>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00" dirty="0">
                          <a:solidFill>
                            <a:schemeClr val="bg2">
                              <a:lumMod val="10000"/>
                            </a:schemeClr>
                          </a:solidFill>
                        </a:rPr>
                        <a:t>Confidential</a:t>
                      </a:r>
                    </a:p>
                    <a:p>
                      <a:pPr marL="0" algn="ctr" defTabSz="685800" rtl="0" eaLnBrk="1" latinLnBrk="0" hangingPunct="1"/>
                      <a:endParaRPr lang="en-US" sz="1000" kern="1200" dirty="0">
                        <a:solidFill>
                          <a:schemeClr val="bg2">
                            <a:lumMod val="10000"/>
                          </a:schemeClr>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pt-BR" sz="900" b="1" kern="1200" dirty="0">
                          <a:solidFill>
                            <a:schemeClr val="dk1"/>
                          </a:solidFill>
                          <a:latin typeface="+mn-lt"/>
                          <a:ea typeface="+mn-ea"/>
                          <a:cs typeface="+mn-cs"/>
                        </a:rPr>
                        <a:t>No</a:t>
                      </a:r>
                      <a:endParaRPr lang="en-US" sz="900" b="1" kern="1200" dirty="0">
                        <a:solidFill>
                          <a:schemeClr val="dk1"/>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pt-BR" sz="1000" kern="1200" dirty="0">
                          <a:solidFill>
                            <a:schemeClr val="bg2">
                              <a:lumMod val="10000"/>
                            </a:schemeClr>
                          </a:solidFill>
                          <a:latin typeface="+mn-lt"/>
                          <a:ea typeface="+mn-ea"/>
                          <a:cs typeface="+mn-cs"/>
                        </a:rPr>
                        <a:t>Existing</a:t>
                      </a:r>
                      <a:endParaRPr lang="en-US" sz="1000" kern="1200" dirty="0">
                        <a:solidFill>
                          <a:schemeClr val="bg2">
                            <a:lumMod val="10000"/>
                          </a:schemeClr>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pt-BR" sz="1000" b="0" i="0" u="none" strike="noStrike" kern="1200" cap="none" spc="0" normalizeH="0" baseline="0" noProof="0" dirty="0">
                          <a:ln>
                            <a:noFill/>
                          </a:ln>
                          <a:solidFill>
                            <a:srgbClr val="E7E6E6">
                              <a:lumMod val="10000"/>
                            </a:srgbClr>
                          </a:solidFill>
                          <a:effectLst/>
                          <a:uLnTx/>
                          <a:uFillTx/>
                          <a:latin typeface="Arial"/>
                          <a:ea typeface="+mn-ea"/>
                          <a:cs typeface="+mn-cs"/>
                        </a:rPr>
                        <a:t>Internal</a:t>
                      </a:r>
                      <a:endParaRPr kumimoji="0" lang="en-US" sz="1000" b="0" i="0" u="none" strike="noStrike" kern="1200" cap="none" spc="0" normalizeH="0" baseline="0" noProof="0" dirty="0">
                        <a:ln>
                          <a:noFill/>
                        </a:ln>
                        <a:solidFill>
                          <a:srgbClr val="E7E6E6">
                            <a:lumMod val="10000"/>
                          </a:srgbClr>
                        </a:solidFill>
                        <a:effectLst/>
                        <a:uLnTx/>
                        <a:uFillTx/>
                        <a:latin typeface="Arial"/>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pt-BR" sz="1000" kern="1200" noProof="0" dirty="0">
                          <a:solidFill>
                            <a:schemeClr val="bg2">
                              <a:lumMod val="10000"/>
                            </a:schemeClr>
                          </a:solidFill>
                          <a:latin typeface="+mn-lt"/>
                          <a:ea typeface="+mn-ea"/>
                          <a:cs typeface="+mn-cs"/>
                        </a:rPr>
                        <a:t>Medium</a:t>
                      </a:r>
                      <a:endParaRPr lang="en-US" sz="1000" kern="1200" dirty="0">
                        <a:solidFill>
                          <a:schemeClr val="bg2">
                            <a:lumMod val="10000"/>
                          </a:schemeClr>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943255337"/>
                  </a:ext>
                </a:extLst>
              </a:tr>
              <a:tr h="331623">
                <a:tc>
                  <a:txBody>
                    <a:bodyPr/>
                    <a:lstStyle/>
                    <a:p>
                      <a:endParaRPr lang="en-US" sz="800" dirty="0">
                        <a:solidFill>
                          <a:schemeClr val="bg1">
                            <a:lumMod val="50000"/>
                          </a:schemeClr>
                        </a:solidFill>
                      </a:endParaRPr>
                    </a:p>
                  </a:txBody>
                  <a:tcPr marL="68580" marR="68580" marT="34290" marB="34290">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pt-BR" sz="1000" kern="1200" dirty="0">
                          <a:solidFill>
                            <a:schemeClr val="bg2">
                              <a:lumMod val="10000"/>
                            </a:schemeClr>
                          </a:solidFill>
                          <a:latin typeface="+mn-lt"/>
                          <a:ea typeface="+mn-ea"/>
                          <a:cs typeface="+mn-cs"/>
                        </a:rPr>
                        <a:t>Appian – T24</a:t>
                      </a:r>
                      <a:endParaRPr lang="en-US" sz="1000" kern="1200" dirty="0">
                        <a:solidFill>
                          <a:schemeClr val="bg2">
                            <a:lumMod val="10000"/>
                          </a:schemeClr>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en-US" sz="900" kern="1200" dirty="0">
                          <a:solidFill>
                            <a:schemeClr val="dk1"/>
                          </a:solidFill>
                          <a:latin typeface="+mn-lt"/>
                          <a:ea typeface="+mn-ea"/>
                          <a:cs typeface="+mn-cs"/>
                        </a:rPr>
                        <a:t>Appian - Security Lending Workflow</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pt-BR" sz="1000" kern="1200" dirty="0">
                          <a:solidFill>
                            <a:schemeClr val="bg2">
                              <a:lumMod val="10000"/>
                            </a:schemeClr>
                          </a:solidFill>
                          <a:latin typeface="+mn-lt"/>
                          <a:ea typeface="+mn-ea"/>
                          <a:cs typeface="+mn-cs"/>
                        </a:rPr>
                        <a:t>T24</a:t>
                      </a:r>
                      <a:endParaRPr lang="en-US" sz="1000" kern="1200" dirty="0">
                        <a:solidFill>
                          <a:schemeClr val="bg2">
                            <a:lumMod val="10000"/>
                          </a:schemeClr>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pt-BR" sz="1000" kern="1200" dirty="0">
                          <a:solidFill>
                            <a:schemeClr val="bg2">
                              <a:lumMod val="10000"/>
                            </a:schemeClr>
                          </a:solidFill>
                          <a:latin typeface="+mn-lt"/>
                          <a:ea typeface="+mn-ea"/>
                          <a:cs typeface="+mn-cs"/>
                        </a:rPr>
                        <a:t>Real-time</a:t>
                      </a:r>
                      <a:endParaRPr lang="en-US" sz="1000" kern="1200" dirty="0">
                        <a:solidFill>
                          <a:schemeClr val="bg2">
                            <a:lumMod val="10000"/>
                          </a:schemeClr>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pt-BR" sz="1000" kern="1200" dirty="0">
                          <a:solidFill>
                            <a:schemeClr val="bg2">
                              <a:lumMod val="10000"/>
                            </a:schemeClr>
                          </a:solidFill>
                          <a:latin typeface="+mn-lt"/>
                          <a:ea typeface="+mn-ea"/>
                          <a:cs typeface="+mn-cs"/>
                        </a:rPr>
                        <a:t>API</a:t>
                      </a:r>
                      <a:endParaRPr lang="en-US" sz="1000" kern="1200" dirty="0">
                        <a:solidFill>
                          <a:schemeClr val="bg2">
                            <a:lumMod val="10000"/>
                          </a:schemeClr>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pt-BR" sz="1000" kern="1200" dirty="0">
                          <a:solidFill>
                            <a:schemeClr val="bg2">
                              <a:lumMod val="10000"/>
                            </a:schemeClr>
                          </a:solidFill>
                          <a:latin typeface="+mn-lt"/>
                          <a:ea typeface="+mn-ea"/>
                          <a:cs typeface="+mn-cs"/>
                        </a:rPr>
                        <a:t>Restricted Confidential</a:t>
                      </a:r>
                      <a:endParaRPr lang="en-US" sz="1000" kern="1200" dirty="0">
                        <a:solidFill>
                          <a:schemeClr val="bg2">
                            <a:lumMod val="10000"/>
                          </a:schemeClr>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endParaRPr lang="en-US" sz="900" b="1" kern="1200" dirty="0">
                        <a:solidFill>
                          <a:schemeClr val="dk1"/>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pt-BR" sz="1000" kern="1200" dirty="0">
                          <a:solidFill>
                            <a:schemeClr val="bg2">
                              <a:lumMod val="10000"/>
                            </a:schemeClr>
                          </a:solidFill>
                          <a:latin typeface="+mn-lt"/>
                          <a:ea typeface="+mn-ea"/>
                          <a:cs typeface="+mn-cs"/>
                        </a:rPr>
                        <a:t>Existing</a:t>
                      </a:r>
                      <a:endParaRPr lang="en-US" sz="1000" kern="1200" dirty="0">
                        <a:solidFill>
                          <a:schemeClr val="bg2">
                            <a:lumMod val="10000"/>
                          </a:schemeClr>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pt-BR" sz="1000" kern="1200" dirty="0">
                          <a:solidFill>
                            <a:schemeClr val="bg2">
                              <a:lumMod val="10000"/>
                            </a:schemeClr>
                          </a:solidFill>
                          <a:latin typeface="+mn-lt"/>
                          <a:ea typeface="+mn-ea"/>
                          <a:cs typeface="+mn-cs"/>
                        </a:rPr>
                        <a:t>Internal</a:t>
                      </a:r>
                      <a:endParaRPr lang="en-US" sz="1000" kern="1200" dirty="0">
                        <a:solidFill>
                          <a:schemeClr val="bg2">
                            <a:lumMod val="10000"/>
                          </a:schemeClr>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pt-BR" sz="1000" kern="1200" dirty="0">
                          <a:solidFill>
                            <a:schemeClr val="bg2">
                              <a:lumMod val="10000"/>
                            </a:schemeClr>
                          </a:solidFill>
                          <a:latin typeface="+mn-lt"/>
                          <a:ea typeface="+mn-ea"/>
                          <a:cs typeface="+mn-cs"/>
                        </a:rPr>
                        <a:t>Small</a:t>
                      </a:r>
                      <a:endParaRPr lang="en-US" sz="1000" kern="1200" dirty="0">
                        <a:solidFill>
                          <a:schemeClr val="bg2">
                            <a:lumMod val="10000"/>
                          </a:schemeClr>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196150418"/>
                  </a:ext>
                </a:extLst>
              </a:tr>
            </a:tbl>
          </a:graphicData>
        </a:graphic>
      </p:graphicFrame>
      <p:sp>
        <p:nvSpPr>
          <p:cNvPr id="5" name="Título 1">
            <a:extLst>
              <a:ext uri="{FF2B5EF4-FFF2-40B4-BE49-F238E27FC236}">
                <a16:creationId xmlns:a16="http://schemas.microsoft.com/office/drawing/2014/main" id="{AA86D2D4-A11D-1206-1FCD-F68DE7261215}"/>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sz="2700" dirty="0"/>
              <a:t>2.5 Integration – Message/Traffic Flow</a:t>
            </a:r>
            <a:endParaRPr lang="en-US" dirty="0"/>
          </a:p>
        </p:txBody>
      </p:sp>
      <p:sp>
        <p:nvSpPr>
          <p:cNvPr id="3" name="Marcador de texto 5">
            <a:extLst>
              <a:ext uri="{FF2B5EF4-FFF2-40B4-BE49-F238E27FC236}">
                <a16:creationId xmlns:a16="http://schemas.microsoft.com/office/drawing/2014/main" id="{1907EC4C-90A0-81CE-7FFE-8CF013F82715}"/>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Technical Design</a:t>
            </a:r>
          </a:p>
        </p:txBody>
      </p:sp>
    </p:spTree>
    <p:extLst>
      <p:ext uri="{BB962C8B-B14F-4D97-AF65-F5344CB8AC3E}">
        <p14:creationId xmlns:p14="http://schemas.microsoft.com/office/powerpoint/2010/main" val="152508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19</a:t>
            </a:fld>
            <a:endParaRPr lang="es-ES" dirty="0"/>
          </a:p>
        </p:txBody>
      </p:sp>
      <p:sp>
        <p:nvSpPr>
          <p:cNvPr id="3" name="Rectangle 2"/>
          <p:cNvSpPr/>
          <p:nvPr/>
        </p:nvSpPr>
        <p:spPr>
          <a:xfrm>
            <a:off x="861391" y="1159099"/>
            <a:ext cx="10373440" cy="307777"/>
          </a:xfrm>
          <a:prstGeom prst="rect">
            <a:avLst/>
          </a:prstGeom>
        </p:spPr>
        <p:txBody>
          <a:bodyPr wrap="square">
            <a:spAutoFit/>
          </a:bodyPr>
          <a:lstStyle/>
          <a:p>
            <a:pPr fontAlgn="auto">
              <a:spcBef>
                <a:spcPts val="0"/>
              </a:spcBef>
              <a:spcAft>
                <a:spcPts val="0"/>
              </a:spcAft>
              <a:buClrTx/>
              <a:buFontTx/>
              <a:buNone/>
            </a:pPr>
            <a:r>
              <a:rPr lang="en-US" sz="1400" i="1" dirty="0">
                <a:solidFill>
                  <a:schemeClr val="bg1">
                    <a:lumMod val="50000"/>
                  </a:schemeClr>
                </a:solidFill>
              </a:rPr>
              <a:t>If the project or application involves connectivity with a 3</a:t>
            </a:r>
            <a:r>
              <a:rPr lang="en-US" sz="1400" i="1" baseline="30000" dirty="0">
                <a:solidFill>
                  <a:schemeClr val="bg1">
                    <a:lumMod val="50000"/>
                  </a:schemeClr>
                </a:solidFill>
              </a:rPr>
              <a:t>rd</a:t>
            </a:r>
            <a:r>
              <a:rPr lang="en-US" sz="1400" i="1" dirty="0">
                <a:solidFill>
                  <a:schemeClr val="bg1">
                    <a:lumMod val="50000"/>
                  </a:schemeClr>
                </a:solidFill>
              </a:rPr>
              <a:t> party vendors, please provide information relevant to the project</a:t>
            </a:r>
          </a:p>
        </p:txBody>
      </p:sp>
      <p:graphicFrame>
        <p:nvGraphicFramePr>
          <p:cNvPr id="8" name="Table 7">
            <a:extLst>
              <a:ext uri="{FF2B5EF4-FFF2-40B4-BE49-F238E27FC236}">
                <a16:creationId xmlns:a16="http://schemas.microsoft.com/office/drawing/2014/main" id="{7875A88C-3064-4772-93C8-8AF39F9AD790}"/>
              </a:ext>
            </a:extLst>
          </p:cNvPr>
          <p:cNvGraphicFramePr>
            <a:graphicFrameLocks noGrp="1"/>
          </p:cNvGraphicFramePr>
          <p:nvPr>
            <p:extLst>
              <p:ext uri="{D42A27DB-BD31-4B8C-83A1-F6EECF244321}">
                <p14:modId xmlns:p14="http://schemas.microsoft.com/office/powerpoint/2010/main" val="3893326051"/>
              </p:ext>
            </p:extLst>
          </p:nvPr>
        </p:nvGraphicFramePr>
        <p:xfrm>
          <a:off x="777667" y="1903444"/>
          <a:ext cx="10416862" cy="2806401"/>
        </p:xfrm>
        <a:graphic>
          <a:graphicData uri="http://schemas.openxmlformats.org/drawingml/2006/table">
            <a:tbl>
              <a:tblPr firstRow="1" bandRow="1">
                <a:tableStyleId>{6E25E649-3F16-4E02-A733-19D2CDBF48F0}</a:tableStyleId>
              </a:tblPr>
              <a:tblGrid>
                <a:gridCol w="1822920">
                  <a:extLst>
                    <a:ext uri="{9D8B030D-6E8A-4147-A177-3AD203B41FA5}">
                      <a16:colId xmlns:a16="http://schemas.microsoft.com/office/drawing/2014/main" val="20000"/>
                    </a:ext>
                  </a:extLst>
                </a:gridCol>
                <a:gridCol w="2525086">
                  <a:extLst>
                    <a:ext uri="{9D8B030D-6E8A-4147-A177-3AD203B41FA5}">
                      <a16:colId xmlns:a16="http://schemas.microsoft.com/office/drawing/2014/main" val="20001"/>
                    </a:ext>
                  </a:extLst>
                </a:gridCol>
                <a:gridCol w="3011648">
                  <a:extLst>
                    <a:ext uri="{9D8B030D-6E8A-4147-A177-3AD203B41FA5}">
                      <a16:colId xmlns:a16="http://schemas.microsoft.com/office/drawing/2014/main" val="4266177986"/>
                    </a:ext>
                  </a:extLst>
                </a:gridCol>
                <a:gridCol w="3057208">
                  <a:extLst>
                    <a:ext uri="{9D8B030D-6E8A-4147-A177-3AD203B41FA5}">
                      <a16:colId xmlns:a16="http://schemas.microsoft.com/office/drawing/2014/main" val="2684080532"/>
                    </a:ext>
                  </a:extLst>
                </a:gridCol>
              </a:tblGrid>
              <a:tr h="350178">
                <a:tc>
                  <a:txBody>
                    <a:bodyPr/>
                    <a:lstStyle/>
                    <a:p>
                      <a:r>
                        <a:rPr lang="en-US" dirty="0"/>
                        <a:t>Vendor name</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dirty="0"/>
                        <a:t>Connection status</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dirty="0"/>
                        <a:t>Connection type</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dirty="0"/>
                        <a:t>Data exchange</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630911">
                <a:tc>
                  <a:txBody>
                    <a:bodyPr/>
                    <a:lstStyle/>
                    <a:p>
                      <a:endParaRPr lang="en-US" sz="1050" b="1" dirty="0"/>
                    </a:p>
                    <a:p>
                      <a:endParaRPr lang="en-US" sz="1050" b="1" dirty="0"/>
                    </a:p>
                    <a:p>
                      <a:endParaRPr lang="en-US" sz="1050" b="1" dirty="0"/>
                    </a:p>
                    <a:p>
                      <a:r>
                        <a:rPr lang="en-US" sz="1050" b="1" dirty="0"/>
                        <a:t>JP Morgan Chase</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rgbClr val="E7E7E7"/>
                    </a:solidFill>
                  </a:tcPr>
                </a:tc>
                <a:tc rowSpan="2">
                  <a:txBody>
                    <a:bodyPr/>
                    <a:lstStyle/>
                    <a:p>
                      <a:pPr marL="0" indent="0">
                        <a:buFontTx/>
                        <a:buNone/>
                      </a:pPr>
                      <a:endParaRPr lang="en-US" sz="1050" dirty="0"/>
                    </a:p>
                    <a:p>
                      <a:pPr marL="171450" indent="-171450">
                        <a:buFontTx/>
                        <a:buChar char="-"/>
                      </a:pPr>
                      <a:r>
                        <a:rPr lang="en-US" sz="1050" b="1" dirty="0"/>
                        <a:t>Existing connection </a:t>
                      </a:r>
                      <a:r>
                        <a:rPr lang="en-US" sz="1050" dirty="0"/>
                        <a:t>(use an existing connection with the vendor)</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tc rowSpan="2">
                  <a:txBody>
                    <a:bodyPr/>
                    <a:lstStyle/>
                    <a:p>
                      <a:pPr marL="171450" indent="-171450">
                        <a:buFontTx/>
                        <a:buChar char="-"/>
                      </a:pPr>
                      <a:r>
                        <a:rPr lang="en-US" sz="1050" b="1" dirty="0"/>
                        <a:t>Saas application</a:t>
                      </a:r>
                      <a:endParaRPr lang="en-US" sz="1050" b="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tc rowSpan="2">
                  <a:txBody>
                    <a:bodyPr/>
                    <a:lstStyle/>
                    <a:p>
                      <a:r>
                        <a:rPr lang="en-US" sz="1050" b="1" dirty="0"/>
                        <a:t>Daily reports will be shared via SFTP with the details on the sec lending program. Those same reports can be accessed directly in the JP Morgan’s platform (MEGA 1886).</a:t>
                      </a:r>
                    </a:p>
                    <a:p>
                      <a:endParaRPr lang="en-US" sz="1050" b="1" dirty="0"/>
                    </a:p>
                    <a:p>
                      <a:r>
                        <a:rPr lang="en-US" sz="1050" b="1" dirty="0"/>
                        <a:t>No changes were made in the application.</a:t>
                      </a:r>
                      <a:endParaRPr lang="en-US" sz="105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1"/>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2"/>
                  </a:ext>
                </a:extLst>
              </a:tr>
              <a:tr h="1994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noFill/>
                  </a:tcPr>
                </a:tc>
                <a:tc rowSpan="2">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2">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2">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199412">
                <a:tc>
                  <a:txBody>
                    <a:bodyPr/>
                    <a:lstStyle/>
                    <a:p>
                      <a:pPr marL="0" indent="0" fontAlgn="auto">
                        <a:spcBef>
                          <a:spcPts val="0"/>
                        </a:spcBef>
                        <a:spcAft>
                          <a:spcPts val="0"/>
                        </a:spcAft>
                        <a:buClrTx/>
                        <a:buFont typeface="Arial" panose="020B0604020202020204" pitchFamily="34" charset="0"/>
                        <a:buNone/>
                      </a:pPr>
                      <a:endParaRPr lang="en-US" sz="18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4"/>
                  </a:ext>
                </a:extLst>
              </a:tr>
              <a:tr h="3988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rgbClr val="E7E7E7"/>
                    </a:solidFill>
                  </a:tcPr>
                </a:tc>
                <a:tc rowSpan="2">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tc rowSpan="2">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tc rowSpan="2">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5"/>
                  </a:ext>
                </a:extLst>
              </a:tr>
              <a:tr h="2379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6"/>
                  </a:ext>
                </a:extLst>
              </a:tr>
            </a:tbl>
          </a:graphicData>
        </a:graphic>
      </p:graphicFrame>
      <p:sp>
        <p:nvSpPr>
          <p:cNvPr id="9" name="Marcador de texto 5">
            <a:extLst>
              <a:ext uri="{FF2B5EF4-FFF2-40B4-BE49-F238E27FC236}">
                <a16:creationId xmlns:a16="http://schemas.microsoft.com/office/drawing/2014/main" id="{7422B5F5-4801-256D-9F6F-3BB3022B9E7A}"/>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Technical Design</a:t>
            </a:r>
          </a:p>
        </p:txBody>
      </p:sp>
      <p:sp>
        <p:nvSpPr>
          <p:cNvPr id="10" name="Título 1">
            <a:extLst>
              <a:ext uri="{FF2B5EF4-FFF2-40B4-BE49-F238E27FC236}">
                <a16:creationId xmlns:a16="http://schemas.microsoft.com/office/drawing/2014/main" id="{E238BEEC-5EE2-DCD5-8A45-065DE2A4A57A}"/>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sz="2700" dirty="0"/>
              <a:t>2.6 </a:t>
            </a:r>
            <a:r>
              <a:rPr lang="en-US" dirty="0"/>
              <a:t>Third Party Connectivity Information</a:t>
            </a:r>
          </a:p>
        </p:txBody>
      </p:sp>
    </p:spTree>
    <p:extLst>
      <p:ext uri="{BB962C8B-B14F-4D97-AF65-F5344CB8AC3E}">
        <p14:creationId xmlns:p14="http://schemas.microsoft.com/office/powerpoint/2010/main" val="1150489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E60A8A4-4506-31DF-5A1F-6ACB6727B60C}"/>
              </a:ext>
            </a:extLst>
          </p:cNvPr>
          <p:cNvSpPr/>
          <p:nvPr/>
        </p:nvSpPr>
        <p:spPr>
          <a:xfrm>
            <a:off x="476835" y="768119"/>
            <a:ext cx="11219866" cy="5441483"/>
          </a:xfrm>
          <a:prstGeom prst="rect">
            <a:avLst/>
          </a:prstGeom>
        </p:spPr>
        <p:txBody>
          <a:bodyPr wrap="square">
            <a:noAutofit/>
          </a:bodyPr>
          <a:lstStyle/>
          <a:p>
            <a:pPr>
              <a:lnSpc>
                <a:spcPct val="107000"/>
              </a:lnSpc>
            </a:pPr>
            <a:r>
              <a:rPr lang="en-US" sz="1400" b="1" dirty="0">
                <a:ea typeface="Calibri" panose="020F0502020204030204" pitchFamily="34" charset="0"/>
                <a:cs typeface="Times New Roman" panose="02020603050405020304" pitchFamily="18" charset="0"/>
              </a:rPr>
              <a:t>Data Flow</a:t>
            </a:r>
          </a:p>
          <a:p>
            <a:r>
              <a:rPr lang="en-US" sz="1400" i="1" dirty="0">
                <a:solidFill>
                  <a:schemeClr val="bg1">
                    <a:lumMod val="65000"/>
                  </a:schemeClr>
                </a:solidFill>
              </a:rPr>
              <a:t>Please use the format below to document the data flow of the target solution.</a:t>
            </a:r>
          </a:p>
          <a:p>
            <a:r>
              <a:rPr lang="en-US" sz="1400" i="1" dirty="0">
                <a:solidFill>
                  <a:schemeClr val="bg1">
                    <a:lumMod val="65000"/>
                  </a:schemeClr>
                </a:solidFill>
              </a:rPr>
              <a:t>Include expected file transfers, ETL jobs, internal database code (e.g. sql procs), and API calls.</a:t>
            </a:r>
          </a:p>
          <a:p>
            <a:r>
              <a:rPr lang="en-US" sz="1400" i="1" dirty="0">
                <a:solidFill>
                  <a:schemeClr val="bg1">
                    <a:lumMod val="65000"/>
                  </a:schemeClr>
                </a:solidFill>
              </a:rPr>
              <a:t>If known at this point, include database details (server, database, schema).</a:t>
            </a: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20</a:t>
            </a:fld>
            <a:endParaRPr lang="es-ES" dirty="0"/>
          </a:p>
        </p:txBody>
      </p:sp>
      <p:sp>
        <p:nvSpPr>
          <p:cNvPr id="5" name="Título 1">
            <a:extLst>
              <a:ext uri="{FF2B5EF4-FFF2-40B4-BE49-F238E27FC236}">
                <a16:creationId xmlns:a16="http://schemas.microsoft.com/office/drawing/2014/main" id="{AA86D2D4-A11D-1206-1FCD-F68DE7261215}"/>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sz="2700" dirty="0"/>
              <a:t>2.7 </a:t>
            </a:r>
            <a:r>
              <a:rPr lang="en-US" dirty="0"/>
              <a:t>Data Flow</a:t>
            </a:r>
          </a:p>
        </p:txBody>
      </p:sp>
      <p:sp>
        <p:nvSpPr>
          <p:cNvPr id="3" name="Marcador de texto 5">
            <a:extLst>
              <a:ext uri="{FF2B5EF4-FFF2-40B4-BE49-F238E27FC236}">
                <a16:creationId xmlns:a16="http://schemas.microsoft.com/office/drawing/2014/main" id="{1907EC4C-90A0-81CE-7FFE-8CF013F82715}"/>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Technical Design</a:t>
            </a:r>
          </a:p>
        </p:txBody>
      </p:sp>
      <p:grpSp>
        <p:nvGrpSpPr>
          <p:cNvPr id="115" name="Group 114">
            <a:extLst>
              <a:ext uri="{FF2B5EF4-FFF2-40B4-BE49-F238E27FC236}">
                <a16:creationId xmlns:a16="http://schemas.microsoft.com/office/drawing/2014/main" id="{F833E866-F5F8-EDC7-38C9-4D61F98A5F23}"/>
              </a:ext>
            </a:extLst>
          </p:cNvPr>
          <p:cNvGrpSpPr>
            <a:grpSpLocks noChangeAspect="1"/>
          </p:cNvGrpSpPr>
          <p:nvPr/>
        </p:nvGrpSpPr>
        <p:grpSpPr>
          <a:xfrm>
            <a:off x="1884784" y="1421243"/>
            <a:ext cx="9898949" cy="5367489"/>
            <a:chOff x="632631" y="736918"/>
            <a:chExt cx="11225747" cy="6086915"/>
          </a:xfrm>
        </p:grpSpPr>
        <p:sp>
          <p:nvSpPr>
            <p:cNvPr id="61" name="Flowchart: Magnetic Disk 60">
              <a:extLst>
                <a:ext uri="{FF2B5EF4-FFF2-40B4-BE49-F238E27FC236}">
                  <a16:creationId xmlns:a16="http://schemas.microsoft.com/office/drawing/2014/main" id="{769F29B7-BF85-B6A5-29B2-68579BF5AA6E}"/>
                </a:ext>
              </a:extLst>
            </p:cNvPr>
            <p:cNvSpPr/>
            <p:nvPr/>
          </p:nvSpPr>
          <p:spPr>
            <a:xfrm>
              <a:off x="9464428" y="3035614"/>
              <a:ext cx="1295400" cy="1041400"/>
            </a:xfrm>
            <a:prstGeom prst="flowChartMagneticDisk">
              <a:avLst/>
            </a:prstGeom>
            <a:solidFill>
              <a:srgbClr val="D5393D"/>
            </a:solidFill>
            <a:ln w="12700" cap="flat" cmpd="sng" algn="ctr">
              <a:solidFill>
                <a:srgbClr val="D5393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prstClr val="white"/>
                  </a:solidFill>
                  <a:effectLst/>
                  <a:uLnTx/>
                  <a:uFillTx/>
                  <a:latin typeface="Century Gothic"/>
                  <a:ea typeface="+mn-ea"/>
                  <a:cs typeface="+mn-cs"/>
                </a:rPr>
                <a:t>DataMart</a:t>
              </a:r>
            </a:p>
          </p:txBody>
        </p:sp>
        <p:sp>
          <p:nvSpPr>
            <p:cNvPr id="62" name="Flowchart: Magnetic Disk 61">
              <a:extLst>
                <a:ext uri="{FF2B5EF4-FFF2-40B4-BE49-F238E27FC236}">
                  <a16:creationId xmlns:a16="http://schemas.microsoft.com/office/drawing/2014/main" id="{E1331976-9EFB-3B8F-051D-EC5F977EAEED}"/>
                </a:ext>
              </a:extLst>
            </p:cNvPr>
            <p:cNvSpPr/>
            <p:nvPr/>
          </p:nvSpPr>
          <p:spPr>
            <a:xfrm>
              <a:off x="5844928" y="3035614"/>
              <a:ext cx="1295400" cy="1041400"/>
            </a:xfrm>
            <a:prstGeom prst="flowChartMagneticDisk">
              <a:avLst/>
            </a:prstGeom>
            <a:solidFill>
              <a:srgbClr val="D5393D"/>
            </a:solidFill>
            <a:ln w="12700" cap="flat" cmpd="sng" algn="ctr">
              <a:solidFill>
                <a:srgbClr val="D5393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prstClr val="white"/>
                  </a:solidFill>
                  <a:effectLst/>
                  <a:uLnTx/>
                  <a:uFillTx/>
                  <a:latin typeface="Century Gothic"/>
                  <a:ea typeface="+mn-ea"/>
                  <a:cs typeface="+mn-cs"/>
                </a:rPr>
                <a:t>Database A</a:t>
              </a:r>
            </a:p>
          </p:txBody>
        </p:sp>
        <p:sp>
          <p:nvSpPr>
            <p:cNvPr id="63" name="Flowchart: Magnetic Disk 62">
              <a:extLst>
                <a:ext uri="{FF2B5EF4-FFF2-40B4-BE49-F238E27FC236}">
                  <a16:creationId xmlns:a16="http://schemas.microsoft.com/office/drawing/2014/main" id="{ABAFF24F-1F13-4942-D2B0-86953A81E57E}"/>
                </a:ext>
              </a:extLst>
            </p:cNvPr>
            <p:cNvSpPr/>
            <p:nvPr/>
          </p:nvSpPr>
          <p:spPr>
            <a:xfrm>
              <a:off x="2225428" y="3035614"/>
              <a:ext cx="1295400" cy="1041400"/>
            </a:xfrm>
            <a:prstGeom prst="flowChartMagneticDisk">
              <a:avLst/>
            </a:prstGeom>
            <a:solidFill>
              <a:srgbClr val="D5393D"/>
            </a:solidFill>
            <a:ln w="12700" cap="flat" cmpd="sng" algn="ctr">
              <a:solidFill>
                <a:srgbClr val="D5393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prstClr val="white"/>
                  </a:solidFill>
                  <a:effectLst/>
                  <a:uLnTx/>
                  <a:uFillTx/>
                  <a:latin typeface="Century Gothic"/>
                  <a:ea typeface="+mn-ea"/>
                  <a:cs typeface="+mn-cs"/>
                </a:rPr>
                <a:t>Staging B</a:t>
              </a:r>
            </a:p>
          </p:txBody>
        </p:sp>
        <p:sp>
          <p:nvSpPr>
            <p:cNvPr id="64" name="Flowchart: Magnetic Disk 63">
              <a:extLst>
                <a:ext uri="{FF2B5EF4-FFF2-40B4-BE49-F238E27FC236}">
                  <a16:creationId xmlns:a16="http://schemas.microsoft.com/office/drawing/2014/main" id="{31DAD0A3-DA5B-DAAC-A3C0-D50BC673AB36}"/>
                </a:ext>
              </a:extLst>
            </p:cNvPr>
            <p:cNvSpPr/>
            <p:nvPr/>
          </p:nvSpPr>
          <p:spPr>
            <a:xfrm>
              <a:off x="5844928" y="5093014"/>
              <a:ext cx="1295400" cy="1041400"/>
            </a:xfrm>
            <a:prstGeom prst="flowChartMagneticDisk">
              <a:avLst/>
            </a:prstGeom>
            <a:solidFill>
              <a:srgbClr val="D5393D"/>
            </a:solidFill>
            <a:ln w="12700" cap="flat" cmpd="sng" algn="ctr">
              <a:solidFill>
                <a:srgbClr val="D5393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prstClr val="white"/>
                  </a:solidFill>
                  <a:effectLst/>
                  <a:uLnTx/>
                  <a:uFillTx/>
                  <a:latin typeface="Century Gothic"/>
                  <a:ea typeface="+mn-ea"/>
                  <a:cs typeface="+mn-cs"/>
                </a:rPr>
                <a:t>Database B</a:t>
              </a:r>
            </a:p>
          </p:txBody>
        </p:sp>
        <p:cxnSp>
          <p:nvCxnSpPr>
            <p:cNvPr id="65" name="Straight Arrow Connector 64">
              <a:extLst>
                <a:ext uri="{FF2B5EF4-FFF2-40B4-BE49-F238E27FC236}">
                  <a16:creationId xmlns:a16="http://schemas.microsoft.com/office/drawing/2014/main" id="{CEAD2BDA-8CAA-AF95-DE2E-D3F423E8E8A0}"/>
                </a:ext>
              </a:extLst>
            </p:cNvPr>
            <p:cNvCxnSpPr>
              <a:cxnSpLocks/>
              <a:stCxn id="66" idx="3"/>
              <a:endCxn id="61" idx="2"/>
            </p:cNvCxnSpPr>
            <p:nvPr/>
          </p:nvCxnSpPr>
          <p:spPr>
            <a:xfrm>
              <a:off x="8835778" y="3556314"/>
              <a:ext cx="628650" cy="0"/>
            </a:xfrm>
            <a:prstGeom prst="straightConnector1">
              <a:avLst/>
            </a:prstGeom>
            <a:noFill/>
            <a:ln w="28575" cap="flat" cmpd="sng" algn="ctr">
              <a:solidFill>
                <a:srgbClr val="C00000"/>
              </a:solidFill>
              <a:prstDash val="solid"/>
              <a:tailEnd type="triangle"/>
            </a:ln>
            <a:effectLst/>
          </p:spPr>
        </p:cxnSp>
        <p:sp>
          <p:nvSpPr>
            <p:cNvPr id="66" name="Flowchart: Multidocument 65">
              <a:extLst>
                <a:ext uri="{FF2B5EF4-FFF2-40B4-BE49-F238E27FC236}">
                  <a16:creationId xmlns:a16="http://schemas.microsoft.com/office/drawing/2014/main" id="{D6A6ACE4-E027-6D52-669A-AFAD2756BF44}"/>
                </a:ext>
              </a:extLst>
            </p:cNvPr>
            <p:cNvSpPr/>
            <p:nvPr/>
          </p:nvSpPr>
          <p:spPr>
            <a:xfrm>
              <a:off x="7768978" y="3219764"/>
              <a:ext cx="1066800" cy="673100"/>
            </a:xfrm>
            <a:prstGeom prst="flowChartMultidocument">
              <a:avLst/>
            </a:prstGeom>
            <a:solidFill>
              <a:srgbClr val="FAB900">
                <a:lumMod val="20000"/>
                <a:lumOff val="80000"/>
              </a:srgbClr>
            </a:solidFill>
            <a:ln w="12700" cap="flat" cmpd="sng" algn="ctr">
              <a:solidFill>
                <a:srgbClr val="FAB900">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545454"/>
                  </a:solidFill>
                  <a:effectLst/>
                  <a:uLnTx/>
                  <a:uFillTx/>
                  <a:latin typeface="Century Gothic"/>
                  <a:ea typeface="+mn-ea"/>
                  <a:cs typeface="+mn-cs"/>
                </a:rPr>
                <a:t>20 files</a:t>
              </a:r>
            </a:p>
          </p:txBody>
        </p:sp>
        <p:cxnSp>
          <p:nvCxnSpPr>
            <p:cNvPr id="67" name="Straight Arrow Connector 66">
              <a:extLst>
                <a:ext uri="{FF2B5EF4-FFF2-40B4-BE49-F238E27FC236}">
                  <a16:creationId xmlns:a16="http://schemas.microsoft.com/office/drawing/2014/main" id="{0C16C03F-3C9D-83BB-F4FE-FAF39C1097B2}"/>
                </a:ext>
              </a:extLst>
            </p:cNvPr>
            <p:cNvCxnSpPr>
              <a:cxnSpLocks/>
              <a:stCxn id="76" idx="3"/>
              <a:endCxn id="62" idx="2"/>
            </p:cNvCxnSpPr>
            <p:nvPr/>
          </p:nvCxnSpPr>
          <p:spPr>
            <a:xfrm>
              <a:off x="5267165" y="3556314"/>
              <a:ext cx="577763" cy="0"/>
            </a:xfrm>
            <a:prstGeom prst="straightConnector1">
              <a:avLst/>
            </a:prstGeom>
            <a:noFill/>
            <a:ln w="28575" cap="flat" cmpd="sng" algn="ctr">
              <a:solidFill>
                <a:srgbClr val="C00000"/>
              </a:solidFill>
              <a:prstDash val="solid"/>
              <a:tailEnd type="triangle"/>
            </a:ln>
            <a:effectLst/>
          </p:spPr>
        </p:cxnSp>
        <p:cxnSp>
          <p:nvCxnSpPr>
            <p:cNvPr id="68" name="Straight Arrow Connector 49">
              <a:extLst>
                <a:ext uri="{FF2B5EF4-FFF2-40B4-BE49-F238E27FC236}">
                  <a16:creationId xmlns:a16="http://schemas.microsoft.com/office/drawing/2014/main" id="{1040E915-A89F-B9B2-1EB8-A65E4675D35E}"/>
                </a:ext>
              </a:extLst>
            </p:cNvPr>
            <p:cNvCxnSpPr>
              <a:cxnSpLocks/>
              <a:stCxn id="69" idx="3"/>
              <a:endCxn id="61" idx="2"/>
            </p:cNvCxnSpPr>
            <p:nvPr/>
          </p:nvCxnSpPr>
          <p:spPr>
            <a:xfrm flipV="1">
              <a:off x="8835778" y="3556314"/>
              <a:ext cx="628650" cy="2057400"/>
            </a:xfrm>
            <a:prstGeom prst="bentConnector3">
              <a:avLst>
                <a:gd name="adj1" fmla="val 50000"/>
              </a:avLst>
            </a:prstGeom>
            <a:noFill/>
            <a:ln w="28575" cap="flat" cmpd="sng" algn="ctr">
              <a:solidFill>
                <a:srgbClr val="C00000"/>
              </a:solidFill>
              <a:prstDash val="solid"/>
              <a:tailEnd type="triangle"/>
            </a:ln>
            <a:effectLst/>
          </p:spPr>
        </p:cxnSp>
        <p:sp>
          <p:nvSpPr>
            <p:cNvPr id="69" name="Flowchart: Multidocument 68">
              <a:extLst>
                <a:ext uri="{FF2B5EF4-FFF2-40B4-BE49-F238E27FC236}">
                  <a16:creationId xmlns:a16="http://schemas.microsoft.com/office/drawing/2014/main" id="{4B081FE9-D718-D154-923A-971614AE9118}"/>
                </a:ext>
              </a:extLst>
            </p:cNvPr>
            <p:cNvSpPr/>
            <p:nvPr/>
          </p:nvSpPr>
          <p:spPr>
            <a:xfrm>
              <a:off x="7768978" y="5277164"/>
              <a:ext cx="1066800" cy="673100"/>
            </a:xfrm>
            <a:prstGeom prst="flowChartMultidocument">
              <a:avLst/>
            </a:prstGeom>
            <a:solidFill>
              <a:srgbClr val="FAB900">
                <a:lumMod val="20000"/>
                <a:lumOff val="80000"/>
              </a:srgbClr>
            </a:solidFill>
            <a:ln w="12700" cap="flat" cmpd="sng" algn="ctr">
              <a:solidFill>
                <a:srgbClr val="FAB900">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545454"/>
                  </a:solidFill>
                  <a:effectLst/>
                  <a:uLnTx/>
                  <a:uFillTx/>
                  <a:latin typeface="Century Gothic"/>
                  <a:ea typeface="+mn-ea"/>
                  <a:cs typeface="+mn-cs"/>
                </a:rPr>
                <a:t>6 files</a:t>
              </a:r>
            </a:p>
          </p:txBody>
        </p:sp>
        <p:cxnSp>
          <p:nvCxnSpPr>
            <p:cNvPr id="70" name="Straight Arrow Connector 69">
              <a:extLst>
                <a:ext uri="{FF2B5EF4-FFF2-40B4-BE49-F238E27FC236}">
                  <a16:creationId xmlns:a16="http://schemas.microsoft.com/office/drawing/2014/main" id="{0B12D349-E195-547A-1EA9-5C4B85DDB522}"/>
                </a:ext>
              </a:extLst>
            </p:cNvPr>
            <p:cNvCxnSpPr/>
            <p:nvPr/>
          </p:nvCxnSpPr>
          <p:spPr>
            <a:xfrm>
              <a:off x="985751" y="3556314"/>
              <a:ext cx="1269045" cy="0"/>
            </a:xfrm>
            <a:prstGeom prst="straightConnector1">
              <a:avLst/>
            </a:prstGeom>
            <a:noFill/>
            <a:ln w="28575" cap="flat" cmpd="sng" algn="ctr">
              <a:solidFill>
                <a:srgbClr val="90BB23">
                  <a:lumMod val="75000"/>
                </a:srgbClr>
              </a:solidFill>
              <a:prstDash val="solid"/>
              <a:tailEnd type="triangle"/>
            </a:ln>
            <a:effectLst/>
          </p:spPr>
        </p:cxnSp>
        <p:sp>
          <p:nvSpPr>
            <p:cNvPr id="71" name="Flowchart: Multidocument 70">
              <a:extLst>
                <a:ext uri="{FF2B5EF4-FFF2-40B4-BE49-F238E27FC236}">
                  <a16:creationId xmlns:a16="http://schemas.microsoft.com/office/drawing/2014/main" id="{21EA6927-F29F-4970-452C-22DDEA85D1E1}"/>
                </a:ext>
              </a:extLst>
            </p:cNvPr>
            <p:cNvSpPr/>
            <p:nvPr/>
          </p:nvSpPr>
          <p:spPr>
            <a:xfrm>
              <a:off x="632631" y="3219764"/>
              <a:ext cx="1066800" cy="673100"/>
            </a:xfrm>
            <a:prstGeom prst="flowChartMultidocument">
              <a:avLst/>
            </a:prstGeom>
            <a:solidFill>
              <a:srgbClr val="FAB900">
                <a:lumMod val="20000"/>
                <a:lumOff val="80000"/>
              </a:srgbClr>
            </a:solidFill>
            <a:ln w="12700" cap="flat" cmpd="sng" algn="ctr">
              <a:solidFill>
                <a:srgbClr val="FAB900">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545454"/>
                  </a:solidFill>
                  <a:effectLst/>
                  <a:uLnTx/>
                  <a:uFillTx/>
                  <a:latin typeface="Century Gothic"/>
                  <a:ea typeface="+mn-ea"/>
                  <a:cs typeface="+mn-cs"/>
                </a:rPr>
                <a:t>7 files</a:t>
              </a:r>
            </a:p>
          </p:txBody>
        </p:sp>
        <p:sp>
          <p:nvSpPr>
            <p:cNvPr id="72" name="TextBox 71">
              <a:extLst>
                <a:ext uri="{FF2B5EF4-FFF2-40B4-BE49-F238E27FC236}">
                  <a16:creationId xmlns:a16="http://schemas.microsoft.com/office/drawing/2014/main" id="{94610626-E8EA-37DC-A6A8-359B2EE90E4E}"/>
                </a:ext>
              </a:extLst>
            </p:cNvPr>
            <p:cNvSpPr txBox="1"/>
            <p:nvPr/>
          </p:nvSpPr>
          <p:spPr>
            <a:xfrm>
              <a:off x="2174628" y="4165914"/>
              <a:ext cx="2197100" cy="606440"/>
            </a:xfrm>
            <a:prstGeom prst="rect">
              <a:avLst/>
            </a:prstGeom>
            <a:noFill/>
          </p:spPr>
          <p:txBody>
            <a:bodyPr wrap="square" rtlCol="0">
              <a:spAutoFit/>
            </a:bodyPr>
            <a:lstStyle/>
            <a:p>
              <a:pPr>
                <a:lnSpc>
                  <a:spcPct val="90000"/>
                </a:lnSpc>
              </a:pPr>
              <a:r>
                <a:rPr lang="en-US" sz="1050" dirty="0">
                  <a:solidFill>
                    <a:srgbClr val="545454"/>
                  </a:solidFill>
                  <a:latin typeface="Century Gothic"/>
                </a:rPr>
                <a:t>Server : xxx ‬</a:t>
              </a:r>
            </a:p>
            <a:p>
              <a:pPr>
                <a:lnSpc>
                  <a:spcPct val="90000"/>
                </a:lnSpc>
              </a:pPr>
              <a:r>
                <a:rPr lang="en-US" sz="1050" dirty="0">
                  <a:solidFill>
                    <a:srgbClr val="545454"/>
                  </a:solidFill>
                  <a:latin typeface="Century Gothic"/>
                </a:rPr>
                <a:t>DB: xxx ‬</a:t>
              </a:r>
            </a:p>
            <a:p>
              <a:pPr>
                <a:lnSpc>
                  <a:spcPct val="90000"/>
                </a:lnSpc>
              </a:pPr>
              <a:r>
                <a:rPr lang="en-US" sz="1050" dirty="0">
                  <a:solidFill>
                    <a:srgbClr val="545454"/>
                  </a:solidFill>
                  <a:latin typeface="Century Gothic"/>
                </a:rPr>
                <a:t>Schema: xxx </a:t>
              </a:r>
            </a:p>
          </p:txBody>
        </p:sp>
        <p:sp>
          <p:nvSpPr>
            <p:cNvPr id="73" name="Flowchart: Magnetic Disk 72">
              <a:extLst>
                <a:ext uri="{FF2B5EF4-FFF2-40B4-BE49-F238E27FC236}">
                  <a16:creationId xmlns:a16="http://schemas.microsoft.com/office/drawing/2014/main" id="{4A79008E-6EE4-940F-5C87-B348DD1D4036}"/>
                </a:ext>
              </a:extLst>
            </p:cNvPr>
            <p:cNvSpPr/>
            <p:nvPr/>
          </p:nvSpPr>
          <p:spPr>
            <a:xfrm>
              <a:off x="2225428" y="1123104"/>
              <a:ext cx="1295400" cy="1041400"/>
            </a:xfrm>
            <a:prstGeom prst="flowChartMagneticDisk">
              <a:avLst/>
            </a:prstGeom>
            <a:solidFill>
              <a:srgbClr val="D5393D"/>
            </a:solidFill>
            <a:ln w="12700" cap="flat" cmpd="sng" algn="ctr">
              <a:solidFill>
                <a:srgbClr val="D5393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prstClr val="white"/>
                  </a:solidFill>
                  <a:effectLst/>
                  <a:uLnTx/>
                  <a:uFillTx/>
                  <a:latin typeface="Century Gothic"/>
                  <a:ea typeface="+mn-ea"/>
                  <a:cs typeface="+mn-cs"/>
                </a:rPr>
                <a:t>Staging A</a:t>
              </a:r>
            </a:p>
          </p:txBody>
        </p:sp>
        <p:cxnSp>
          <p:nvCxnSpPr>
            <p:cNvPr id="74" name="Straight Arrow Connector 55">
              <a:extLst>
                <a:ext uri="{FF2B5EF4-FFF2-40B4-BE49-F238E27FC236}">
                  <a16:creationId xmlns:a16="http://schemas.microsoft.com/office/drawing/2014/main" id="{5A3FEBF4-ADC9-DB6C-3CF5-D4A0210C4B0B}"/>
                </a:ext>
              </a:extLst>
            </p:cNvPr>
            <p:cNvCxnSpPr>
              <a:cxnSpLocks/>
              <a:stCxn id="78" idx="3"/>
              <a:endCxn id="62" idx="2"/>
            </p:cNvCxnSpPr>
            <p:nvPr/>
          </p:nvCxnSpPr>
          <p:spPr>
            <a:xfrm>
              <a:off x="5267165" y="1641605"/>
              <a:ext cx="577763" cy="1914709"/>
            </a:xfrm>
            <a:prstGeom prst="bentConnector3">
              <a:avLst>
                <a:gd name="adj1" fmla="val 50000"/>
              </a:avLst>
            </a:prstGeom>
            <a:noFill/>
            <a:ln w="28575" cap="flat" cmpd="sng" algn="ctr">
              <a:solidFill>
                <a:srgbClr val="C00000"/>
              </a:solidFill>
              <a:prstDash val="solid"/>
              <a:tailEnd type="triangle"/>
            </a:ln>
            <a:effectLst/>
          </p:spPr>
        </p:cxnSp>
        <p:sp>
          <p:nvSpPr>
            <p:cNvPr id="75" name="Flowchart: Magnetic Disk 74">
              <a:extLst>
                <a:ext uri="{FF2B5EF4-FFF2-40B4-BE49-F238E27FC236}">
                  <a16:creationId xmlns:a16="http://schemas.microsoft.com/office/drawing/2014/main" id="{BBAC0775-2AD1-6B75-061C-C04E31408725}"/>
                </a:ext>
              </a:extLst>
            </p:cNvPr>
            <p:cNvSpPr/>
            <p:nvPr/>
          </p:nvSpPr>
          <p:spPr>
            <a:xfrm>
              <a:off x="2225428" y="5093014"/>
              <a:ext cx="1295400" cy="1041400"/>
            </a:xfrm>
            <a:prstGeom prst="flowChartMagneticDisk">
              <a:avLst/>
            </a:prstGeom>
            <a:solidFill>
              <a:srgbClr val="D5393D"/>
            </a:solidFill>
            <a:ln w="12700" cap="flat" cmpd="sng" algn="ctr">
              <a:solidFill>
                <a:srgbClr val="D5393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prstClr val="white"/>
                  </a:solidFill>
                  <a:effectLst/>
                  <a:uLnTx/>
                  <a:uFillTx/>
                  <a:latin typeface="Century Gothic"/>
                  <a:ea typeface="+mn-ea"/>
                  <a:cs typeface="+mn-cs"/>
                </a:rPr>
                <a:t>Staging C</a:t>
              </a:r>
            </a:p>
          </p:txBody>
        </p:sp>
        <p:sp>
          <p:nvSpPr>
            <p:cNvPr id="76" name="Flowchart: Multidocument 75">
              <a:extLst>
                <a:ext uri="{FF2B5EF4-FFF2-40B4-BE49-F238E27FC236}">
                  <a16:creationId xmlns:a16="http://schemas.microsoft.com/office/drawing/2014/main" id="{7BF77FAD-FB13-519E-9D81-9D9D46BBF21E}"/>
                </a:ext>
              </a:extLst>
            </p:cNvPr>
            <p:cNvSpPr/>
            <p:nvPr/>
          </p:nvSpPr>
          <p:spPr>
            <a:xfrm>
              <a:off x="4200365" y="3219764"/>
              <a:ext cx="1066800" cy="673100"/>
            </a:xfrm>
            <a:prstGeom prst="flowChartMultidocument">
              <a:avLst/>
            </a:prstGeom>
            <a:solidFill>
              <a:srgbClr val="FAB900">
                <a:lumMod val="20000"/>
                <a:lumOff val="80000"/>
              </a:srgbClr>
            </a:solidFill>
            <a:ln w="12700" cap="flat" cmpd="sng" algn="ctr">
              <a:solidFill>
                <a:srgbClr val="FAB900">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545454"/>
                  </a:solidFill>
                  <a:effectLst/>
                  <a:uLnTx/>
                  <a:uFillTx/>
                  <a:latin typeface="Century Gothic"/>
                  <a:ea typeface="+mn-ea"/>
                  <a:cs typeface="+mn-cs"/>
                </a:rPr>
                <a:t>5 files</a:t>
              </a:r>
            </a:p>
          </p:txBody>
        </p:sp>
        <p:cxnSp>
          <p:nvCxnSpPr>
            <p:cNvPr id="77" name="Straight Arrow Connector 55">
              <a:extLst>
                <a:ext uri="{FF2B5EF4-FFF2-40B4-BE49-F238E27FC236}">
                  <a16:creationId xmlns:a16="http://schemas.microsoft.com/office/drawing/2014/main" id="{31E9106C-AD8A-1385-BDDC-7B2BDB4F8C6F}"/>
                </a:ext>
              </a:extLst>
            </p:cNvPr>
            <p:cNvCxnSpPr>
              <a:cxnSpLocks/>
              <a:stCxn id="79" idx="3"/>
              <a:endCxn id="64" idx="2"/>
            </p:cNvCxnSpPr>
            <p:nvPr/>
          </p:nvCxnSpPr>
          <p:spPr>
            <a:xfrm>
              <a:off x="5267165" y="5613714"/>
              <a:ext cx="577763" cy="0"/>
            </a:xfrm>
            <a:prstGeom prst="straightConnector1">
              <a:avLst/>
            </a:prstGeom>
            <a:noFill/>
            <a:ln w="28575" cap="flat" cmpd="sng" algn="ctr">
              <a:solidFill>
                <a:srgbClr val="90BB23">
                  <a:lumMod val="75000"/>
                </a:srgbClr>
              </a:solidFill>
              <a:prstDash val="solid"/>
              <a:tailEnd type="triangle"/>
            </a:ln>
            <a:effectLst/>
          </p:spPr>
        </p:cxnSp>
        <p:sp>
          <p:nvSpPr>
            <p:cNvPr id="78" name="Flowchart: Multidocument 77">
              <a:extLst>
                <a:ext uri="{FF2B5EF4-FFF2-40B4-BE49-F238E27FC236}">
                  <a16:creationId xmlns:a16="http://schemas.microsoft.com/office/drawing/2014/main" id="{15472125-F664-7258-72B8-DEF4B1B9F0A3}"/>
                </a:ext>
              </a:extLst>
            </p:cNvPr>
            <p:cNvSpPr/>
            <p:nvPr/>
          </p:nvSpPr>
          <p:spPr>
            <a:xfrm>
              <a:off x="4200365" y="1305055"/>
              <a:ext cx="1066800" cy="673100"/>
            </a:xfrm>
            <a:prstGeom prst="flowChartMultidocument">
              <a:avLst/>
            </a:prstGeom>
            <a:solidFill>
              <a:srgbClr val="FAB900">
                <a:lumMod val="20000"/>
                <a:lumOff val="80000"/>
              </a:srgbClr>
            </a:solidFill>
            <a:ln w="12700" cap="flat" cmpd="sng" algn="ctr">
              <a:solidFill>
                <a:srgbClr val="FAB900">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545454"/>
                  </a:solidFill>
                  <a:effectLst/>
                  <a:uLnTx/>
                  <a:uFillTx/>
                  <a:latin typeface="Century Gothic"/>
                  <a:ea typeface="+mn-ea"/>
                  <a:cs typeface="+mn-cs"/>
                </a:rPr>
                <a:t>3 files</a:t>
              </a:r>
            </a:p>
          </p:txBody>
        </p:sp>
        <p:sp>
          <p:nvSpPr>
            <p:cNvPr id="79" name="Flowchart: Multidocument 78">
              <a:extLst>
                <a:ext uri="{FF2B5EF4-FFF2-40B4-BE49-F238E27FC236}">
                  <a16:creationId xmlns:a16="http://schemas.microsoft.com/office/drawing/2014/main" id="{CEA588E1-3B78-F428-B006-8BD7A96453A2}"/>
                </a:ext>
              </a:extLst>
            </p:cNvPr>
            <p:cNvSpPr/>
            <p:nvPr/>
          </p:nvSpPr>
          <p:spPr>
            <a:xfrm>
              <a:off x="4200365" y="5277164"/>
              <a:ext cx="1066800" cy="673100"/>
            </a:xfrm>
            <a:prstGeom prst="flowChartMultidocument">
              <a:avLst/>
            </a:prstGeom>
            <a:solidFill>
              <a:srgbClr val="FAB900">
                <a:lumMod val="20000"/>
                <a:lumOff val="80000"/>
              </a:srgbClr>
            </a:solidFill>
            <a:ln w="12700" cap="flat" cmpd="sng" algn="ctr">
              <a:solidFill>
                <a:srgbClr val="FAB900">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545454"/>
                  </a:solidFill>
                  <a:effectLst/>
                  <a:uLnTx/>
                  <a:uFillTx/>
                  <a:latin typeface="Century Gothic"/>
                  <a:ea typeface="+mn-ea"/>
                  <a:cs typeface="+mn-cs"/>
                </a:rPr>
                <a:t>2 files</a:t>
              </a:r>
            </a:p>
          </p:txBody>
        </p:sp>
        <p:cxnSp>
          <p:nvCxnSpPr>
            <p:cNvPr id="80" name="Straight Arrow Connector 79">
              <a:extLst>
                <a:ext uri="{FF2B5EF4-FFF2-40B4-BE49-F238E27FC236}">
                  <a16:creationId xmlns:a16="http://schemas.microsoft.com/office/drawing/2014/main" id="{6CAD2C94-F6EA-94E2-0B0E-1BBDD8672343}"/>
                </a:ext>
              </a:extLst>
            </p:cNvPr>
            <p:cNvCxnSpPr/>
            <p:nvPr/>
          </p:nvCxnSpPr>
          <p:spPr>
            <a:xfrm>
              <a:off x="985751" y="1641605"/>
              <a:ext cx="1269045" cy="0"/>
            </a:xfrm>
            <a:prstGeom prst="straightConnector1">
              <a:avLst/>
            </a:prstGeom>
            <a:noFill/>
            <a:ln w="28575" cap="flat" cmpd="sng" algn="ctr">
              <a:solidFill>
                <a:srgbClr val="90BB23">
                  <a:lumMod val="75000"/>
                </a:srgbClr>
              </a:solidFill>
              <a:prstDash val="solid"/>
              <a:tailEnd type="triangle"/>
            </a:ln>
            <a:effectLst/>
          </p:spPr>
        </p:cxnSp>
        <p:sp>
          <p:nvSpPr>
            <p:cNvPr id="81" name="Flowchart: Multidocument 80">
              <a:extLst>
                <a:ext uri="{FF2B5EF4-FFF2-40B4-BE49-F238E27FC236}">
                  <a16:creationId xmlns:a16="http://schemas.microsoft.com/office/drawing/2014/main" id="{4F6DC8BA-B01C-78AB-088D-E1F1904F3861}"/>
                </a:ext>
              </a:extLst>
            </p:cNvPr>
            <p:cNvSpPr/>
            <p:nvPr/>
          </p:nvSpPr>
          <p:spPr>
            <a:xfrm>
              <a:off x="632631" y="1377104"/>
              <a:ext cx="1066800" cy="673100"/>
            </a:xfrm>
            <a:prstGeom prst="flowChartMultidocument">
              <a:avLst/>
            </a:prstGeom>
            <a:solidFill>
              <a:srgbClr val="FAB900">
                <a:lumMod val="20000"/>
                <a:lumOff val="80000"/>
              </a:srgbClr>
            </a:solidFill>
            <a:ln w="12700" cap="flat" cmpd="sng" algn="ctr">
              <a:solidFill>
                <a:srgbClr val="FAB900">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545454"/>
                  </a:solidFill>
                  <a:effectLst/>
                  <a:uLnTx/>
                  <a:uFillTx/>
                  <a:latin typeface="Century Gothic"/>
                  <a:ea typeface="+mn-ea"/>
                  <a:cs typeface="+mn-cs"/>
                </a:rPr>
                <a:t>7 files</a:t>
              </a:r>
            </a:p>
          </p:txBody>
        </p:sp>
        <p:cxnSp>
          <p:nvCxnSpPr>
            <p:cNvPr id="82" name="Straight Arrow Connector 81">
              <a:extLst>
                <a:ext uri="{FF2B5EF4-FFF2-40B4-BE49-F238E27FC236}">
                  <a16:creationId xmlns:a16="http://schemas.microsoft.com/office/drawing/2014/main" id="{C1F0F41D-AB26-D8A1-C8E0-9D98DAD91D85}"/>
                </a:ext>
              </a:extLst>
            </p:cNvPr>
            <p:cNvCxnSpPr/>
            <p:nvPr/>
          </p:nvCxnSpPr>
          <p:spPr>
            <a:xfrm>
              <a:off x="985751" y="5669850"/>
              <a:ext cx="1269045" cy="0"/>
            </a:xfrm>
            <a:prstGeom prst="straightConnector1">
              <a:avLst/>
            </a:prstGeom>
            <a:noFill/>
            <a:ln w="28575" cap="flat" cmpd="sng" algn="ctr">
              <a:solidFill>
                <a:srgbClr val="C00000"/>
              </a:solidFill>
              <a:prstDash val="solid"/>
              <a:tailEnd type="triangle"/>
            </a:ln>
            <a:effectLst/>
          </p:spPr>
        </p:cxnSp>
        <p:sp>
          <p:nvSpPr>
            <p:cNvPr id="83" name="Flowchart: Multidocument 82">
              <a:extLst>
                <a:ext uri="{FF2B5EF4-FFF2-40B4-BE49-F238E27FC236}">
                  <a16:creationId xmlns:a16="http://schemas.microsoft.com/office/drawing/2014/main" id="{8E8E8E7A-631E-AE52-BE55-73861B425398}"/>
                </a:ext>
              </a:extLst>
            </p:cNvPr>
            <p:cNvSpPr/>
            <p:nvPr/>
          </p:nvSpPr>
          <p:spPr>
            <a:xfrm>
              <a:off x="632631" y="5277164"/>
              <a:ext cx="1066800" cy="673100"/>
            </a:xfrm>
            <a:prstGeom prst="flowChartMultidocument">
              <a:avLst/>
            </a:prstGeom>
            <a:solidFill>
              <a:srgbClr val="FAB900">
                <a:lumMod val="20000"/>
                <a:lumOff val="80000"/>
              </a:srgbClr>
            </a:solidFill>
            <a:ln w="12700" cap="flat" cmpd="sng" algn="ctr">
              <a:solidFill>
                <a:srgbClr val="FAB900">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545454"/>
                  </a:solidFill>
                  <a:effectLst/>
                  <a:uLnTx/>
                  <a:uFillTx/>
                  <a:latin typeface="Century Gothic"/>
                  <a:ea typeface="+mn-ea"/>
                  <a:cs typeface="+mn-cs"/>
                </a:rPr>
                <a:t>7 files</a:t>
              </a:r>
            </a:p>
          </p:txBody>
        </p:sp>
        <p:sp>
          <p:nvSpPr>
            <p:cNvPr id="84" name="TextBox 83">
              <a:extLst>
                <a:ext uri="{FF2B5EF4-FFF2-40B4-BE49-F238E27FC236}">
                  <a16:creationId xmlns:a16="http://schemas.microsoft.com/office/drawing/2014/main" id="{0B257BA1-2212-4251-8563-FA77C18D38E7}"/>
                </a:ext>
              </a:extLst>
            </p:cNvPr>
            <p:cNvSpPr txBox="1"/>
            <p:nvPr/>
          </p:nvSpPr>
          <p:spPr>
            <a:xfrm>
              <a:off x="2174628" y="2174624"/>
              <a:ext cx="2197100" cy="606440"/>
            </a:xfrm>
            <a:prstGeom prst="rect">
              <a:avLst/>
            </a:prstGeom>
            <a:noFill/>
          </p:spPr>
          <p:txBody>
            <a:bodyPr wrap="square" rtlCol="0">
              <a:spAutoFit/>
            </a:bodyPr>
            <a:lstStyle/>
            <a:p>
              <a:pPr>
                <a:lnSpc>
                  <a:spcPct val="90000"/>
                </a:lnSpc>
              </a:pPr>
              <a:r>
                <a:rPr lang="en-US" sz="1050" dirty="0">
                  <a:solidFill>
                    <a:srgbClr val="545454"/>
                  </a:solidFill>
                  <a:latin typeface="Century Gothic"/>
                </a:rPr>
                <a:t>Server: xxx ‬</a:t>
              </a:r>
            </a:p>
            <a:p>
              <a:pPr>
                <a:lnSpc>
                  <a:spcPct val="90000"/>
                </a:lnSpc>
              </a:pPr>
              <a:r>
                <a:rPr lang="en-US" sz="1050" dirty="0">
                  <a:solidFill>
                    <a:srgbClr val="545454"/>
                  </a:solidFill>
                  <a:latin typeface="Century Gothic"/>
                </a:rPr>
                <a:t>DB: xxx ‬</a:t>
              </a:r>
            </a:p>
            <a:p>
              <a:pPr>
                <a:lnSpc>
                  <a:spcPct val="90000"/>
                </a:lnSpc>
              </a:pPr>
              <a:r>
                <a:rPr lang="en-US" sz="1050" dirty="0">
                  <a:solidFill>
                    <a:srgbClr val="545454"/>
                  </a:solidFill>
                  <a:latin typeface="Century Gothic"/>
                </a:rPr>
                <a:t>Schema: xxx </a:t>
              </a:r>
            </a:p>
          </p:txBody>
        </p:sp>
        <p:sp>
          <p:nvSpPr>
            <p:cNvPr id="85" name="TextBox 84">
              <a:extLst>
                <a:ext uri="{FF2B5EF4-FFF2-40B4-BE49-F238E27FC236}">
                  <a16:creationId xmlns:a16="http://schemas.microsoft.com/office/drawing/2014/main" id="{3926510F-C7E5-E893-E029-C8DED80D18D0}"/>
                </a:ext>
              </a:extLst>
            </p:cNvPr>
            <p:cNvSpPr txBox="1"/>
            <p:nvPr/>
          </p:nvSpPr>
          <p:spPr>
            <a:xfrm>
              <a:off x="2174628" y="6217393"/>
              <a:ext cx="2197100" cy="606440"/>
            </a:xfrm>
            <a:prstGeom prst="rect">
              <a:avLst/>
            </a:prstGeom>
            <a:noFill/>
          </p:spPr>
          <p:txBody>
            <a:bodyPr wrap="square" rtlCol="0">
              <a:spAutoFit/>
            </a:bodyPr>
            <a:lstStyle/>
            <a:p>
              <a:pPr>
                <a:lnSpc>
                  <a:spcPct val="90000"/>
                </a:lnSpc>
              </a:pPr>
              <a:r>
                <a:rPr lang="en-US" sz="1050" dirty="0">
                  <a:solidFill>
                    <a:srgbClr val="545454"/>
                  </a:solidFill>
                  <a:latin typeface="Century Gothic"/>
                </a:rPr>
                <a:t>Server : xxx ‬</a:t>
              </a:r>
            </a:p>
            <a:p>
              <a:pPr>
                <a:lnSpc>
                  <a:spcPct val="90000"/>
                </a:lnSpc>
              </a:pPr>
              <a:r>
                <a:rPr lang="en-US" sz="1050" dirty="0">
                  <a:solidFill>
                    <a:srgbClr val="545454"/>
                  </a:solidFill>
                  <a:latin typeface="Century Gothic"/>
                </a:rPr>
                <a:t>DB: xxx ‬</a:t>
              </a:r>
            </a:p>
            <a:p>
              <a:pPr>
                <a:lnSpc>
                  <a:spcPct val="90000"/>
                </a:lnSpc>
              </a:pPr>
              <a:r>
                <a:rPr lang="en-US" sz="1050" dirty="0">
                  <a:solidFill>
                    <a:srgbClr val="545454"/>
                  </a:solidFill>
                  <a:latin typeface="Century Gothic"/>
                </a:rPr>
                <a:t>Schema: xxx </a:t>
              </a:r>
            </a:p>
          </p:txBody>
        </p:sp>
        <p:sp>
          <p:nvSpPr>
            <p:cNvPr id="86" name="TextBox 85">
              <a:extLst>
                <a:ext uri="{FF2B5EF4-FFF2-40B4-BE49-F238E27FC236}">
                  <a16:creationId xmlns:a16="http://schemas.microsoft.com/office/drawing/2014/main" id="{7617DFAB-3551-0B7E-9495-B9D133F2645B}"/>
                </a:ext>
              </a:extLst>
            </p:cNvPr>
            <p:cNvSpPr txBox="1"/>
            <p:nvPr/>
          </p:nvSpPr>
          <p:spPr>
            <a:xfrm>
              <a:off x="5889378" y="4165914"/>
              <a:ext cx="2197100" cy="606440"/>
            </a:xfrm>
            <a:prstGeom prst="rect">
              <a:avLst/>
            </a:prstGeom>
            <a:noFill/>
          </p:spPr>
          <p:txBody>
            <a:bodyPr wrap="square" rtlCol="0">
              <a:spAutoFit/>
            </a:bodyPr>
            <a:lstStyle/>
            <a:p>
              <a:pPr>
                <a:lnSpc>
                  <a:spcPct val="90000"/>
                </a:lnSpc>
              </a:pPr>
              <a:r>
                <a:rPr lang="en-US" sz="1050" dirty="0">
                  <a:solidFill>
                    <a:srgbClr val="545454"/>
                  </a:solidFill>
                  <a:latin typeface="Century Gothic"/>
                </a:rPr>
                <a:t>Server : xxx ‬</a:t>
              </a:r>
            </a:p>
            <a:p>
              <a:pPr>
                <a:lnSpc>
                  <a:spcPct val="90000"/>
                </a:lnSpc>
              </a:pPr>
              <a:r>
                <a:rPr lang="en-US" sz="1050" dirty="0">
                  <a:solidFill>
                    <a:srgbClr val="545454"/>
                  </a:solidFill>
                  <a:latin typeface="Century Gothic"/>
                </a:rPr>
                <a:t>DB: xxx ‬</a:t>
              </a:r>
            </a:p>
            <a:p>
              <a:pPr>
                <a:lnSpc>
                  <a:spcPct val="90000"/>
                </a:lnSpc>
              </a:pPr>
              <a:r>
                <a:rPr lang="en-US" sz="1050" dirty="0">
                  <a:solidFill>
                    <a:srgbClr val="545454"/>
                  </a:solidFill>
                  <a:latin typeface="Century Gothic"/>
                </a:rPr>
                <a:t>Schema: xxx </a:t>
              </a:r>
            </a:p>
          </p:txBody>
        </p:sp>
        <p:sp>
          <p:nvSpPr>
            <p:cNvPr id="87" name="TextBox 86">
              <a:extLst>
                <a:ext uri="{FF2B5EF4-FFF2-40B4-BE49-F238E27FC236}">
                  <a16:creationId xmlns:a16="http://schemas.microsoft.com/office/drawing/2014/main" id="{49EB133E-CC34-82B3-26E4-B8E5B7138F92}"/>
                </a:ext>
              </a:extLst>
            </p:cNvPr>
            <p:cNvSpPr txBox="1"/>
            <p:nvPr/>
          </p:nvSpPr>
          <p:spPr>
            <a:xfrm>
              <a:off x="5889378" y="6217393"/>
              <a:ext cx="2197100" cy="606440"/>
            </a:xfrm>
            <a:prstGeom prst="rect">
              <a:avLst/>
            </a:prstGeom>
            <a:noFill/>
          </p:spPr>
          <p:txBody>
            <a:bodyPr wrap="square" rtlCol="0">
              <a:spAutoFit/>
            </a:bodyPr>
            <a:lstStyle/>
            <a:p>
              <a:pPr>
                <a:lnSpc>
                  <a:spcPct val="90000"/>
                </a:lnSpc>
              </a:pPr>
              <a:r>
                <a:rPr lang="en-US" sz="1050" dirty="0">
                  <a:solidFill>
                    <a:srgbClr val="545454"/>
                  </a:solidFill>
                  <a:latin typeface="Century Gothic"/>
                </a:rPr>
                <a:t>Server : xxx ‬</a:t>
              </a:r>
            </a:p>
            <a:p>
              <a:pPr>
                <a:lnSpc>
                  <a:spcPct val="90000"/>
                </a:lnSpc>
              </a:pPr>
              <a:r>
                <a:rPr lang="en-US" sz="1050" dirty="0">
                  <a:solidFill>
                    <a:srgbClr val="545454"/>
                  </a:solidFill>
                  <a:latin typeface="Century Gothic"/>
                </a:rPr>
                <a:t>DB: xxx ‬</a:t>
              </a:r>
            </a:p>
            <a:p>
              <a:pPr>
                <a:lnSpc>
                  <a:spcPct val="90000"/>
                </a:lnSpc>
              </a:pPr>
              <a:r>
                <a:rPr lang="en-US" sz="1050" dirty="0">
                  <a:solidFill>
                    <a:srgbClr val="545454"/>
                  </a:solidFill>
                  <a:latin typeface="Century Gothic"/>
                </a:rPr>
                <a:t>Schema: xxx </a:t>
              </a:r>
            </a:p>
          </p:txBody>
        </p:sp>
        <p:sp>
          <p:nvSpPr>
            <p:cNvPr id="88" name="TextBox 87">
              <a:extLst>
                <a:ext uri="{FF2B5EF4-FFF2-40B4-BE49-F238E27FC236}">
                  <a16:creationId xmlns:a16="http://schemas.microsoft.com/office/drawing/2014/main" id="{D30DA6B5-6B13-7940-F166-9DDA3974F29B}"/>
                </a:ext>
              </a:extLst>
            </p:cNvPr>
            <p:cNvSpPr txBox="1"/>
            <p:nvPr/>
          </p:nvSpPr>
          <p:spPr>
            <a:xfrm>
              <a:off x="9464428" y="4165914"/>
              <a:ext cx="2197100" cy="606440"/>
            </a:xfrm>
            <a:prstGeom prst="rect">
              <a:avLst/>
            </a:prstGeom>
            <a:noFill/>
          </p:spPr>
          <p:txBody>
            <a:bodyPr wrap="square" rtlCol="0">
              <a:spAutoFit/>
            </a:bodyPr>
            <a:lstStyle/>
            <a:p>
              <a:pPr>
                <a:lnSpc>
                  <a:spcPct val="90000"/>
                </a:lnSpc>
              </a:pPr>
              <a:r>
                <a:rPr lang="en-US" sz="1050" dirty="0">
                  <a:solidFill>
                    <a:srgbClr val="545454"/>
                  </a:solidFill>
                  <a:latin typeface="Century Gothic"/>
                </a:rPr>
                <a:t>Server : xxx ‬</a:t>
              </a:r>
            </a:p>
            <a:p>
              <a:pPr>
                <a:lnSpc>
                  <a:spcPct val="90000"/>
                </a:lnSpc>
              </a:pPr>
              <a:r>
                <a:rPr lang="en-US" sz="1050" dirty="0">
                  <a:solidFill>
                    <a:srgbClr val="545454"/>
                  </a:solidFill>
                  <a:latin typeface="Century Gothic"/>
                </a:rPr>
                <a:t>DB: xxx ‬</a:t>
              </a:r>
            </a:p>
            <a:p>
              <a:pPr>
                <a:lnSpc>
                  <a:spcPct val="90000"/>
                </a:lnSpc>
              </a:pPr>
              <a:r>
                <a:rPr lang="en-US" sz="1050" dirty="0">
                  <a:solidFill>
                    <a:srgbClr val="545454"/>
                  </a:solidFill>
                  <a:latin typeface="Century Gothic"/>
                </a:rPr>
                <a:t>Schema: xxx </a:t>
              </a:r>
            </a:p>
          </p:txBody>
        </p:sp>
        <p:sp>
          <p:nvSpPr>
            <p:cNvPr id="89" name="TextBox 88">
              <a:extLst>
                <a:ext uri="{FF2B5EF4-FFF2-40B4-BE49-F238E27FC236}">
                  <a16:creationId xmlns:a16="http://schemas.microsoft.com/office/drawing/2014/main" id="{11361C14-6EC4-9286-3FC3-BEAB323198DD}"/>
                </a:ext>
              </a:extLst>
            </p:cNvPr>
            <p:cNvSpPr txBox="1"/>
            <p:nvPr/>
          </p:nvSpPr>
          <p:spPr>
            <a:xfrm>
              <a:off x="1709836" y="1364782"/>
              <a:ext cx="833842" cy="268266"/>
            </a:xfrm>
            <a:prstGeom prst="rect">
              <a:avLst/>
            </a:prstGeom>
            <a:noFill/>
          </p:spPr>
          <p:txBody>
            <a:bodyPr wrap="square" rtlCol="0">
              <a:spAutoFit/>
            </a:bodyPr>
            <a:lstStyle/>
            <a:p>
              <a:pPr>
                <a:lnSpc>
                  <a:spcPct val="90000"/>
                </a:lnSpc>
              </a:pPr>
              <a:r>
                <a:rPr lang="en-US" sz="1050" dirty="0">
                  <a:solidFill>
                    <a:srgbClr val="90BB23">
                      <a:lumMod val="75000"/>
                    </a:srgbClr>
                  </a:solidFill>
                  <a:latin typeface="Century Gothic"/>
                </a:rPr>
                <a:t>SQLL </a:t>
              </a:r>
            </a:p>
          </p:txBody>
        </p:sp>
        <p:grpSp>
          <p:nvGrpSpPr>
            <p:cNvPr id="90" name="Group 89">
              <a:extLst>
                <a:ext uri="{FF2B5EF4-FFF2-40B4-BE49-F238E27FC236}">
                  <a16:creationId xmlns:a16="http://schemas.microsoft.com/office/drawing/2014/main" id="{BFEAF4EA-DB72-ACBE-7D14-2AA784003DA4}"/>
                </a:ext>
              </a:extLst>
            </p:cNvPr>
            <p:cNvGrpSpPr/>
            <p:nvPr/>
          </p:nvGrpSpPr>
          <p:grpSpPr>
            <a:xfrm>
              <a:off x="7600658" y="753855"/>
              <a:ext cx="1924049" cy="1635612"/>
              <a:chOff x="8882476" y="463864"/>
              <a:chExt cx="1924049" cy="1635612"/>
            </a:xfrm>
          </p:grpSpPr>
          <p:cxnSp>
            <p:nvCxnSpPr>
              <p:cNvPr id="91" name="Straight Arrow Connector 90">
                <a:extLst>
                  <a:ext uri="{FF2B5EF4-FFF2-40B4-BE49-F238E27FC236}">
                    <a16:creationId xmlns:a16="http://schemas.microsoft.com/office/drawing/2014/main" id="{8AECE07E-8098-F21D-C270-186B259929E2}"/>
                  </a:ext>
                </a:extLst>
              </p:cNvPr>
              <p:cNvCxnSpPr/>
              <p:nvPr/>
            </p:nvCxnSpPr>
            <p:spPr>
              <a:xfrm>
                <a:off x="8949673" y="765276"/>
                <a:ext cx="1269045" cy="0"/>
              </a:xfrm>
              <a:prstGeom prst="straightConnector1">
                <a:avLst/>
              </a:prstGeom>
              <a:noFill/>
              <a:ln w="28575" cap="flat" cmpd="sng" algn="ctr">
                <a:solidFill>
                  <a:srgbClr val="002060"/>
                </a:solidFill>
                <a:prstDash val="solid"/>
                <a:tailEnd type="triangle"/>
              </a:ln>
              <a:effectLst/>
            </p:spPr>
          </p:cxnSp>
          <p:cxnSp>
            <p:nvCxnSpPr>
              <p:cNvPr id="92" name="Straight Arrow Connector 91">
                <a:extLst>
                  <a:ext uri="{FF2B5EF4-FFF2-40B4-BE49-F238E27FC236}">
                    <a16:creationId xmlns:a16="http://schemas.microsoft.com/office/drawing/2014/main" id="{3D7DDF9D-20BF-6B3C-BA7B-02FADA01D2B4}"/>
                  </a:ext>
                </a:extLst>
              </p:cNvPr>
              <p:cNvCxnSpPr/>
              <p:nvPr/>
            </p:nvCxnSpPr>
            <p:spPr>
              <a:xfrm>
                <a:off x="8949673" y="1191161"/>
                <a:ext cx="1269045" cy="0"/>
              </a:xfrm>
              <a:prstGeom prst="straightConnector1">
                <a:avLst/>
              </a:prstGeom>
              <a:noFill/>
              <a:ln w="28575" cap="flat" cmpd="sng" algn="ctr">
                <a:solidFill>
                  <a:srgbClr val="C00000"/>
                </a:solidFill>
                <a:prstDash val="solid"/>
                <a:tailEnd type="triangle"/>
              </a:ln>
              <a:effectLst/>
            </p:spPr>
          </p:cxnSp>
          <p:sp>
            <p:nvSpPr>
              <p:cNvPr id="93" name="TextBox 92">
                <a:extLst>
                  <a:ext uri="{FF2B5EF4-FFF2-40B4-BE49-F238E27FC236}">
                    <a16:creationId xmlns:a16="http://schemas.microsoft.com/office/drawing/2014/main" id="{260CBC24-9AF9-F41A-AEEA-17F0BC972BCE}"/>
                  </a:ext>
                </a:extLst>
              </p:cNvPr>
              <p:cNvSpPr txBox="1"/>
              <p:nvPr/>
            </p:nvSpPr>
            <p:spPr>
              <a:xfrm>
                <a:off x="9242349" y="463864"/>
                <a:ext cx="770070" cy="270095"/>
              </a:xfrm>
              <a:prstGeom prst="rect">
                <a:avLst/>
              </a:prstGeom>
              <a:noFill/>
            </p:spPr>
            <p:txBody>
              <a:bodyPr wrap="square" rtlCol="0">
                <a:spAutoFit/>
              </a:bodyPr>
              <a:lstStyle/>
              <a:p>
                <a:pPr marL="0" marR="0" lvl="0" indent="0" defTabSz="914400" eaLnBrk="1" fontAlgn="auto" latinLnBrk="0" hangingPunct="1">
                  <a:lnSpc>
                    <a:spcPct val="90000"/>
                  </a:lnSpc>
                  <a:spcBef>
                    <a:spcPts val="0"/>
                  </a:spcBef>
                  <a:spcAft>
                    <a:spcPts val="0"/>
                  </a:spcAft>
                  <a:buClrTx/>
                  <a:buSzTx/>
                  <a:buFontTx/>
                  <a:buNone/>
                  <a:tabLst/>
                  <a:defRPr/>
                </a:pPr>
                <a:r>
                  <a:rPr kumimoji="0" lang="en-US" sz="1050" b="1" i="0" u="none" strike="noStrike" kern="0" cap="none" spc="0" normalizeH="0" baseline="0" noProof="0" dirty="0">
                    <a:ln>
                      <a:noFill/>
                    </a:ln>
                    <a:solidFill>
                      <a:srgbClr val="002060"/>
                    </a:solidFill>
                    <a:effectLst/>
                    <a:uLnTx/>
                    <a:uFillTx/>
                    <a:latin typeface="Century Gothic"/>
                  </a:rPr>
                  <a:t>FTP</a:t>
                </a:r>
                <a:r>
                  <a:rPr kumimoji="0" lang="en-US" sz="1050" b="0" i="0" u="none" strike="noStrike" kern="0" cap="none" spc="0" normalizeH="0" baseline="0" noProof="0" dirty="0">
                    <a:ln>
                      <a:noFill/>
                    </a:ln>
                    <a:solidFill>
                      <a:srgbClr val="545454"/>
                    </a:solidFill>
                    <a:effectLst/>
                    <a:uLnTx/>
                    <a:uFillTx/>
                    <a:latin typeface="Century Gothic"/>
                  </a:rPr>
                  <a:t> </a:t>
                </a:r>
              </a:p>
            </p:txBody>
          </p:sp>
          <p:sp>
            <p:nvSpPr>
              <p:cNvPr id="94" name="TextBox 93">
                <a:extLst>
                  <a:ext uri="{FF2B5EF4-FFF2-40B4-BE49-F238E27FC236}">
                    <a16:creationId xmlns:a16="http://schemas.microsoft.com/office/drawing/2014/main" id="{375C36B3-687F-BB8D-F312-E717E4D184FB}"/>
                  </a:ext>
                </a:extLst>
              </p:cNvPr>
              <p:cNvSpPr txBox="1"/>
              <p:nvPr/>
            </p:nvSpPr>
            <p:spPr>
              <a:xfrm>
                <a:off x="9242349" y="901461"/>
                <a:ext cx="770070" cy="270095"/>
              </a:xfrm>
              <a:prstGeom prst="rect">
                <a:avLst/>
              </a:prstGeom>
              <a:noFill/>
            </p:spPr>
            <p:txBody>
              <a:bodyPr wrap="square" rtlCol="0">
                <a:spAutoFit/>
              </a:bodyPr>
              <a:lstStyle/>
              <a:p>
                <a:pPr marL="0" marR="0" lvl="0" indent="0" defTabSz="914400" eaLnBrk="1" fontAlgn="auto" latinLnBrk="0" hangingPunct="1">
                  <a:lnSpc>
                    <a:spcPct val="90000"/>
                  </a:lnSpc>
                  <a:spcBef>
                    <a:spcPts val="0"/>
                  </a:spcBef>
                  <a:spcAft>
                    <a:spcPts val="0"/>
                  </a:spcAft>
                  <a:buClrTx/>
                  <a:buSzTx/>
                  <a:buFontTx/>
                  <a:buNone/>
                  <a:tabLst/>
                  <a:defRPr/>
                </a:pPr>
                <a:r>
                  <a:rPr kumimoji="0" lang="en-US" sz="1050" b="1" i="0" u="none" strike="noStrike" kern="0" cap="none" spc="0" normalizeH="0" baseline="0" noProof="0" dirty="0">
                    <a:ln>
                      <a:noFill/>
                    </a:ln>
                    <a:solidFill>
                      <a:srgbClr val="C00000"/>
                    </a:solidFill>
                    <a:effectLst/>
                    <a:uLnTx/>
                    <a:uFillTx/>
                    <a:latin typeface="Century Gothic"/>
                  </a:rPr>
                  <a:t>ETL</a:t>
                </a:r>
                <a:r>
                  <a:rPr kumimoji="0" lang="en-US" sz="1050" b="0" i="0" u="none" strike="noStrike" kern="0" cap="none" spc="0" normalizeH="0" baseline="0" noProof="0" dirty="0">
                    <a:ln>
                      <a:noFill/>
                    </a:ln>
                    <a:solidFill>
                      <a:srgbClr val="545454"/>
                    </a:solidFill>
                    <a:effectLst/>
                    <a:uLnTx/>
                    <a:uFillTx/>
                    <a:latin typeface="Century Gothic"/>
                  </a:rPr>
                  <a:t> </a:t>
                </a:r>
              </a:p>
            </p:txBody>
          </p:sp>
          <p:cxnSp>
            <p:nvCxnSpPr>
              <p:cNvPr id="95" name="Straight Arrow Connector 94">
                <a:extLst>
                  <a:ext uri="{FF2B5EF4-FFF2-40B4-BE49-F238E27FC236}">
                    <a16:creationId xmlns:a16="http://schemas.microsoft.com/office/drawing/2014/main" id="{D8414DAD-3B2A-B91C-D8E6-0960C639FDED}"/>
                  </a:ext>
                </a:extLst>
              </p:cNvPr>
              <p:cNvCxnSpPr/>
              <p:nvPr/>
            </p:nvCxnSpPr>
            <p:spPr>
              <a:xfrm>
                <a:off x="8949673" y="1661875"/>
                <a:ext cx="1269045" cy="0"/>
              </a:xfrm>
              <a:prstGeom prst="straightConnector1">
                <a:avLst/>
              </a:prstGeom>
              <a:noFill/>
              <a:ln w="28575" cap="flat" cmpd="sng" algn="ctr">
                <a:solidFill>
                  <a:srgbClr val="90BB23">
                    <a:lumMod val="75000"/>
                  </a:srgbClr>
                </a:solidFill>
                <a:prstDash val="solid"/>
                <a:tailEnd type="triangle"/>
              </a:ln>
              <a:effectLst/>
            </p:spPr>
          </p:cxnSp>
          <p:sp>
            <p:nvSpPr>
              <p:cNvPr id="96" name="TextBox 95">
                <a:extLst>
                  <a:ext uri="{FF2B5EF4-FFF2-40B4-BE49-F238E27FC236}">
                    <a16:creationId xmlns:a16="http://schemas.microsoft.com/office/drawing/2014/main" id="{4C65F121-CF78-0DD6-6AB4-C366B1F4A30E}"/>
                  </a:ext>
                </a:extLst>
              </p:cNvPr>
              <p:cNvSpPr txBox="1"/>
              <p:nvPr/>
            </p:nvSpPr>
            <p:spPr>
              <a:xfrm>
                <a:off x="9242348" y="1372176"/>
                <a:ext cx="875247" cy="270095"/>
              </a:xfrm>
              <a:prstGeom prst="rect">
                <a:avLst/>
              </a:prstGeom>
              <a:noFill/>
            </p:spPr>
            <p:txBody>
              <a:bodyPr wrap="square" rtlCol="0">
                <a:spAutoFit/>
              </a:bodyPr>
              <a:lstStyle/>
              <a:p>
                <a:pPr marL="0" marR="0" lvl="0" indent="0" defTabSz="914400" eaLnBrk="1" fontAlgn="auto" latinLnBrk="0" hangingPunct="1">
                  <a:lnSpc>
                    <a:spcPct val="90000"/>
                  </a:lnSpc>
                  <a:spcBef>
                    <a:spcPts val="0"/>
                  </a:spcBef>
                  <a:spcAft>
                    <a:spcPts val="0"/>
                  </a:spcAft>
                  <a:buClrTx/>
                  <a:buSzTx/>
                  <a:buFontTx/>
                  <a:buNone/>
                  <a:tabLst/>
                  <a:defRPr/>
                </a:pPr>
                <a:r>
                  <a:rPr kumimoji="0" lang="en-US" sz="1050" b="1" i="0" u="none" strike="noStrike" kern="0" cap="none" spc="0" normalizeH="0" baseline="0" noProof="0" dirty="0">
                    <a:ln>
                      <a:noFill/>
                    </a:ln>
                    <a:solidFill>
                      <a:srgbClr val="90BB23">
                        <a:lumMod val="75000"/>
                      </a:srgbClr>
                    </a:solidFill>
                    <a:effectLst/>
                    <a:uLnTx/>
                    <a:uFillTx/>
                    <a:latin typeface="Century Gothic"/>
                  </a:rPr>
                  <a:t>DB code</a:t>
                </a:r>
                <a:r>
                  <a:rPr kumimoji="0" lang="en-US" sz="1050" b="0" i="0" u="none" strike="noStrike" kern="0" cap="none" spc="0" normalizeH="0" baseline="0" noProof="0" dirty="0">
                    <a:ln>
                      <a:noFill/>
                    </a:ln>
                    <a:solidFill>
                      <a:srgbClr val="90BB23">
                        <a:lumMod val="75000"/>
                      </a:srgbClr>
                    </a:solidFill>
                    <a:effectLst/>
                    <a:uLnTx/>
                    <a:uFillTx/>
                    <a:latin typeface="Century Gothic"/>
                  </a:rPr>
                  <a:t> </a:t>
                </a:r>
              </a:p>
            </p:txBody>
          </p:sp>
          <p:cxnSp>
            <p:nvCxnSpPr>
              <p:cNvPr id="97" name="Straight Arrow Connector 96">
                <a:extLst>
                  <a:ext uri="{FF2B5EF4-FFF2-40B4-BE49-F238E27FC236}">
                    <a16:creationId xmlns:a16="http://schemas.microsoft.com/office/drawing/2014/main" id="{8A032FBA-357F-0797-1B2F-25272AB836D7}"/>
                  </a:ext>
                </a:extLst>
              </p:cNvPr>
              <p:cNvCxnSpPr/>
              <p:nvPr/>
            </p:nvCxnSpPr>
            <p:spPr>
              <a:xfrm>
                <a:off x="8949673" y="2099476"/>
                <a:ext cx="1269045" cy="0"/>
              </a:xfrm>
              <a:prstGeom prst="straightConnector1">
                <a:avLst/>
              </a:prstGeom>
              <a:noFill/>
              <a:ln w="28575" cap="flat" cmpd="sng" algn="ctr">
                <a:solidFill>
                  <a:srgbClr val="40BAD2"/>
                </a:solidFill>
                <a:prstDash val="solid"/>
                <a:tailEnd type="triangle"/>
              </a:ln>
              <a:effectLst/>
            </p:spPr>
          </p:cxnSp>
          <p:sp>
            <p:nvSpPr>
              <p:cNvPr id="98" name="TextBox 97">
                <a:extLst>
                  <a:ext uri="{FF2B5EF4-FFF2-40B4-BE49-F238E27FC236}">
                    <a16:creationId xmlns:a16="http://schemas.microsoft.com/office/drawing/2014/main" id="{70BDBEFD-878F-4F73-6A2E-194C88EEA8B6}"/>
                  </a:ext>
                </a:extLst>
              </p:cNvPr>
              <p:cNvSpPr txBox="1"/>
              <p:nvPr/>
            </p:nvSpPr>
            <p:spPr>
              <a:xfrm>
                <a:off x="8882476" y="1809776"/>
                <a:ext cx="1924049" cy="270095"/>
              </a:xfrm>
              <a:prstGeom prst="rect">
                <a:avLst/>
              </a:prstGeom>
              <a:noFill/>
            </p:spPr>
            <p:txBody>
              <a:bodyPr wrap="square" rtlCol="0">
                <a:spAutoFit/>
              </a:bodyPr>
              <a:lstStyle/>
              <a:p>
                <a:pPr marL="0" marR="0" lvl="0" indent="0" defTabSz="914400" eaLnBrk="1" fontAlgn="auto" latinLnBrk="0" hangingPunct="1">
                  <a:lnSpc>
                    <a:spcPct val="90000"/>
                  </a:lnSpc>
                  <a:spcBef>
                    <a:spcPts val="0"/>
                  </a:spcBef>
                  <a:spcAft>
                    <a:spcPts val="0"/>
                  </a:spcAft>
                  <a:buClrTx/>
                  <a:buSzTx/>
                  <a:buFontTx/>
                  <a:buNone/>
                  <a:tabLst/>
                  <a:defRPr/>
                </a:pPr>
                <a:r>
                  <a:rPr kumimoji="0" lang="en-US" sz="1050" b="1" i="0" u="none" strike="noStrike" kern="0" cap="none" spc="0" normalizeH="0" baseline="0" noProof="0" dirty="0">
                    <a:ln>
                      <a:noFill/>
                    </a:ln>
                    <a:solidFill>
                      <a:srgbClr val="1AB39F">
                        <a:lumMod val="75000"/>
                      </a:srgbClr>
                    </a:solidFill>
                    <a:effectLst/>
                    <a:uLnTx/>
                    <a:uFillTx/>
                    <a:latin typeface="Century Gothic"/>
                  </a:rPr>
                  <a:t>API / Web Service</a:t>
                </a:r>
                <a:endParaRPr kumimoji="0" lang="en-US" sz="1050" b="0" i="0" u="none" strike="noStrike" kern="0" cap="none" spc="0" normalizeH="0" baseline="0" noProof="0" dirty="0">
                  <a:ln>
                    <a:noFill/>
                  </a:ln>
                  <a:solidFill>
                    <a:srgbClr val="1AB39F">
                      <a:lumMod val="75000"/>
                    </a:srgbClr>
                  </a:solidFill>
                  <a:effectLst/>
                  <a:uLnTx/>
                  <a:uFillTx/>
                  <a:latin typeface="Century Gothic"/>
                </a:endParaRPr>
              </a:p>
            </p:txBody>
          </p:sp>
        </p:grpSp>
        <p:sp>
          <p:nvSpPr>
            <p:cNvPr id="99" name="TextBox 98">
              <a:extLst>
                <a:ext uri="{FF2B5EF4-FFF2-40B4-BE49-F238E27FC236}">
                  <a16:creationId xmlns:a16="http://schemas.microsoft.com/office/drawing/2014/main" id="{CC9CB6D5-136A-9F24-DC68-B307A5FF67F7}"/>
                </a:ext>
              </a:extLst>
            </p:cNvPr>
            <p:cNvSpPr txBox="1"/>
            <p:nvPr/>
          </p:nvSpPr>
          <p:spPr>
            <a:xfrm>
              <a:off x="9661278" y="736918"/>
              <a:ext cx="2197100" cy="1867733"/>
            </a:xfrm>
            <a:prstGeom prst="rect">
              <a:avLst/>
            </a:prstGeom>
            <a:noFill/>
          </p:spPr>
          <p:txBody>
            <a:bodyPr wrap="square" rtlCol="0">
              <a:spAutoFit/>
            </a:bodyPr>
            <a:lstStyle/>
            <a:p>
              <a:pPr>
                <a:lnSpc>
                  <a:spcPct val="90000"/>
                </a:lnSpc>
              </a:pPr>
              <a:r>
                <a:rPr lang="en-US" sz="1050" dirty="0">
                  <a:solidFill>
                    <a:srgbClr val="545454"/>
                  </a:solidFill>
                  <a:latin typeface="Century Gothic"/>
                </a:rPr>
                <a:t>ETL options:</a:t>
              </a:r>
            </a:p>
            <a:p>
              <a:pPr>
                <a:lnSpc>
                  <a:spcPct val="90000"/>
                </a:lnSpc>
              </a:pPr>
              <a:r>
                <a:rPr lang="en-US" sz="1050" dirty="0">
                  <a:solidFill>
                    <a:srgbClr val="545454"/>
                  </a:solidFill>
                  <a:latin typeface="Century Gothic"/>
                </a:rPr>
                <a:t> - PWC (</a:t>
              </a:r>
              <a:r>
                <a:rPr lang="en-US" sz="1050" dirty="0" err="1">
                  <a:solidFill>
                    <a:srgbClr val="545454"/>
                  </a:solidFill>
                  <a:latin typeface="Century Gothic"/>
                </a:rPr>
                <a:t>Powercenter</a:t>
              </a:r>
              <a:r>
                <a:rPr lang="en-US" sz="1050" dirty="0">
                  <a:solidFill>
                    <a:srgbClr val="545454"/>
                  </a:solidFill>
                  <a:latin typeface="Century Gothic"/>
                </a:rPr>
                <a:t>)</a:t>
              </a:r>
            </a:p>
            <a:p>
              <a:pPr>
                <a:lnSpc>
                  <a:spcPct val="90000"/>
                </a:lnSpc>
              </a:pPr>
              <a:r>
                <a:rPr lang="en-US" sz="1050" dirty="0">
                  <a:solidFill>
                    <a:srgbClr val="545454"/>
                  </a:solidFill>
                  <a:latin typeface="Century Gothic"/>
                </a:rPr>
                <a:t> - SSIS</a:t>
              </a:r>
            </a:p>
            <a:p>
              <a:pPr>
                <a:lnSpc>
                  <a:spcPct val="90000"/>
                </a:lnSpc>
              </a:pPr>
              <a:r>
                <a:rPr lang="en-US" sz="1050" dirty="0">
                  <a:solidFill>
                    <a:srgbClr val="545454"/>
                  </a:solidFill>
                  <a:latin typeface="Century Gothic"/>
                </a:rPr>
                <a:t> - other (specify)</a:t>
              </a:r>
            </a:p>
            <a:p>
              <a:pPr>
                <a:lnSpc>
                  <a:spcPct val="90000"/>
                </a:lnSpc>
              </a:pPr>
              <a:endParaRPr lang="en-US" sz="1050" dirty="0">
                <a:solidFill>
                  <a:srgbClr val="545454"/>
                </a:solidFill>
                <a:latin typeface="Century Gothic"/>
              </a:endParaRPr>
            </a:p>
            <a:p>
              <a:pPr>
                <a:lnSpc>
                  <a:spcPct val="90000"/>
                </a:lnSpc>
              </a:pPr>
              <a:endParaRPr lang="en-US" sz="1050" dirty="0">
                <a:solidFill>
                  <a:srgbClr val="545454"/>
                </a:solidFill>
                <a:latin typeface="Century Gothic"/>
              </a:endParaRPr>
            </a:p>
            <a:p>
              <a:pPr>
                <a:lnSpc>
                  <a:spcPct val="90000"/>
                </a:lnSpc>
              </a:pPr>
              <a:r>
                <a:rPr lang="en-US" sz="1050" dirty="0">
                  <a:solidFill>
                    <a:srgbClr val="545454"/>
                  </a:solidFill>
                  <a:latin typeface="Century Gothic"/>
                </a:rPr>
                <a:t>DB code options:</a:t>
              </a:r>
            </a:p>
            <a:p>
              <a:pPr>
                <a:lnSpc>
                  <a:spcPct val="90000"/>
                </a:lnSpc>
              </a:pPr>
              <a:r>
                <a:rPr lang="en-US" sz="1050" dirty="0">
                  <a:solidFill>
                    <a:srgbClr val="545454"/>
                  </a:solidFill>
                  <a:latin typeface="Century Gothic"/>
                </a:rPr>
                <a:t> - SP (Stored Procedures)</a:t>
              </a:r>
            </a:p>
            <a:p>
              <a:pPr>
                <a:lnSpc>
                  <a:spcPct val="90000"/>
                </a:lnSpc>
              </a:pPr>
              <a:r>
                <a:rPr lang="en-US" sz="1050" dirty="0">
                  <a:solidFill>
                    <a:srgbClr val="545454"/>
                  </a:solidFill>
                  <a:latin typeface="Century Gothic"/>
                </a:rPr>
                <a:t> - SQLL (SQL Loader)</a:t>
              </a:r>
            </a:p>
            <a:p>
              <a:pPr>
                <a:lnSpc>
                  <a:spcPct val="90000"/>
                </a:lnSpc>
              </a:pPr>
              <a:r>
                <a:rPr lang="en-US" sz="1050" dirty="0">
                  <a:solidFill>
                    <a:srgbClr val="545454"/>
                  </a:solidFill>
                  <a:latin typeface="Century Gothic"/>
                </a:rPr>
                <a:t> - other (specify)</a:t>
              </a:r>
            </a:p>
            <a:p>
              <a:pPr>
                <a:lnSpc>
                  <a:spcPct val="90000"/>
                </a:lnSpc>
              </a:pPr>
              <a:endParaRPr lang="en-US" sz="1050" dirty="0">
                <a:solidFill>
                  <a:srgbClr val="545454"/>
                </a:solidFill>
                <a:latin typeface="Century Gothic"/>
              </a:endParaRPr>
            </a:p>
          </p:txBody>
        </p:sp>
        <p:sp>
          <p:nvSpPr>
            <p:cNvPr id="100" name="TextBox 99">
              <a:extLst>
                <a:ext uri="{FF2B5EF4-FFF2-40B4-BE49-F238E27FC236}">
                  <a16:creationId xmlns:a16="http://schemas.microsoft.com/office/drawing/2014/main" id="{5B0AAACE-ADB1-C5A3-81FE-B30D0A40CB3A}"/>
                </a:ext>
              </a:extLst>
            </p:cNvPr>
            <p:cNvSpPr txBox="1"/>
            <p:nvPr/>
          </p:nvSpPr>
          <p:spPr>
            <a:xfrm>
              <a:off x="1709836" y="3323251"/>
              <a:ext cx="833842" cy="268266"/>
            </a:xfrm>
            <a:prstGeom prst="rect">
              <a:avLst/>
            </a:prstGeom>
            <a:noFill/>
          </p:spPr>
          <p:txBody>
            <a:bodyPr wrap="square" rtlCol="0">
              <a:spAutoFit/>
            </a:bodyPr>
            <a:lstStyle/>
            <a:p>
              <a:pPr>
                <a:lnSpc>
                  <a:spcPct val="90000"/>
                </a:lnSpc>
              </a:pPr>
              <a:r>
                <a:rPr lang="en-US" sz="1050" dirty="0">
                  <a:solidFill>
                    <a:srgbClr val="90BB23">
                      <a:lumMod val="75000"/>
                    </a:srgbClr>
                  </a:solidFill>
                  <a:latin typeface="Century Gothic"/>
                </a:rPr>
                <a:t>SQLL</a:t>
              </a:r>
            </a:p>
          </p:txBody>
        </p:sp>
        <p:sp>
          <p:nvSpPr>
            <p:cNvPr id="101" name="TextBox 100">
              <a:extLst>
                <a:ext uri="{FF2B5EF4-FFF2-40B4-BE49-F238E27FC236}">
                  <a16:creationId xmlns:a16="http://schemas.microsoft.com/office/drawing/2014/main" id="{14EDC2CA-2175-C62D-9112-D8DBCA839E95}"/>
                </a:ext>
              </a:extLst>
            </p:cNvPr>
            <p:cNvSpPr txBox="1"/>
            <p:nvPr/>
          </p:nvSpPr>
          <p:spPr>
            <a:xfrm>
              <a:off x="1709836" y="5372092"/>
              <a:ext cx="833842" cy="268266"/>
            </a:xfrm>
            <a:prstGeom prst="rect">
              <a:avLst/>
            </a:prstGeom>
            <a:noFill/>
          </p:spPr>
          <p:txBody>
            <a:bodyPr wrap="square" rtlCol="0">
              <a:spAutoFit/>
            </a:bodyPr>
            <a:lstStyle/>
            <a:p>
              <a:pPr>
                <a:lnSpc>
                  <a:spcPct val="90000"/>
                </a:lnSpc>
              </a:pPr>
              <a:r>
                <a:rPr lang="en-US" sz="1050" dirty="0">
                  <a:solidFill>
                    <a:srgbClr val="C00000"/>
                  </a:solidFill>
                  <a:latin typeface="Century Gothic"/>
                </a:rPr>
                <a:t>SSIS </a:t>
              </a:r>
            </a:p>
          </p:txBody>
        </p:sp>
        <p:cxnSp>
          <p:nvCxnSpPr>
            <p:cNvPr id="102" name="Straight Arrow Connector 101">
              <a:extLst>
                <a:ext uri="{FF2B5EF4-FFF2-40B4-BE49-F238E27FC236}">
                  <a16:creationId xmlns:a16="http://schemas.microsoft.com/office/drawing/2014/main" id="{55075D61-7CE7-53D9-AEC7-78085AA7760B}"/>
                </a:ext>
              </a:extLst>
            </p:cNvPr>
            <p:cNvCxnSpPr>
              <a:cxnSpLocks/>
              <a:stCxn id="73" idx="4"/>
              <a:endCxn id="78" idx="1"/>
            </p:cNvCxnSpPr>
            <p:nvPr/>
          </p:nvCxnSpPr>
          <p:spPr>
            <a:xfrm flipV="1">
              <a:off x="3520828" y="1641605"/>
              <a:ext cx="679537" cy="2199"/>
            </a:xfrm>
            <a:prstGeom prst="straightConnector1">
              <a:avLst/>
            </a:prstGeom>
            <a:noFill/>
            <a:ln w="28575" cap="flat" cmpd="sng" algn="ctr">
              <a:solidFill>
                <a:srgbClr val="002060"/>
              </a:solidFill>
              <a:prstDash val="solid"/>
              <a:tailEnd type="triangle"/>
            </a:ln>
            <a:effectLst/>
          </p:spPr>
        </p:cxnSp>
        <p:cxnSp>
          <p:nvCxnSpPr>
            <p:cNvPr id="103" name="Straight Arrow Connector 102">
              <a:extLst>
                <a:ext uri="{FF2B5EF4-FFF2-40B4-BE49-F238E27FC236}">
                  <a16:creationId xmlns:a16="http://schemas.microsoft.com/office/drawing/2014/main" id="{7051819B-9FD3-3036-BD8A-BD7680E71AFE}"/>
                </a:ext>
              </a:extLst>
            </p:cNvPr>
            <p:cNvCxnSpPr>
              <a:cxnSpLocks/>
            </p:cNvCxnSpPr>
            <p:nvPr/>
          </p:nvCxnSpPr>
          <p:spPr>
            <a:xfrm flipV="1">
              <a:off x="3520828" y="3546605"/>
              <a:ext cx="679537" cy="2199"/>
            </a:xfrm>
            <a:prstGeom prst="straightConnector1">
              <a:avLst/>
            </a:prstGeom>
            <a:noFill/>
            <a:ln w="28575" cap="flat" cmpd="sng" algn="ctr">
              <a:solidFill>
                <a:srgbClr val="002060"/>
              </a:solidFill>
              <a:prstDash val="solid"/>
              <a:tailEnd type="triangle"/>
            </a:ln>
            <a:effectLst/>
          </p:spPr>
        </p:cxnSp>
        <p:cxnSp>
          <p:nvCxnSpPr>
            <p:cNvPr id="104" name="Straight Arrow Connector 103">
              <a:extLst>
                <a:ext uri="{FF2B5EF4-FFF2-40B4-BE49-F238E27FC236}">
                  <a16:creationId xmlns:a16="http://schemas.microsoft.com/office/drawing/2014/main" id="{F923A160-BE6C-08A6-B976-D188E0D9D080}"/>
                </a:ext>
              </a:extLst>
            </p:cNvPr>
            <p:cNvCxnSpPr>
              <a:cxnSpLocks/>
            </p:cNvCxnSpPr>
            <p:nvPr/>
          </p:nvCxnSpPr>
          <p:spPr>
            <a:xfrm flipV="1">
              <a:off x="3520828" y="5620880"/>
              <a:ext cx="679537" cy="2199"/>
            </a:xfrm>
            <a:prstGeom prst="straightConnector1">
              <a:avLst/>
            </a:prstGeom>
            <a:noFill/>
            <a:ln w="28575" cap="flat" cmpd="sng" algn="ctr">
              <a:solidFill>
                <a:srgbClr val="002060"/>
              </a:solidFill>
              <a:prstDash val="solid"/>
              <a:tailEnd type="triangle"/>
            </a:ln>
            <a:effectLst/>
          </p:spPr>
        </p:cxnSp>
        <p:sp>
          <p:nvSpPr>
            <p:cNvPr id="105" name="TextBox 104">
              <a:extLst>
                <a:ext uri="{FF2B5EF4-FFF2-40B4-BE49-F238E27FC236}">
                  <a16:creationId xmlns:a16="http://schemas.microsoft.com/office/drawing/2014/main" id="{78DF54D6-3D4B-4049-C938-6C750897E2C0}"/>
                </a:ext>
              </a:extLst>
            </p:cNvPr>
            <p:cNvSpPr txBox="1"/>
            <p:nvPr/>
          </p:nvSpPr>
          <p:spPr>
            <a:xfrm>
              <a:off x="5400958" y="5358289"/>
              <a:ext cx="833842" cy="268266"/>
            </a:xfrm>
            <a:prstGeom prst="rect">
              <a:avLst/>
            </a:prstGeom>
            <a:noFill/>
          </p:spPr>
          <p:txBody>
            <a:bodyPr wrap="square" rtlCol="0">
              <a:spAutoFit/>
            </a:bodyPr>
            <a:lstStyle/>
            <a:p>
              <a:pPr>
                <a:lnSpc>
                  <a:spcPct val="90000"/>
                </a:lnSpc>
              </a:pPr>
              <a:r>
                <a:rPr lang="en-US" sz="1050" dirty="0">
                  <a:solidFill>
                    <a:srgbClr val="90BB23">
                      <a:lumMod val="75000"/>
                    </a:srgbClr>
                  </a:solidFill>
                  <a:latin typeface="Century Gothic"/>
                </a:rPr>
                <a:t>SP</a:t>
              </a:r>
            </a:p>
          </p:txBody>
        </p:sp>
        <p:cxnSp>
          <p:nvCxnSpPr>
            <p:cNvPr id="106" name="Straight Arrow Connector 105">
              <a:extLst>
                <a:ext uri="{FF2B5EF4-FFF2-40B4-BE49-F238E27FC236}">
                  <a16:creationId xmlns:a16="http://schemas.microsoft.com/office/drawing/2014/main" id="{15882713-52BC-DAF8-367B-2BFBE9B3A7B5}"/>
                </a:ext>
              </a:extLst>
            </p:cNvPr>
            <p:cNvCxnSpPr>
              <a:cxnSpLocks/>
              <a:stCxn id="62" idx="4"/>
              <a:endCxn id="66" idx="1"/>
            </p:cNvCxnSpPr>
            <p:nvPr/>
          </p:nvCxnSpPr>
          <p:spPr>
            <a:xfrm>
              <a:off x="7140328" y="3556314"/>
              <a:ext cx="628650" cy="0"/>
            </a:xfrm>
            <a:prstGeom prst="straightConnector1">
              <a:avLst/>
            </a:prstGeom>
            <a:noFill/>
            <a:ln w="28575" cap="flat" cmpd="sng" algn="ctr">
              <a:solidFill>
                <a:srgbClr val="002060"/>
              </a:solidFill>
              <a:prstDash val="solid"/>
              <a:tailEnd type="triangle"/>
            </a:ln>
            <a:effectLst/>
          </p:spPr>
        </p:cxnSp>
        <p:cxnSp>
          <p:nvCxnSpPr>
            <p:cNvPr id="107" name="Straight Arrow Connector 106">
              <a:extLst>
                <a:ext uri="{FF2B5EF4-FFF2-40B4-BE49-F238E27FC236}">
                  <a16:creationId xmlns:a16="http://schemas.microsoft.com/office/drawing/2014/main" id="{E88E8D49-A008-A5EA-C7D8-BAF06B15385A}"/>
                </a:ext>
              </a:extLst>
            </p:cNvPr>
            <p:cNvCxnSpPr>
              <a:cxnSpLocks/>
              <a:stCxn id="64" idx="4"/>
              <a:endCxn id="69" idx="1"/>
            </p:cNvCxnSpPr>
            <p:nvPr/>
          </p:nvCxnSpPr>
          <p:spPr>
            <a:xfrm>
              <a:off x="7140328" y="5613714"/>
              <a:ext cx="628650" cy="0"/>
            </a:xfrm>
            <a:prstGeom prst="straightConnector1">
              <a:avLst/>
            </a:prstGeom>
            <a:noFill/>
            <a:ln w="28575" cap="flat" cmpd="sng" algn="ctr">
              <a:solidFill>
                <a:srgbClr val="002060"/>
              </a:solidFill>
              <a:prstDash val="solid"/>
              <a:tailEnd type="triangle"/>
            </a:ln>
            <a:effectLst/>
          </p:spPr>
        </p:cxnSp>
        <p:sp>
          <p:nvSpPr>
            <p:cNvPr id="108" name="TextBox 107">
              <a:extLst>
                <a:ext uri="{FF2B5EF4-FFF2-40B4-BE49-F238E27FC236}">
                  <a16:creationId xmlns:a16="http://schemas.microsoft.com/office/drawing/2014/main" id="{9D9AEAEC-0D1A-47FC-0CD9-0AAADE587E52}"/>
                </a:ext>
              </a:extLst>
            </p:cNvPr>
            <p:cNvSpPr txBox="1"/>
            <p:nvPr/>
          </p:nvSpPr>
          <p:spPr>
            <a:xfrm>
              <a:off x="3656732" y="1376723"/>
              <a:ext cx="569525" cy="268266"/>
            </a:xfrm>
            <a:prstGeom prst="rect">
              <a:avLst/>
            </a:prstGeom>
            <a:noFill/>
          </p:spPr>
          <p:txBody>
            <a:bodyPr wrap="square" rtlCol="0">
              <a:spAutoFit/>
            </a:bodyPr>
            <a:lstStyle/>
            <a:p>
              <a:pPr>
                <a:lnSpc>
                  <a:spcPct val="90000"/>
                </a:lnSpc>
              </a:pPr>
              <a:r>
                <a:rPr lang="en-US" sz="1050" dirty="0">
                  <a:solidFill>
                    <a:srgbClr val="002060"/>
                  </a:solidFill>
                  <a:latin typeface="Century Gothic"/>
                </a:rPr>
                <a:t>FTP </a:t>
              </a:r>
            </a:p>
          </p:txBody>
        </p:sp>
        <p:sp>
          <p:nvSpPr>
            <p:cNvPr id="109" name="TextBox 108">
              <a:extLst>
                <a:ext uri="{FF2B5EF4-FFF2-40B4-BE49-F238E27FC236}">
                  <a16:creationId xmlns:a16="http://schemas.microsoft.com/office/drawing/2014/main" id="{D228DC58-66CC-03E3-51B9-76051358F8F8}"/>
                </a:ext>
              </a:extLst>
            </p:cNvPr>
            <p:cNvSpPr txBox="1"/>
            <p:nvPr/>
          </p:nvSpPr>
          <p:spPr>
            <a:xfrm>
              <a:off x="3656732" y="3248532"/>
              <a:ext cx="569525" cy="268266"/>
            </a:xfrm>
            <a:prstGeom prst="rect">
              <a:avLst/>
            </a:prstGeom>
            <a:noFill/>
          </p:spPr>
          <p:txBody>
            <a:bodyPr wrap="square" rtlCol="0">
              <a:spAutoFit/>
            </a:bodyPr>
            <a:lstStyle/>
            <a:p>
              <a:pPr>
                <a:lnSpc>
                  <a:spcPct val="90000"/>
                </a:lnSpc>
              </a:pPr>
              <a:r>
                <a:rPr lang="en-US" sz="1050" dirty="0">
                  <a:solidFill>
                    <a:srgbClr val="002060"/>
                  </a:solidFill>
                  <a:latin typeface="Century Gothic"/>
                </a:rPr>
                <a:t>FTP </a:t>
              </a:r>
            </a:p>
          </p:txBody>
        </p:sp>
        <p:sp>
          <p:nvSpPr>
            <p:cNvPr id="110" name="TextBox 109">
              <a:extLst>
                <a:ext uri="{FF2B5EF4-FFF2-40B4-BE49-F238E27FC236}">
                  <a16:creationId xmlns:a16="http://schemas.microsoft.com/office/drawing/2014/main" id="{11A8EF13-6C24-2BAD-DC5F-2F725683E8AF}"/>
                </a:ext>
              </a:extLst>
            </p:cNvPr>
            <p:cNvSpPr txBox="1"/>
            <p:nvPr/>
          </p:nvSpPr>
          <p:spPr>
            <a:xfrm>
              <a:off x="3656732" y="5352614"/>
              <a:ext cx="569525" cy="268266"/>
            </a:xfrm>
            <a:prstGeom prst="rect">
              <a:avLst/>
            </a:prstGeom>
            <a:noFill/>
          </p:spPr>
          <p:txBody>
            <a:bodyPr wrap="square" rtlCol="0">
              <a:spAutoFit/>
            </a:bodyPr>
            <a:lstStyle/>
            <a:p>
              <a:pPr>
                <a:lnSpc>
                  <a:spcPct val="90000"/>
                </a:lnSpc>
              </a:pPr>
              <a:r>
                <a:rPr lang="en-US" sz="1050" dirty="0">
                  <a:solidFill>
                    <a:srgbClr val="002060"/>
                  </a:solidFill>
                  <a:latin typeface="Century Gothic"/>
                </a:rPr>
                <a:t>FTP </a:t>
              </a:r>
            </a:p>
          </p:txBody>
        </p:sp>
        <p:sp>
          <p:nvSpPr>
            <p:cNvPr id="111" name="TextBox 110">
              <a:extLst>
                <a:ext uri="{FF2B5EF4-FFF2-40B4-BE49-F238E27FC236}">
                  <a16:creationId xmlns:a16="http://schemas.microsoft.com/office/drawing/2014/main" id="{A6F3E837-E894-5B33-DC1D-CEE6FCF22F43}"/>
                </a:ext>
              </a:extLst>
            </p:cNvPr>
            <p:cNvSpPr txBox="1"/>
            <p:nvPr/>
          </p:nvSpPr>
          <p:spPr>
            <a:xfrm>
              <a:off x="7229015" y="3248532"/>
              <a:ext cx="569525" cy="268266"/>
            </a:xfrm>
            <a:prstGeom prst="rect">
              <a:avLst/>
            </a:prstGeom>
            <a:noFill/>
          </p:spPr>
          <p:txBody>
            <a:bodyPr wrap="square" rtlCol="0">
              <a:spAutoFit/>
            </a:bodyPr>
            <a:lstStyle/>
            <a:p>
              <a:pPr>
                <a:lnSpc>
                  <a:spcPct val="90000"/>
                </a:lnSpc>
              </a:pPr>
              <a:r>
                <a:rPr lang="en-US" sz="1050" dirty="0">
                  <a:solidFill>
                    <a:srgbClr val="002060"/>
                  </a:solidFill>
                  <a:latin typeface="Century Gothic"/>
                </a:rPr>
                <a:t>FTP </a:t>
              </a:r>
            </a:p>
          </p:txBody>
        </p:sp>
        <p:sp>
          <p:nvSpPr>
            <p:cNvPr id="112" name="TextBox 111">
              <a:extLst>
                <a:ext uri="{FF2B5EF4-FFF2-40B4-BE49-F238E27FC236}">
                  <a16:creationId xmlns:a16="http://schemas.microsoft.com/office/drawing/2014/main" id="{17C71C2A-FB37-30E0-E946-FD657F326225}"/>
                </a:ext>
              </a:extLst>
            </p:cNvPr>
            <p:cNvSpPr txBox="1"/>
            <p:nvPr/>
          </p:nvSpPr>
          <p:spPr>
            <a:xfrm>
              <a:off x="7229015" y="5352614"/>
              <a:ext cx="569525" cy="268266"/>
            </a:xfrm>
            <a:prstGeom prst="rect">
              <a:avLst/>
            </a:prstGeom>
            <a:noFill/>
          </p:spPr>
          <p:txBody>
            <a:bodyPr wrap="square" rtlCol="0">
              <a:spAutoFit/>
            </a:bodyPr>
            <a:lstStyle/>
            <a:p>
              <a:pPr>
                <a:lnSpc>
                  <a:spcPct val="90000"/>
                </a:lnSpc>
              </a:pPr>
              <a:r>
                <a:rPr lang="en-US" sz="1050" dirty="0">
                  <a:solidFill>
                    <a:srgbClr val="002060"/>
                  </a:solidFill>
                  <a:latin typeface="Century Gothic"/>
                </a:rPr>
                <a:t>FTP </a:t>
              </a:r>
            </a:p>
          </p:txBody>
        </p:sp>
        <p:sp>
          <p:nvSpPr>
            <p:cNvPr id="113" name="TextBox 112">
              <a:extLst>
                <a:ext uri="{FF2B5EF4-FFF2-40B4-BE49-F238E27FC236}">
                  <a16:creationId xmlns:a16="http://schemas.microsoft.com/office/drawing/2014/main" id="{1847BBB9-B9CF-7609-C0C0-C0A4C634ABCF}"/>
                </a:ext>
              </a:extLst>
            </p:cNvPr>
            <p:cNvSpPr txBox="1"/>
            <p:nvPr/>
          </p:nvSpPr>
          <p:spPr>
            <a:xfrm>
              <a:off x="5552745" y="2826412"/>
              <a:ext cx="833842" cy="268266"/>
            </a:xfrm>
            <a:prstGeom prst="rect">
              <a:avLst/>
            </a:prstGeom>
            <a:noFill/>
          </p:spPr>
          <p:txBody>
            <a:bodyPr wrap="square" rtlCol="0">
              <a:spAutoFit/>
            </a:bodyPr>
            <a:lstStyle/>
            <a:p>
              <a:pPr>
                <a:lnSpc>
                  <a:spcPct val="90000"/>
                </a:lnSpc>
              </a:pPr>
              <a:r>
                <a:rPr lang="en-US" sz="1050" dirty="0">
                  <a:solidFill>
                    <a:srgbClr val="C00000"/>
                  </a:solidFill>
                  <a:latin typeface="Century Gothic"/>
                </a:rPr>
                <a:t>PWC</a:t>
              </a:r>
            </a:p>
          </p:txBody>
        </p:sp>
        <p:sp>
          <p:nvSpPr>
            <p:cNvPr id="114" name="TextBox 113">
              <a:extLst>
                <a:ext uri="{FF2B5EF4-FFF2-40B4-BE49-F238E27FC236}">
                  <a16:creationId xmlns:a16="http://schemas.microsoft.com/office/drawing/2014/main" id="{38CB8240-3CD5-678E-5F86-4C7B11E4473B}"/>
                </a:ext>
              </a:extLst>
            </p:cNvPr>
            <p:cNvSpPr txBox="1"/>
            <p:nvPr/>
          </p:nvSpPr>
          <p:spPr>
            <a:xfrm>
              <a:off x="8884587" y="3243598"/>
              <a:ext cx="833842" cy="268266"/>
            </a:xfrm>
            <a:prstGeom prst="rect">
              <a:avLst/>
            </a:prstGeom>
            <a:noFill/>
          </p:spPr>
          <p:txBody>
            <a:bodyPr wrap="square" rtlCol="0">
              <a:spAutoFit/>
            </a:bodyPr>
            <a:lstStyle/>
            <a:p>
              <a:pPr>
                <a:lnSpc>
                  <a:spcPct val="90000"/>
                </a:lnSpc>
              </a:pPr>
              <a:r>
                <a:rPr lang="en-US" sz="1050" dirty="0">
                  <a:solidFill>
                    <a:srgbClr val="C00000"/>
                  </a:solidFill>
                  <a:latin typeface="Century Gothic"/>
                </a:rPr>
                <a:t>PWC</a:t>
              </a:r>
            </a:p>
          </p:txBody>
        </p:sp>
      </p:grpSp>
    </p:spTree>
    <p:extLst>
      <p:ext uri="{BB962C8B-B14F-4D97-AF65-F5344CB8AC3E}">
        <p14:creationId xmlns:p14="http://schemas.microsoft.com/office/powerpoint/2010/main" val="2610213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E60A8A4-4506-31DF-5A1F-6ACB6727B60C}"/>
              </a:ext>
            </a:extLst>
          </p:cNvPr>
          <p:cNvSpPr/>
          <p:nvPr/>
        </p:nvSpPr>
        <p:spPr>
          <a:xfrm>
            <a:off x="476835" y="996005"/>
            <a:ext cx="11219866" cy="5213597"/>
          </a:xfrm>
          <a:prstGeom prst="rect">
            <a:avLst/>
          </a:prstGeom>
        </p:spPr>
        <p:txBody>
          <a:bodyPr wrap="square">
            <a:noAutofit/>
          </a:bodyPr>
          <a:lstStyle/>
          <a:p>
            <a:pPr>
              <a:lnSpc>
                <a:spcPct val="107000"/>
              </a:lnSpc>
            </a:pPr>
            <a:r>
              <a:rPr lang="en-US" sz="1400" b="1" dirty="0">
                <a:ea typeface="Calibri" panose="020F0502020204030204" pitchFamily="34" charset="0"/>
                <a:cs typeface="Times New Roman" panose="02020603050405020304" pitchFamily="18" charset="0"/>
              </a:rPr>
              <a:t>List of new APIs</a:t>
            </a:r>
          </a:p>
          <a:p>
            <a:r>
              <a:rPr lang="en-US" sz="1400" i="1" dirty="0">
                <a:solidFill>
                  <a:schemeClr val="bg1">
                    <a:lumMod val="65000"/>
                  </a:schemeClr>
                </a:solidFill>
              </a:rPr>
              <a:t>List of APIs developed as part of this project/reused/including vendor APIs consumed</a:t>
            </a:r>
          </a:p>
          <a:p>
            <a:r>
              <a:rPr lang="en-US" sz="1400" i="1" dirty="0">
                <a:solidFill>
                  <a:schemeClr val="bg1">
                    <a:lumMod val="65000"/>
                  </a:schemeClr>
                </a:solidFill>
              </a:rPr>
              <a:t>* To be filled by API Governance Team</a:t>
            </a: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21</a:t>
            </a:fld>
            <a:endParaRPr lang="es-ES" dirty="0"/>
          </a:p>
        </p:txBody>
      </p:sp>
      <p:sp>
        <p:nvSpPr>
          <p:cNvPr id="5" name="Título 1">
            <a:extLst>
              <a:ext uri="{FF2B5EF4-FFF2-40B4-BE49-F238E27FC236}">
                <a16:creationId xmlns:a16="http://schemas.microsoft.com/office/drawing/2014/main" id="{AA86D2D4-A11D-1206-1FCD-F68DE7261215}"/>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sz="2700" dirty="0"/>
              <a:t>2.8 Integration – APIs</a:t>
            </a:r>
            <a:endParaRPr lang="en-US" dirty="0"/>
          </a:p>
        </p:txBody>
      </p:sp>
      <p:sp>
        <p:nvSpPr>
          <p:cNvPr id="3" name="Marcador de texto 5">
            <a:extLst>
              <a:ext uri="{FF2B5EF4-FFF2-40B4-BE49-F238E27FC236}">
                <a16:creationId xmlns:a16="http://schemas.microsoft.com/office/drawing/2014/main" id="{1907EC4C-90A0-81CE-7FFE-8CF013F82715}"/>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Technical Design</a:t>
            </a:r>
          </a:p>
        </p:txBody>
      </p:sp>
      <p:graphicFrame>
        <p:nvGraphicFramePr>
          <p:cNvPr id="6" name="Table 5">
            <a:extLst>
              <a:ext uri="{FF2B5EF4-FFF2-40B4-BE49-F238E27FC236}">
                <a16:creationId xmlns:a16="http://schemas.microsoft.com/office/drawing/2014/main" id="{7F98EEC1-0699-A19A-4997-154F25DCA71C}"/>
              </a:ext>
            </a:extLst>
          </p:cNvPr>
          <p:cNvGraphicFramePr>
            <a:graphicFrameLocks noGrp="1"/>
          </p:cNvGraphicFramePr>
          <p:nvPr/>
        </p:nvGraphicFramePr>
        <p:xfrm>
          <a:off x="624113" y="1850013"/>
          <a:ext cx="10849931" cy="1497789"/>
        </p:xfrm>
        <a:graphic>
          <a:graphicData uri="http://schemas.openxmlformats.org/drawingml/2006/table">
            <a:tbl>
              <a:tblPr firstRow="1" bandRow="1">
                <a:tableStyleId>{6E25E649-3F16-4E02-A733-19D2CDBF48F0}</a:tableStyleId>
              </a:tblPr>
              <a:tblGrid>
                <a:gridCol w="728359">
                  <a:extLst>
                    <a:ext uri="{9D8B030D-6E8A-4147-A177-3AD203B41FA5}">
                      <a16:colId xmlns:a16="http://schemas.microsoft.com/office/drawing/2014/main" val="20000"/>
                    </a:ext>
                  </a:extLst>
                </a:gridCol>
                <a:gridCol w="944100">
                  <a:extLst>
                    <a:ext uri="{9D8B030D-6E8A-4147-A177-3AD203B41FA5}">
                      <a16:colId xmlns:a16="http://schemas.microsoft.com/office/drawing/2014/main" val="20001"/>
                    </a:ext>
                  </a:extLst>
                </a:gridCol>
                <a:gridCol w="1248177">
                  <a:extLst>
                    <a:ext uri="{9D8B030D-6E8A-4147-A177-3AD203B41FA5}">
                      <a16:colId xmlns:a16="http://schemas.microsoft.com/office/drawing/2014/main" val="20002"/>
                    </a:ext>
                  </a:extLst>
                </a:gridCol>
                <a:gridCol w="1640842">
                  <a:extLst>
                    <a:ext uri="{9D8B030D-6E8A-4147-A177-3AD203B41FA5}">
                      <a16:colId xmlns:a16="http://schemas.microsoft.com/office/drawing/2014/main" val="20003"/>
                    </a:ext>
                  </a:extLst>
                </a:gridCol>
                <a:gridCol w="632709">
                  <a:extLst>
                    <a:ext uri="{9D8B030D-6E8A-4147-A177-3AD203B41FA5}">
                      <a16:colId xmlns:a16="http://schemas.microsoft.com/office/drawing/2014/main" val="20004"/>
                    </a:ext>
                  </a:extLst>
                </a:gridCol>
                <a:gridCol w="726711">
                  <a:extLst>
                    <a:ext uri="{9D8B030D-6E8A-4147-A177-3AD203B41FA5}">
                      <a16:colId xmlns:a16="http://schemas.microsoft.com/office/drawing/2014/main" val="20005"/>
                    </a:ext>
                  </a:extLst>
                </a:gridCol>
                <a:gridCol w="1251593">
                  <a:extLst>
                    <a:ext uri="{9D8B030D-6E8A-4147-A177-3AD203B41FA5}">
                      <a16:colId xmlns:a16="http://schemas.microsoft.com/office/drawing/2014/main" val="20006"/>
                    </a:ext>
                  </a:extLst>
                </a:gridCol>
                <a:gridCol w="2424890">
                  <a:extLst>
                    <a:ext uri="{9D8B030D-6E8A-4147-A177-3AD203B41FA5}">
                      <a16:colId xmlns:a16="http://schemas.microsoft.com/office/drawing/2014/main" val="20007"/>
                    </a:ext>
                  </a:extLst>
                </a:gridCol>
                <a:gridCol w="1252550">
                  <a:extLst>
                    <a:ext uri="{9D8B030D-6E8A-4147-A177-3AD203B41FA5}">
                      <a16:colId xmlns:a16="http://schemas.microsoft.com/office/drawing/2014/main" val="20008"/>
                    </a:ext>
                  </a:extLst>
                </a:gridCol>
              </a:tblGrid>
              <a:tr h="400146">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100" dirty="0">
                          <a:effectLst/>
                        </a:rPr>
                        <a:t>API</a:t>
                      </a:r>
                      <a:r>
                        <a:rPr lang="en-US" sz="1100" baseline="0" dirty="0">
                          <a:effectLst/>
                        </a:rPr>
                        <a:t> Id</a:t>
                      </a:r>
                      <a:endParaRPr lang="en-US" sz="11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r>
                        <a:rPr lang="en-US" sz="1100" dirty="0">
                          <a:effectLst/>
                        </a:rPr>
                        <a:t>Mega </a:t>
                      </a:r>
                    </a:p>
                    <a:p>
                      <a:pPr marL="0" marR="0" algn="ctr">
                        <a:spcBef>
                          <a:spcPts val="0"/>
                        </a:spcBef>
                        <a:spcAft>
                          <a:spcPts val="0"/>
                        </a:spcAft>
                      </a:pPr>
                      <a:r>
                        <a:rPr lang="en-US" sz="1100" dirty="0">
                          <a:effectLst/>
                        </a:rPr>
                        <a:t>Service Id</a:t>
                      </a:r>
                      <a:endParaRPr lang="en-US" sz="11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r>
                        <a:rPr lang="en-US" sz="1100" dirty="0">
                          <a:effectLst/>
                          <a:latin typeface="+mn-lt"/>
                          <a:ea typeface="+mn-ea"/>
                          <a:cs typeface="+mn-cs"/>
                        </a:rPr>
                        <a:t>Service</a:t>
                      </a:r>
                      <a:r>
                        <a:rPr lang="en-US" sz="1100" baseline="0" dirty="0">
                          <a:effectLst/>
                          <a:latin typeface="+mn-lt"/>
                          <a:ea typeface="+mn-ea"/>
                          <a:cs typeface="+mn-cs"/>
                        </a:rPr>
                        <a:t> Domain</a:t>
                      </a:r>
                    </a:p>
                    <a:p>
                      <a:pPr marL="0" marR="0" algn="ctr">
                        <a:spcBef>
                          <a:spcPts val="0"/>
                        </a:spcBef>
                        <a:spcAft>
                          <a:spcPts val="0"/>
                        </a:spcAft>
                      </a:pPr>
                      <a:r>
                        <a:rPr lang="en-US" sz="1100" baseline="0" dirty="0">
                          <a:effectLst/>
                          <a:latin typeface="+mn-lt"/>
                          <a:ea typeface="+mn-ea"/>
                          <a:cs typeface="+mn-cs"/>
                        </a:rPr>
                        <a:t>(BIAN)*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1100" dirty="0">
                        <a:effectLst/>
                        <a:latin typeface="+mn-lt"/>
                        <a:ea typeface="+mn-ea"/>
                        <a:cs typeface="+mn-cs"/>
                      </a:endParaRPr>
                    </a:p>
                    <a:p>
                      <a:pPr marL="0" marR="0" algn="ctr">
                        <a:spcBef>
                          <a:spcPts val="0"/>
                        </a:spcBef>
                        <a:spcAft>
                          <a:spcPts val="0"/>
                        </a:spcAft>
                      </a:pPr>
                      <a:r>
                        <a:rPr lang="en-US" sz="1100" dirty="0">
                          <a:effectLst/>
                          <a:latin typeface="+mn-lt"/>
                          <a:ea typeface="+mn-ea"/>
                          <a:cs typeface="+mn-cs"/>
                        </a:rPr>
                        <a:t>Service Operation</a:t>
                      </a:r>
                      <a:endParaRPr lang="en-US" sz="1100" baseline="0" dirty="0">
                        <a:effectLst/>
                        <a:latin typeface="+mn-lt"/>
                        <a:ea typeface="+mn-ea"/>
                        <a:cs typeface="+mn-cs"/>
                      </a:endParaRPr>
                    </a:p>
                    <a:p>
                      <a:pPr marL="0" marR="0" algn="ctr">
                        <a:spcBef>
                          <a:spcPts val="0"/>
                        </a:spcBef>
                        <a:spcAft>
                          <a:spcPts val="0"/>
                        </a:spcAft>
                      </a:pPr>
                      <a:r>
                        <a:rPr lang="en-US" sz="1100" baseline="0" dirty="0">
                          <a:effectLst/>
                          <a:latin typeface="+mn-lt"/>
                          <a:ea typeface="+mn-ea"/>
                          <a:cs typeface="+mn-cs"/>
                        </a:rPr>
                        <a:t>(BIAN)*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r>
                        <a:rPr lang="en-US" sz="1100" dirty="0">
                          <a:effectLst/>
                        </a:rPr>
                        <a:t>Layer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r>
                        <a:rPr lang="en-US" sz="1100" dirty="0">
                          <a:effectLst/>
                        </a:rPr>
                        <a:t>Version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r>
                        <a:rPr lang="en-US" sz="1100" dirty="0">
                          <a:effectLst/>
                        </a:rPr>
                        <a:t># of Operations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r>
                        <a:rPr lang="en-US" sz="1100" dirty="0">
                          <a:effectLst/>
                        </a:rPr>
                        <a:t>Description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r>
                        <a:rPr lang="en-US" sz="1100" dirty="0">
                          <a:effectLst/>
                        </a:rPr>
                        <a:t>Owner</a:t>
                      </a:r>
                    </a:p>
                    <a:p>
                      <a:pPr marL="0" marR="0" algn="ctr">
                        <a:spcBef>
                          <a:spcPts val="0"/>
                        </a:spcBef>
                        <a:spcAft>
                          <a:spcPts val="0"/>
                        </a:spcAft>
                      </a:pPr>
                      <a:r>
                        <a:rPr lang="en-US" sz="1100" dirty="0">
                          <a:effectLst/>
                        </a:rPr>
                        <a:t>Application</a:t>
                      </a:r>
                      <a:endParaRPr lang="en-US" sz="11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0"/>
                  </a:ext>
                </a:extLst>
              </a:tr>
              <a:tr h="331623">
                <a:tc>
                  <a:txBody>
                    <a:bodyPr/>
                    <a:lstStyle/>
                    <a:p>
                      <a:pPr lvl="0" algn="ctr" fontAlgn="b"/>
                      <a:endParaRPr lang="en-US" sz="800" kern="1200" dirty="0">
                        <a:solidFill>
                          <a:schemeClr val="bg1">
                            <a:lumMod val="50000"/>
                          </a:schemeClr>
                        </a:solidFill>
                        <a:effectLst/>
                        <a:latin typeface="+mn-lt"/>
                        <a:ea typeface="+mn-ea"/>
                        <a:cs typeface="+mn-cs"/>
                      </a:endParaRPr>
                    </a:p>
                  </a:txBody>
                  <a:tcPr marL="0" marR="0" marT="0" marB="0" anchor="ctr">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solidFill>
                          <a:schemeClr val="bg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solidFill>
                          <a:schemeClr val="bg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solidFill>
                          <a:schemeClr val="bg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solidFill>
                          <a:schemeClr val="bg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solidFill>
                          <a:schemeClr val="bg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solidFill>
                          <a:schemeClr val="bg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0"/>
                        </a:spcBef>
                        <a:spcAft>
                          <a:spcPts val="0"/>
                        </a:spcAft>
                      </a:pPr>
                      <a:endParaRPr lang="en-US" sz="800" dirty="0">
                        <a:solidFill>
                          <a:schemeClr val="bg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solidFill>
                          <a:schemeClr val="bg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1"/>
                  </a:ext>
                </a:extLst>
              </a:tr>
              <a:tr h="331623">
                <a:tc>
                  <a:txBody>
                    <a:bodyPr/>
                    <a:lstStyle/>
                    <a:p>
                      <a:pPr lvl="0" algn="ctr" fontAlgn="b"/>
                      <a:endParaRPr lang="en-US" sz="800" kern="1200" dirty="0">
                        <a:solidFill>
                          <a:schemeClr val="dk1"/>
                        </a:solidFill>
                        <a:effectLst/>
                        <a:latin typeface="+mn-lt"/>
                        <a:ea typeface="+mn-ea"/>
                        <a:cs typeface="+mn-cs"/>
                      </a:endParaRPr>
                    </a:p>
                  </a:txBody>
                  <a:tcPr marL="0" marR="0" marT="0" marB="0" anchor="ctr">
                    <a:lnR w="12700" cap="flat" cmpd="sng" algn="ctr">
                      <a:solidFill>
                        <a:schemeClr val="tx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US" sz="800" dirty="0">
                        <a:effectLst/>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0"/>
                        </a:spcBef>
                        <a:spcAft>
                          <a:spcPts val="0"/>
                        </a:spcAft>
                      </a:pP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US" sz="800" dirty="0">
                        <a:effectLst/>
                      </a:endParaRPr>
                    </a:p>
                  </a:txBody>
                  <a:tcPr marL="68580" marR="68580" marT="0" marB="0"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r h="331623">
                <a:tc>
                  <a:txBody>
                    <a:bodyPr/>
                    <a:lstStyle/>
                    <a:p>
                      <a:pPr lvl="0" algn="ctr" fontAlgn="b"/>
                      <a:endParaRPr lang="en-US" sz="800" u="none" strike="noStrike" dirty="0">
                        <a:effectLst/>
                      </a:endParaRPr>
                    </a:p>
                  </a:txBody>
                  <a:tcPr marL="0" marR="0" marT="0" marB="0" anchor="ctr">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0"/>
                        </a:spcBef>
                        <a:spcAft>
                          <a:spcPts val="0"/>
                        </a:spcAft>
                      </a:pP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US" sz="800" dirty="0">
                        <a:effectLst/>
                      </a:endParaRPr>
                    </a:p>
                  </a:txBody>
                  <a:tcPr marL="68580" marR="68580" marT="0" marB="0"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29967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83D21C-0903-BE04-7814-3DDC0C4628E7}"/>
              </a:ext>
            </a:extLst>
          </p:cNvPr>
          <p:cNvSpPr/>
          <p:nvPr/>
        </p:nvSpPr>
        <p:spPr>
          <a:xfrm>
            <a:off x="476835" y="996005"/>
            <a:ext cx="11219866" cy="5213597"/>
          </a:xfrm>
          <a:prstGeom prst="rect">
            <a:avLst/>
          </a:prstGeom>
        </p:spPr>
        <p:txBody>
          <a:bodyPr wrap="square">
            <a:noAutofit/>
          </a:bodyPr>
          <a:lstStyle/>
          <a:p>
            <a:pPr>
              <a:lnSpc>
                <a:spcPct val="107000"/>
              </a:lnSpc>
            </a:pPr>
            <a:r>
              <a:rPr lang="en-US" sz="1400" b="1" dirty="0">
                <a:ea typeface="Calibri" panose="020F0502020204030204" pitchFamily="34" charset="0"/>
                <a:cs typeface="Times New Roman" panose="02020603050405020304" pitchFamily="18" charset="0"/>
              </a:rPr>
              <a:t>New Application Only</a:t>
            </a: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22</a:t>
            </a:fld>
            <a:endParaRPr lang="es-ES" dirty="0"/>
          </a:p>
        </p:txBody>
      </p:sp>
      <p:graphicFrame>
        <p:nvGraphicFramePr>
          <p:cNvPr id="9" name="Table 8"/>
          <p:cNvGraphicFramePr>
            <a:graphicFrameLocks noGrp="1"/>
          </p:cNvGraphicFramePr>
          <p:nvPr>
            <p:extLst>
              <p:ext uri="{D42A27DB-BD31-4B8C-83A1-F6EECF244321}">
                <p14:modId xmlns:p14="http://schemas.microsoft.com/office/powerpoint/2010/main" val="3729875869"/>
              </p:ext>
            </p:extLst>
          </p:nvPr>
        </p:nvGraphicFramePr>
        <p:xfrm>
          <a:off x="522017" y="1463698"/>
          <a:ext cx="9507354" cy="1351533"/>
        </p:xfrm>
        <a:graphic>
          <a:graphicData uri="http://schemas.openxmlformats.org/drawingml/2006/table">
            <a:tbl>
              <a:tblPr firstRow="1" bandRow="1">
                <a:tableStyleId>{6E25E649-3F16-4E02-A733-19D2CDBF48F0}</a:tableStyleId>
              </a:tblPr>
              <a:tblGrid>
                <a:gridCol w="1158371">
                  <a:extLst>
                    <a:ext uri="{9D8B030D-6E8A-4147-A177-3AD203B41FA5}">
                      <a16:colId xmlns:a16="http://schemas.microsoft.com/office/drawing/2014/main" val="20000"/>
                    </a:ext>
                  </a:extLst>
                </a:gridCol>
                <a:gridCol w="1605590">
                  <a:extLst>
                    <a:ext uri="{9D8B030D-6E8A-4147-A177-3AD203B41FA5}">
                      <a16:colId xmlns:a16="http://schemas.microsoft.com/office/drawing/2014/main" val="20001"/>
                    </a:ext>
                  </a:extLst>
                </a:gridCol>
                <a:gridCol w="1742168">
                  <a:extLst>
                    <a:ext uri="{9D8B030D-6E8A-4147-A177-3AD203B41FA5}">
                      <a16:colId xmlns:a16="http://schemas.microsoft.com/office/drawing/2014/main" val="20002"/>
                    </a:ext>
                  </a:extLst>
                </a:gridCol>
                <a:gridCol w="1606999">
                  <a:extLst>
                    <a:ext uri="{9D8B030D-6E8A-4147-A177-3AD203B41FA5}">
                      <a16:colId xmlns:a16="http://schemas.microsoft.com/office/drawing/2014/main" val="20003"/>
                    </a:ext>
                  </a:extLst>
                </a:gridCol>
                <a:gridCol w="1697113">
                  <a:extLst>
                    <a:ext uri="{9D8B030D-6E8A-4147-A177-3AD203B41FA5}">
                      <a16:colId xmlns:a16="http://schemas.microsoft.com/office/drawing/2014/main" val="3769011815"/>
                    </a:ext>
                  </a:extLst>
                </a:gridCol>
                <a:gridCol w="1697113">
                  <a:extLst>
                    <a:ext uri="{9D8B030D-6E8A-4147-A177-3AD203B41FA5}">
                      <a16:colId xmlns:a16="http://schemas.microsoft.com/office/drawing/2014/main" val="20004"/>
                    </a:ext>
                  </a:extLst>
                </a:gridCol>
              </a:tblGrid>
              <a:tr h="303039">
                <a:tc gridSpan="6">
                  <a:txBody>
                    <a:bodyPr/>
                    <a:lstStyle/>
                    <a:p>
                      <a:pPr algn="ctr"/>
                      <a:r>
                        <a:rPr lang="en-US" sz="1100" dirty="0"/>
                        <a:t>COMPLIANCE</a:t>
                      </a:r>
                      <a:r>
                        <a:rPr lang="en-US" sz="1100" baseline="0" dirty="0"/>
                        <a:t> INFORMATION</a:t>
                      </a:r>
                      <a:endParaRPr lang="en-US" sz="1100" dirty="0"/>
                    </a:p>
                  </a:txBody>
                  <a:tcPr marL="68580" marR="68580" marT="34290" marB="34290"/>
                </a:tc>
                <a:tc hMerge="1">
                  <a:txBody>
                    <a:bodyPr/>
                    <a:lstStyle/>
                    <a:p>
                      <a:pPr algn="ct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hMerge="1">
                  <a:txBody>
                    <a:bodyPr/>
                    <a:lstStyle/>
                    <a:p>
                      <a:pPr algn="ctr"/>
                      <a:endParaRPr lang="en-US" sz="1400" dirty="0"/>
                    </a:p>
                  </a:txBody>
                  <a:tcPr>
                    <a:lnR w="12700" cap="flat" cmpd="sng" algn="ctr">
                      <a:solidFill>
                        <a:schemeClr val="tx1"/>
                      </a:solidFill>
                      <a:prstDash val="solid"/>
                      <a:round/>
                      <a:headEnd type="none" w="med" len="med"/>
                      <a:tailEnd type="none" w="med" len="med"/>
                    </a:lnR>
                  </a:tcPr>
                </a:tc>
                <a:tc hMerge="1">
                  <a:txBody>
                    <a:bodyPr/>
                    <a:lstStyle/>
                    <a:p>
                      <a:endParaRPr lang="en-US"/>
                    </a:p>
                  </a:txBody>
                  <a:tcPr/>
                </a:tc>
                <a:tc hMerge="1">
                  <a:txBody>
                    <a:bodyPr/>
                    <a:lstStyle/>
                    <a:p>
                      <a:pPr algn="ct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0"/>
                  </a:ext>
                </a:extLst>
              </a:tr>
              <a:tr h="303039">
                <a:tc>
                  <a:txBody>
                    <a:bodyPr/>
                    <a:lstStyle/>
                    <a:p>
                      <a:pPr algn="ctr"/>
                      <a:r>
                        <a:rPr lang="en-US" sz="1100" b="1" baseline="0" dirty="0"/>
                        <a:t>MEGA Id</a:t>
                      </a:r>
                      <a:endParaRPr lang="en-US" sz="1100" b="1" dirty="0"/>
                    </a:p>
                  </a:txBody>
                  <a:tcPr marL="68580" marR="68580" marT="34290" marB="34290">
                    <a:lnR w="12700" cap="flat" cmpd="sng" algn="ctr">
                      <a:solidFill>
                        <a:schemeClr val="tx1"/>
                      </a:solidFill>
                      <a:prstDash val="solid"/>
                      <a:round/>
                      <a:headEnd type="none" w="med" len="med"/>
                      <a:tailEnd type="none" w="med" len="med"/>
                    </a:lnR>
                  </a:tcPr>
                </a:tc>
                <a:tc>
                  <a:txBody>
                    <a:bodyPr/>
                    <a:lstStyle/>
                    <a:p>
                      <a:pPr algn="ctr"/>
                      <a:r>
                        <a:rPr lang="en-US" sz="1100" b="1" dirty="0"/>
                        <a:t>Name</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dirty="0"/>
                        <a:t>SOX</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100" b="1" dirty="0"/>
                        <a:t>GLBA</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100" b="1" dirty="0"/>
                        <a:t>IRA Rating</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1100" b="1"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1"/>
                  </a:ext>
                </a:extLst>
              </a:tr>
              <a:tr h="303039">
                <a:tc>
                  <a:txBody>
                    <a:bodyPr/>
                    <a:lstStyle/>
                    <a:p>
                      <a:pPr algn="ctr"/>
                      <a:endParaRPr lang="en-US" sz="800" i="1" dirty="0">
                        <a:solidFill>
                          <a:schemeClr val="bg1">
                            <a:lumMod val="50000"/>
                          </a:schemeClr>
                        </a:solidFill>
                      </a:endParaRPr>
                    </a:p>
                  </a:txBody>
                  <a:tcPr marL="68580" marR="68580" marT="34290" marB="34290">
                    <a:lnR w="12700" cap="flat" cmpd="sng" algn="ctr">
                      <a:solidFill>
                        <a:schemeClr val="tx1"/>
                      </a:solidFill>
                      <a:prstDash val="solid"/>
                      <a:round/>
                      <a:headEnd type="none" w="med" len="med"/>
                      <a:tailEnd type="none" w="med" len="med"/>
                    </a:lnR>
                  </a:tcPr>
                </a:tc>
                <a:tc>
                  <a:txBody>
                    <a:bodyPr/>
                    <a:lstStyle/>
                    <a:p>
                      <a:pPr algn="ctr"/>
                      <a:endParaRPr lang="en-US" sz="800" i="1"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i="1"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800" i="1"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10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10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r h="234002">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t"/>
                      <a:endParaRPr lang="en-US" sz="800" b="0" i="0" u="none" strike="noStrike" dirty="0">
                        <a:solidFill>
                          <a:srgbClr val="00B050"/>
                        </a:solidFill>
                        <a:effectLst/>
                        <a:latin typeface="+mn-lt"/>
                      </a:endParaRPr>
                    </a:p>
                  </a:txBody>
                  <a:tcPr marL="7144" marR="7144" marT="7144" marB="0">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3"/>
                  </a:ext>
                </a:extLst>
              </a:tr>
              <a:tr h="208414">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t"/>
                      <a:endParaRPr lang="en-US" sz="800" b="0" i="0" u="none" strike="noStrike" dirty="0">
                        <a:solidFill>
                          <a:srgbClr val="00B050"/>
                        </a:solidFill>
                        <a:effectLst/>
                        <a:latin typeface="+mn-lt"/>
                      </a:endParaRPr>
                    </a:p>
                  </a:txBody>
                  <a:tcPr marL="7144" marR="7144" marT="7144" marB="0">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4"/>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1841557449"/>
              </p:ext>
            </p:extLst>
          </p:nvPr>
        </p:nvGraphicFramePr>
        <p:xfrm>
          <a:off x="498491" y="3155319"/>
          <a:ext cx="9530879" cy="1594406"/>
        </p:xfrm>
        <a:graphic>
          <a:graphicData uri="http://schemas.openxmlformats.org/drawingml/2006/table">
            <a:tbl>
              <a:tblPr firstRow="1" bandRow="1">
                <a:tableStyleId>{6E25E649-3F16-4E02-A733-19D2CDBF48F0}</a:tableStyleId>
              </a:tblPr>
              <a:tblGrid>
                <a:gridCol w="1161239">
                  <a:extLst>
                    <a:ext uri="{9D8B030D-6E8A-4147-A177-3AD203B41FA5}">
                      <a16:colId xmlns:a16="http://schemas.microsoft.com/office/drawing/2014/main" val="20000"/>
                    </a:ext>
                  </a:extLst>
                </a:gridCol>
                <a:gridCol w="1609562">
                  <a:extLst>
                    <a:ext uri="{9D8B030D-6E8A-4147-A177-3AD203B41FA5}">
                      <a16:colId xmlns:a16="http://schemas.microsoft.com/office/drawing/2014/main" val="20001"/>
                    </a:ext>
                  </a:extLst>
                </a:gridCol>
                <a:gridCol w="1746478">
                  <a:extLst>
                    <a:ext uri="{9D8B030D-6E8A-4147-A177-3AD203B41FA5}">
                      <a16:colId xmlns:a16="http://schemas.microsoft.com/office/drawing/2014/main" val="20002"/>
                    </a:ext>
                  </a:extLst>
                </a:gridCol>
                <a:gridCol w="1610976">
                  <a:extLst>
                    <a:ext uri="{9D8B030D-6E8A-4147-A177-3AD203B41FA5}">
                      <a16:colId xmlns:a16="http://schemas.microsoft.com/office/drawing/2014/main" val="20003"/>
                    </a:ext>
                  </a:extLst>
                </a:gridCol>
                <a:gridCol w="1701312">
                  <a:extLst>
                    <a:ext uri="{9D8B030D-6E8A-4147-A177-3AD203B41FA5}">
                      <a16:colId xmlns:a16="http://schemas.microsoft.com/office/drawing/2014/main" val="20004"/>
                    </a:ext>
                  </a:extLst>
                </a:gridCol>
                <a:gridCol w="1701312">
                  <a:extLst>
                    <a:ext uri="{9D8B030D-6E8A-4147-A177-3AD203B41FA5}">
                      <a16:colId xmlns:a16="http://schemas.microsoft.com/office/drawing/2014/main" val="20005"/>
                    </a:ext>
                  </a:extLst>
                </a:gridCol>
              </a:tblGrid>
              <a:tr h="303039">
                <a:tc gridSpan="5">
                  <a:txBody>
                    <a:bodyPr/>
                    <a:lstStyle/>
                    <a:p>
                      <a:pPr algn="ctr"/>
                      <a:r>
                        <a:rPr lang="en-US" sz="1100" dirty="0"/>
                        <a:t>                                                 DATA</a:t>
                      </a:r>
                      <a:r>
                        <a:rPr lang="en-US" sz="1100" baseline="0" dirty="0"/>
                        <a:t> INFORMATION</a:t>
                      </a:r>
                      <a:endParaRPr lang="en-US" sz="1100" dirty="0"/>
                    </a:p>
                  </a:txBody>
                  <a:tcPr marL="68580" marR="68580" marT="34290" marB="34290"/>
                </a:tc>
                <a:tc hMerge="1">
                  <a:txBody>
                    <a:bodyPr/>
                    <a:lstStyle/>
                    <a:p>
                      <a:pPr algn="ct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hMerge="1">
                  <a:txBody>
                    <a:bodyPr/>
                    <a:lstStyle/>
                    <a:p>
                      <a:pPr algn="ct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hMerge="1">
                  <a:txBody>
                    <a:bodyPr/>
                    <a:lstStyle/>
                    <a:p>
                      <a:pPr algn="ct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1100" dirty="0"/>
                    </a:p>
                  </a:txBody>
                  <a:tcPr marL="68580" marR="68580" marT="34290" marB="34290"/>
                </a:tc>
                <a:extLst>
                  <a:ext uri="{0D108BD9-81ED-4DB2-BD59-A6C34878D82A}">
                    <a16:rowId xmlns:a16="http://schemas.microsoft.com/office/drawing/2014/main" val="10000"/>
                  </a:ext>
                </a:extLst>
              </a:tr>
              <a:tr h="344531">
                <a:tc>
                  <a:txBody>
                    <a:bodyPr/>
                    <a:lstStyle/>
                    <a:p>
                      <a:pPr algn="ctr"/>
                      <a:r>
                        <a:rPr lang="en-US" sz="1100" b="1" baseline="0" dirty="0"/>
                        <a:t>MEGA Id</a:t>
                      </a:r>
                      <a:endParaRPr lang="en-US" sz="1100" b="1" dirty="0"/>
                    </a:p>
                  </a:txBody>
                  <a:tcPr marL="68580" marR="68580" marT="34290" marB="34290">
                    <a:lnR w="12700" cap="flat" cmpd="sng" algn="ctr">
                      <a:solidFill>
                        <a:schemeClr val="tx1"/>
                      </a:solidFill>
                      <a:prstDash val="solid"/>
                      <a:round/>
                      <a:headEnd type="none" w="med" len="med"/>
                      <a:tailEnd type="none" w="med" len="med"/>
                    </a:lnR>
                  </a:tcPr>
                </a:tc>
                <a:tc>
                  <a:txBody>
                    <a:bodyPr/>
                    <a:lstStyle/>
                    <a:p>
                      <a:pPr algn="ctr"/>
                      <a:r>
                        <a:rPr lang="en-US" sz="1100" b="1" dirty="0"/>
                        <a:t>Name</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dirty="0"/>
                        <a:t>Data Classification</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100" b="1" dirty="0"/>
                        <a:t>NPPI</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100" b="1" dirty="0"/>
                        <a:t>Data Migration</a:t>
                      </a:r>
                      <a:r>
                        <a:rPr lang="en-US" sz="1100" b="1" baseline="0" dirty="0"/>
                        <a:t> Required</a:t>
                      </a:r>
                    </a:p>
                    <a:p>
                      <a:pPr algn="ctr"/>
                      <a:r>
                        <a:rPr lang="en-US" sz="1100" b="1" baseline="0" dirty="0"/>
                        <a:t>Explain Process</a:t>
                      </a:r>
                      <a:endParaRPr lang="en-US" sz="11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100" b="1" dirty="0"/>
                        <a:t>PRO Data</a:t>
                      </a:r>
                      <a:r>
                        <a:rPr lang="en-US" sz="1100" b="1" baseline="0" dirty="0"/>
                        <a:t> in Non-PRO Environment </a:t>
                      </a:r>
                      <a:endParaRPr lang="en-US" sz="1100" b="1" dirty="0"/>
                    </a:p>
                    <a:p>
                      <a:pPr algn="ctr"/>
                      <a:endParaRPr lang="en-US" sz="1100" b="1"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1"/>
                  </a:ext>
                </a:extLst>
              </a:tr>
              <a:tr h="303039">
                <a:tc>
                  <a:txBody>
                    <a:bodyPr/>
                    <a:lstStyle/>
                    <a:p>
                      <a:pPr algn="ctr"/>
                      <a:endParaRPr lang="en-US" sz="800" i="1" dirty="0">
                        <a:solidFill>
                          <a:schemeClr val="bg1">
                            <a:lumMod val="50000"/>
                          </a:schemeClr>
                        </a:solidFill>
                      </a:endParaRPr>
                    </a:p>
                  </a:txBody>
                  <a:tcPr marL="68580" marR="68580" marT="34290" marB="34290">
                    <a:lnR w="12700" cap="flat" cmpd="sng" algn="ctr">
                      <a:solidFill>
                        <a:schemeClr val="tx1"/>
                      </a:solidFill>
                      <a:prstDash val="solid"/>
                      <a:round/>
                      <a:headEnd type="none" w="med" len="med"/>
                      <a:tailEnd type="none" w="med" len="med"/>
                    </a:lnR>
                  </a:tcPr>
                </a:tc>
                <a:tc>
                  <a:txBody>
                    <a:bodyPr/>
                    <a:lstStyle/>
                    <a:p>
                      <a:pPr algn="ctr"/>
                      <a:endParaRPr lang="en-US" sz="800" i="1"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i="1"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800" i="1"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800" i="1"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800" i="1"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r h="208414">
                <a:tc>
                  <a:txBody>
                    <a:bodyPr/>
                    <a:lstStyle/>
                    <a:p>
                      <a:endParaRPr lang="en-US" sz="800" i="1" dirty="0">
                        <a:solidFill>
                          <a:srgbClr val="00B050"/>
                        </a:solidFill>
                      </a:endParaRPr>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i="1" dirty="0">
                        <a:solidFill>
                          <a:srgbClr val="00B050"/>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dirty="0">
                        <a:solidFill>
                          <a:srgbClr val="00B050"/>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800" i="1" dirty="0">
                        <a:solidFill>
                          <a:srgbClr val="00B050"/>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800" i="1" dirty="0">
                        <a:solidFill>
                          <a:srgbClr val="00B050"/>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800" i="1" dirty="0">
                        <a:solidFill>
                          <a:srgbClr val="00B050"/>
                        </a:solidFill>
                      </a:endParaRP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3"/>
                  </a:ext>
                </a:extLst>
              </a:tr>
              <a:tr h="208414">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t"/>
                      <a:endParaRPr lang="en-US" sz="800" b="0" i="0" u="none" strike="noStrike" dirty="0">
                        <a:solidFill>
                          <a:srgbClr val="00B050"/>
                        </a:solidFill>
                        <a:effectLst/>
                        <a:latin typeface="+mn-lt"/>
                      </a:endParaRPr>
                    </a:p>
                  </a:txBody>
                  <a:tcPr marL="7144" marR="7144" marT="7144" marB="0">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4"/>
                  </a:ext>
                </a:extLst>
              </a:tr>
            </a:tbl>
          </a:graphicData>
        </a:graphic>
      </p:graphicFrame>
      <p:sp>
        <p:nvSpPr>
          <p:cNvPr id="5" name="Título 1">
            <a:extLst>
              <a:ext uri="{FF2B5EF4-FFF2-40B4-BE49-F238E27FC236}">
                <a16:creationId xmlns:a16="http://schemas.microsoft.com/office/drawing/2014/main" id="{2D2343A0-973F-F20B-9B12-F743A90648C3}"/>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2.9 Applications</a:t>
            </a:r>
          </a:p>
        </p:txBody>
      </p:sp>
      <p:sp>
        <p:nvSpPr>
          <p:cNvPr id="3" name="Marcador de texto 5">
            <a:extLst>
              <a:ext uri="{FF2B5EF4-FFF2-40B4-BE49-F238E27FC236}">
                <a16:creationId xmlns:a16="http://schemas.microsoft.com/office/drawing/2014/main" id="{6FF78DBF-EC17-D6E1-03E7-9E6EE4B418F5}"/>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Technical Design</a:t>
            </a:r>
          </a:p>
        </p:txBody>
      </p:sp>
    </p:spTree>
    <p:extLst>
      <p:ext uri="{BB962C8B-B14F-4D97-AF65-F5344CB8AC3E}">
        <p14:creationId xmlns:p14="http://schemas.microsoft.com/office/powerpoint/2010/main" val="4289026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4B2E3C4-CAB4-56F5-EB24-B60301472A38}"/>
              </a:ext>
            </a:extLst>
          </p:cNvPr>
          <p:cNvSpPr/>
          <p:nvPr/>
        </p:nvSpPr>
        <p:spPr>
          <a:xfrm>
            <a:off x="476835" y="996005"/>
            <a:ext cx="11219866" cy="5213597"/>
          </a:xfrm>
          <a:prstGeom prst="rect">
            <a:avLst/>
          </a:prstGeom>
        </p:spPr>
        <p:txBody>
          <a:bodyPr wrap="square">
            <a:noAutofit/>
          </a:bodyPr>
          <a:lstStyle/>
          <a:p>
            <a:pPr>
              <a:lnSpc>
                <a:spcPct val="107000"/>
              </a:lnSpc>
            </a:pPr>
            <a:r>
              <a:rPr lang="en-US" sz="1400" b="1" dirty="0">
                <a:ea typeface="Calibri" panose="020F0502020204030204" pitchFamily="34" charset="0"/>
                <a:cs typeface="Times New Roman" panose="02020603050405020304" pitchFamily="18" charset="0"/>
              </a:rPr>
              <a:t>New Applications Hosting details – fill out the table for each new application </a:t>
            </a: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23</a:t>
            </a:fld>
            <a:endParaRPr lang="es-ES" dirty="0"/>
          </a:p>
        </p:txBody>
      </p:sp>
      <p:sp>
        <p:nvSpPr>
          <p:cNvPr id="5" name="Título 1">
            <a:extLst>
              <a:ext uri="{FF2B5EF4-FFF2-40B4-BE49-F238E27FC236}">
                <a16:creationId xmlns:a16="http://schemas.microsoft.com/office/drawing/2014/main" id="{2D2343A0-973F-F20B-9B12-F743A90648C3}"/>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2.9 Applications</a:t>
            </a:r>
          </a:p>
        </p:txBody>
      </p:sp>
      <p:graphicFrame>
        <p:nvGraphicFramePr>
          <p:cNvPr id="3" name="Table 2">
            <a:extLst>
              <a:ext uri="{FF2B5EF4-FFF2-40B4-BE49-F238E27FC236}">
                <a16:creationId xmlns:a16="http://schemas.microsoft.com/office/drawing/2014/main" id="{8A83A3E4-827B-12B5-C07A-F2EC19D0329A}"/>
              </a:ext>
            </a:extLst>
          </p:cNvPr>
          <p:cNvGraphicFramePr>
            <a:graphicFrameLocks noGrp="1"/>
          </p:cNvGraphicFramePr>
          <p:nvPr>
            <p:extLst>
              <p:ext uri="{D42A27DB-BD31-4B8C-83A1-F6EECF244321}">
                <p14:modId xmlns:p14="http://schemas.microsoft.com/office/powerpoint/2010/main" val="979362394"/>
              </p:ext>
            </p:extLst>
          </p:nvPr>
        </p:nvGraphicFramePr>
        <p:xfrm>
          <a:off x="630871" y="1327448"/>
          <a:ext cx="8199934" cy="2826812"/>
        </p:xfrm>
        <a:graphic>
          <a:graphicData uri="http://schemas.openxmlformats.org/drawingml/2006/table">
            <a:tbl>
              <a:tblPr firstRow="1" bandRow="1">
                <a:tableStyleId>{6E25E649-3F16-4E02-A733-19D2CDBF48F0}</a:tableStyleId>
              </a:tblPr>
              <a:tblGrid>
                <a:gridCol w="4271345">
                  <a:extLst>
                    <a:ext uri="{9D8B030D-6E8A-4147-A177-3AD203B41FA5}">
                      <a16:colId xmlns:a16="http://schemas.microsoft.com/office/drawing/2014/main" val="20000"/>
                    </a:ext>
                  </a:extLst>
                </a:gridCol>
                <a:gridCol w="3928589">
                  <a:extLst>
                    <a:ext uri="{9D8B030D-6E8A-4147-A177-3AD203B41FA5}">
                      <a16:colId xmlns:a16="http://schemas.microsoft.com/office/drawing/2014/main" val="20001"/>
                    </a:ext>
                  </a:extLst>
                </a:gridCol>
              </a:tblGrid>
              <a:tr h="205740">
                <a:tc gridSpan="2">
                  <a:txBody>
                    <a:bodyPr/>
                    <a:lstStyle/>
                    <a:p>
                      <a:pPr algn="ctr"/>
                      <a:r>
                        <a:rPr lang="en-US" sz="900" dirty="0"/>
                        <a:t>Application </a:t>
                      </a:r>
                      <a:r>
                        <a:rPr lang="en-US" sz="900" baseline="0" dirty="0"/>
                        <a:t>Identification</a:t>
                      </a:r>
                      <a:endParaRPr lang="en-US" sz="900" dirty="0"/>
                    </a:p>
                  </a:txBody>
                  <a:tcPr marL="68580" marR="68580" marT="34290" marB="34290"/>
                </a:tc>
                <a:tc hMerge="1">
                  <a:txBody>
                    <a:bodyPr/>
                    <a:lstStyle/>
                    <a:p>
                      <a:pPr algn="ctr"/>
                      <a:endParaRPr lang="en-US" dirty="0"/>
                    </a:p>
                  </a:txBody>
                  <a:tcPr/>
                </a:tc>
                <a:extLst>
                  <a:ext uri="{0D108BD9-81ED-4DB2-BD59-A6C34878D82A}">
                    <a16:rowId xmlns:a16="http://schemas.microsoft.com/office/drawing/2014/main" val="10000"/>
                  </a:ext>
                </a:extLst>
              </a:tr>
              <a:tr h="182880">
                <a:tc>
                  <a:txBody>
                    <a:bodyPr/>
                    <a:lstStyle/>
                    <a:p>
                      <a:r>
                        <a:rPr lang="en-US" sz="800" dirty="0"/>
                        <a:t>MEGA</a:t>
                      </a:r>
                      <a:r>
                        <a:rPr lang="en-US" sz="800" baseline="0" dirty="0"/>
                        <a:t> Id</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1"/>
                  </a:ext>
                </a:extLst>
              </a:tr>
              <a:tr h="182880">
                <a:tc>
                  <a:txBody>
                    <a:bodyPr/>
                    <a:lstStyle/>
                    <a:p>
                      <a:r>
                        <a:rPr lang="en-US" sz="800" dirty="0"/>
                        <a:t>Application Name</a:t>
                      </a:r>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r h="182880">
                <a:tc>
                  <a:txBody>
                    <a:bodyPr/>
                    <a:lstStyle/>
                    <a:p>
                      <a:r>
                        <a:rPr lang="en-US" sz="800" dirty="0"/>
                        <a:t>On</a:t>
                      </a:r>
                      <a:r>
                        <a:rPr lang="en-US" sz="800" baseline="0" dirty="0"/>
                        <a:t> Premises</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r>
                        <a:rPr lang="en-US" sz="800" dirty="0"/>
                        <a:t>Yes/No</a:t>
                      </a: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3"/>
                  </a:ext>
                </a:extLst>
              </a:tr>
              <a:tr h="182880">
                <a:tc>
                  <a:txBody>
                    <a:bodyPr/>
                    <a:lstStyle/>
                    <a:p>
                      <a:r>
                        <a:rPr lang="en-US" sz="800" dirty="0"/>
                        <a:t>Service</a:t>
                      </a:r>
                      <a:r>
                        <a:rPr lang="en-US" sz="800" baseline="0" dirty="0"/>
                        <a:t> Model</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r>
                        <a:rPr lang="en-US" sz="800" dirty="0"/>
                        <a:t>IaaS/SaaS/PaaS   /    IaaS affiliate/SaaS affiliate/PaaS affiliate</a:t>
                      </a: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4"/>
                  </a:ext>
                </a:extLst>
              </a:tr>
              <a:tr h="199141">
                <a:tc>
                  <a:txBody>
                    <a:bodyPr/>
                    <a:lstStyle/>
                    <a:p>
                      <a:r>
                        <a:rPr lang="en-US" sz="800" dirty="0"/>
                        <a:t>Application</a:t>
                      </a:r>
                      <a:r>
                        <a:rPr lang="en-US" sz="800" baseline="0" dirty="0"/>
                        <a:t> Provider</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5"/>
                  </a:ext>
                </a:extLst>
              </a:tr>
              <a:tr h="182880">
                <a:tc>
                  <a:txBody>
                    <a:bodyPr/>
                    <a:lstStyle/>
                    <a:p>
                      <a:r>
                        <a:rPr lang="en-US" sz="800" dirty="0"/>
                        <a:t>Hosting</a:t>
                      </a:r>
                      <a:r>
                        <a:rPr lang="en-US" sz="800" baseline="0" dirty="0"/>
                        <a:t> Entity</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6"/>
                  </a:ext>
                </a:extLst>
              </a:tr>
              <a:tr h="20451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800" dirty="0"/>
                        <a:t>Vendor</a:t>
                      </a:r>
                      <a:r>
                        <a:rPr lang="en-US" sz="800" baseline="0" dirty="0"/>
                        <a:t> Service ID (</a:t>
                      </a:r>
                      <a:r>
                        <a:rPr lang="en-US" sz="800" baseline="0" dirty="0" err="1"/>
                        <a:t>Hiperos</a:t>
                      </a:r>
                      <a:r>
                        <a:rPr lang="en-US" sz="800" baseline="0" dirty="0"/>
                        <a:t>)</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7"/>
                  </a:ext>
                </a:extLst>
              </a:tr>
              <a:tr h="20451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800" dirty="0"/>
                        <a:t>BIA RTO / BIA RPO </a:t>
                      </a:r>
                    </a:p>
                  </a:txBody>
                  <a:tcPr marL="68580" marR="68580" marT="34290" marB="34290">
                    <a:lnR w="12700" cap="flat" cmpd="sng" algn="ctr">
                      <a:solidFill>
                        <a:schemeClr val="tx1"/>
                      </a:solidFill>
                      <a:prstDash val="solid"/>
                      <a:round/>
                      <a:headEnd type="none" w="med" len="med"/>
                      <a:tailEnd type="none" w="med" len="med"/>
                    </a:lnR>
                  </a:tcPr>
                </a:tc>
                <a:tc>
                  <a:txBody>
                    <a:bodyPr/>
                    <a:lstStyle/>
                    <a:p>
                      <a:r>
                        <a:rPr lang="en-US" sz="800" i="1" dirty="0">
                          <a:solidFill>
                            <a:schemeClr val="bg1">
                              <a:lumMod val="50000"/>
                            </a:schemeClr>
                          </a:solidFill>
                        </a:rPr>
                        <a:t>This it the Business Requirement – it should be defined in Business Requirement Document (BRD)</a:t>
                      </a:r>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751534740"/>
                  </a:ext>
                </a:extLst>
              </a:tr>
              <a:tr h="18288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800" dirty="0"/>
                        <a:t>Licenses Ownership (Corporate - SHUSA-SBNA-SC-SIS-SBNY</a:t>
                      </a:r>
                      <a:r>
                        <a:rPr lang="en-US" sz="800" baseline="0" dirty="0"/>
                        <a:t>-BSI)</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8"/>
                  </a:ext>
                </a:extLst>
              </a:tr>
              <a:tr h="182880">
                <a:tc>
                  <a:txBody>
                    <a:bodyPr/>
                    <a:lstStyle/>
                    <a:p>
                      <a:r>
                        <a:rPr lang="en-US" sz="800" dirty="0"/>
                        <a:t>Hosting</a:t>
                      </a:r>
                      <a:r>
                        <a:rPr lang="en-US" sz="800" baseline="0" dirty="0"/>
                        <a:t> Service</a:t>
                      </a:r>
                      <a:r>
                        <a:rPr lang="en-US" sz="800" dirty="0"/>
                        <a:t> (4</a:t>
                      </a:r>
                      <a:r>
                        <a:rPr lang="en-US" sz="800" baseline="30000" dirty="0"/>
                        <a:t>th</a:t>
                      </a:r>
                      <a:r>
                        <a:rPr lang="en-US" sz="800" baseline="0" dirty="0"/>
                        <a:t> PARTY)</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9"/>
                  </a:ext>
                </a:extLst>
              </a:tr>
              <a:tr h="182880">
                <a:tc>
                  <a:txBody>
                    <a:bodyPr/>
                    <a:lstStyle/>
                    <a:p>
                      <a:r>
                        <a:rPr lang="en-US" sz="800" baseline="0" dirty="0"/>
                        <a:t>Data Location (Region and Zone)</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10"/>
                  </a:ext>
                </a:extLst>
              </a:tr>
              <a:tr h="182880">
                <a:tc>
                  <a:txBody>
                    <a:bodyPr/>
                    <a:lstStyle/>
                    <a:p>
                      <a:r>
                        <a:rPr lang="en-US" sz="800" dirty="0"/>
                        <a:t>DR Location (Region and Zone)</a:t>
                      </a:r>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160440939"/>
                  </a:ext>
                </a:extLst>
              </a:tr>
              <a:tr h="182880">
                <a:tc>
                  <a:txBody>
                    <a:bodyPr/>
                    <a:lstStyle/>
                    <a:p>
                      <a:r>
                        <a:rPr lang="en-US" sz="800" dirty="0"/>
                        <a:t>Application Resiliency checked by Engineering Team</a:t>
                      </a:r>
                    </a:p>
                  </a:txBody>
                  <a:tcPr marL="68580" marR="68580" marT="34290" marB="34290">
                    <a:lnR w="12700" cap="flat" cmpd="sng" algn="ctr">
                      <a:solidFill>
                        <a:schemeClr val="tx1"/>
                      </a:solidFill>
                      <a:prstDash val="solid"/>
                      <a:round/>
                      <a:headEnd type="none" w="med" len="med"/>
                      <a:tailEnd type="none" w="med" len="med"/>
                    </a:lnR>
                  </a:tcPr>
                </a:tc>
                <a:tc>
                  <a:txBody>
                    <a:bodyPr/>
                    <a:lstStyle/>
                    <a:p>
                      <a:r>
                        <a:rPr lang="en-US" sz="800" dirty="0"/>
                        <a:t>Application Level / Database Level</a:t>
                      </a: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814864225"/>
                  </a:ext>
                </a:extLst>
              </a:tr>
            </a:tbl>
          </a:graphicData>
        </a:graphic>
      </p:graphicFrame>
      <p:graphicFrame>
        <p:nvGraphicFramePr>
          <p:cNvPr id="4" name="Table 3">
            <a:extLst>
              <a:ext uri="{FF2B5EF4-FFF2-40B4-BE49-F238E27FC236}">
                <a16:creationId xmlns:a16="http://schemas.microsoft.com/office/drawing/2014/main" id="{15C54CB7-F562-790E-BEF9-0D5686CA07C3}"/>
              </a:ext>
            </a:extLst>
          </p:cNvPr>
          <p:cNvGraphicFramePr>
            <a:graphicFrameLocks noGrp="1"/>
          </p:cNvGraphicFramePr>
          <p:nvPr>
            <p:extLst>
              <p:ext uri="{D42A27DB-BD31-4B8C-83A1-F6EECF244321}">
                <p14:modId xmlns:p14="http://schemas.microsoft.com/office/powerpoint/2010/main" val="3677052031"/>
              </p:ext>
            </p:extLst>
          </p:nvPr>
        </p:nvGraphicFramePr>
        <p:xfrm>
          <a:off x="624950" y="4304468"/>
          <a:ext cx="8199934" cy="2110740"/>
        </p:xfrm>
        <a:graphic>
          <a:graphicData uri="http://schemas.openxmlformats.org/drawingml/2006/table">
            <a:tbl>
              <a:tblPr firstRow="1" bandRow="1">
                <a:tableStyleId>{6E25E649-3F16-4E02-A733-19D2CDBF48F0}</a:tableStyleId>
              </a:tblPr>
              <a:tblGrid>
                <a:gridCol w="4271345">
                  <a:extLst>
                    <a:ext uri="{9D8B030D-6E8A-4147-A177-3AD203B41FA5}">
                      <a16:colId xmlns:a16="http://schemas.microsoft.com/office/drawing/2014/main" val="20000"/>
                    </a:ext>
                  </a:extLst>
                </a:gridCol>
                <a:gridCol w="3928589">
                  <a:extLst>
                    <a:ext uri="{9D8B030D-6E8A-4147-A177-3AD203B41FA5}">
                      <a16:colId xmlns:a16="http://schemas.microsoft.com/office/drawing/2014/main" val="20001"/>
                    </a:ext>
                  </a:extLst>
                </a:gridCol>
              </a:tblGrid>
              <a:tr h="128810">
                <a:tc gridSpan="2">
                  <a:txBody>
                    <a:bodyPr/>
                    <a:lstStyle/>
                    <a:p>
                      <a:pPr algn="ctr"/>
                      <a:r>
                        <a:rPr lang="en-US" sz="900" dirty="0"/>
                        <a:t>Cloud</a:t>
                      </a:r>
                      <a:r>
                        <a:rPr lang="en-US" sz="900" baseline="0" dirty="0"/>
                        <a:t> Deployment Information</a:t>
                      </a:r>
                      <a:endParaRPr lang="en-US" sz="900" dirty="0"/>
                    </a:p>
                  </a:txBody>
                  <a:tcPr marL="68580" marR="68580" marT="34290" marB="34290"/>
                </a:tc>
                <a:tc hMerge="1">
                  <a:txBody>
                    <a:bodyPr/>
                    <a:lstStyle/>
                    <a:p>
                      <a:pPr algn="ctr"/>
                      <a:endParaRPr lang="en-US" dirty="0"/>
                    </a:p>
                  </a:txBody>
                  <a:tcPr/>
                </a:tc>
                <a:extLst>
                  <a:ext uri="{0D108BD9-81ED-4DB2-BD59-A6C34878D82A}">
                    <a16:rowId xmlns:a16="http://schemas.microsoft.com/office/drawing/2014/main" val="10000"/>
                  </a:ext>
                </a:extLst>
              </a:tr>
              <a:tr h="182880">
                <a:tc>
                  <a:txBody>
                    <a:bodyPr/>
                    <a:lstStyle/>
                    <a:p>
                      <a:r>
                        <a:rPr lang="en-US" sz="800" baseline="0" dirty="0"/>
                        <a:t>Cloud  Deployment</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r>
                        <a:rPr lang="en-US" sz="800" dirty="0"/>
                        <a:t>Yes/No</a:t>
                      </a: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1"/>
                  </a:ext>
                </a:extLst>
              </a:tr>
              <a:tr h="182880">
                <a:tc>
                  <a:txBody>
                    <a:bodyPr/>
                    <a:lstStyle/>
                    <a:p>
                      <a:r>
                        <a:rPr lang="en-US" sz="800" baseline="0" dirty="0"/>
                        <a:t>Cloud Deployment Model </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r h="182880">
                <a:tc>
                  <a:txBody>
                    <a:bodyPr/>
                    <a:lstStyle/>
                    <a:p>
                      <a:r>
                        <a:rPr lang="en-US" sz="800" dirty="0"/>
                        <a:t>Santander Cloud Landing Zone (Entity and Region)</a:t>
                      </a:r>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097264614"/>
                  </a:ext>
                </a:extLst>
              </a:tr>
              <a:tr h="18288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800" baseline="0" dirty="0"/>
                        <a:t>Cloud Provider</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158779611"/>
                  </a:ext>
                </a:extLst>
              </a:tr>
              <a:tr h="182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t>Tenancy Model</a:t>
                      </a:r>
                    </a:p>
                  </a:txBody>
                  <a:tcPr marL="68580" marR="68580" marT="34290" marB="34290">
                    <a:lnR w="12700" cap="flat" cmpd="sng" algn="ctr">
                      <a:solidFill>
                        <a:schemeClr val="tx1"/>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3"/>
                  </a:ext>
                </a:extLst>
              </a:tr>
              <a:tr h="182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t>Data</a:t>
                      </a:r>
                      <a:r>
                        <a:rPr lang="en-US" sz="800" baseline="0" dirty="0"/>
                        <a:t> at rest Encryption Method</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5"/>
                  </a:ext>
                </a:extLst>
              </a:tr>
              <a:tr h="182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t>Data</a:t>
                      </a:r>
                      <a:r>
                        <a:rPr lang="en-US" sz="800" baseline="0" dirty="0"/>
                        <a:t> in Transit Encryption Method </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6"/>
                  </a:ext>
                </a:extLst>
              </a:tr>
              <a:tr h="182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t>Key</a:t>
                      </a:r>
                      <a:r>
                        <a:rPr lang="en-US" sz="800" baseline="0" dirty="0"/>
                        <a:t> Management Method</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aseline="0" dirty="0"/>
                        <a:t>None-KMS-HSM</a:t>
                      </a:r>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7"/>
                  </a:ext>
                </a:extLst>
              </a:tr>
              <a:tr h="182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t>Santander</a:t>
                      </a:r>
                      <a:r>
                        <a:rPr lang="en-US" sz="800" baseline="0" dirty="0"/>
                        <a:t> Control Keys</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t>Yes/No</a:t>
                      </a: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8"/>
                  </a:ext>
                </a:extLst>
              </a:tr>
              <a:tr h="182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9"/>
                  </a:ext>
                </a:extLst>
              </a:tr>
            </a:tbl>
          </a:graphicData>
        </a:graphic>
      </p:graphicFrame>
      <p:sp>
        <p:nvSpPr>
          <p:cNvPr id="8" name="Marcador de texto 5">
            <a:extLst>
              <a:ext uri="{FF2B5EF4-FFF2-40B4-BE49-F238E27FC236}">
                <a16:creationId xmlns:a16="http://schemas.microsoft.com/office/drawing/2014/main" id="{9E286A39-BA15-9EF8-86E3-B94FBF5D3368}"/>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Technical Design</a:t>
            </a:r>
          </a:p>
        </p:txBody>
      </p:sp>
    </p:spTree>
    <p:extLst>
      <p:ext uri="{BB962C8B-B14F-4D97-AF65-F5344CB8AC3E}">
        <p14:creationId xmlns:p14="http://schemas.microsoft.com/office/powerpoint/2010/main" val="591589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8908685-91A8-BA29-E1C4-0148C047303A}"/>
              </a:ext>
            </a:extLst>
          </p:cNvPr>
          <p:cNvSpPr/>
          <p:nvPr/>
        </p:nvSpPr>
        <p:spPr>
          <a:xfrm>
            <a:off x="476835" y="996005"/>
            <a:ext cx="11219866" cy="5213597"/>
          </a:xfrm>
          <a:prstGeom prst="rect">
            <a:avLst/>
          </a:prstGeom>
        </p:spPr>
        <p:txBody>
          <a:bodyPr wrap="square">
            <a:noAutofit/>
          </a:bodyPr>
          <a:lstStyle/>
          <a:p>
            <a:pPr>
              <a:lnSpc>
                <a:spcPct val="107000"/>
              </a:lnSpc>
            </a:pPr>
            <a:r>
              <a:rPr lang="en-US" sz="1400" b="1" dirty="0">
                <a:ea typeface="Calibri" panose="020F0502020204030204" pitchFamily="34" charset="0"/>
                <a:cs typeface="Times New Roman" panose="02020603050405020304" pitchFamily="18" charset="0"/>
              </a:rPr>
              <a:t>New Applications Security Details – fill out the table for each new application </a:t>
            </a:r>
          </a:p>
          <a:p>
            <a:pPr>
              <a:lnSpc>
                <a:spcPct val="107000"/>
              </a:lnSpc>
            </a:pPr>
            <a:r>
              <a:rPr lang="en-US" sz="1400" i="1" dirty="0">
                <a:solidFill>
                  <a:schemeClr val="bg1">
                    <a:lumMod val="65000"/>
                  </a:schemeClr>
                </a:solidFill>
              </a:rPr>
              <a:t>Insert Information Security Assessment Report (ISAR) Approved in this page</a:t>
            </a: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r>
              <a:rPr lang="en-US" sz="1400" b="1" dirty="0">
                <a:ea typeface="Calibri" panose="020F0502020204030204" pitchFamily="34" charset="0"/>
                <a:cs typeface="Times New Roman" panose="02020603050405020304" pitchFamily="18" charset="0"/>
              </a:rPr>
              <a:t>User Management</a:t>
            </a:r>
          </a:p>
          <a:p>
            <a:pPr>
              <a:lnSpc>
                <a:spcPct val="107000"/>
              </a:lnSpc>
            </a:pPr>
            <a:r>
              <a:rPr lang="en-US" sz="1400" i="1" dirty="0">
                <a:solidFill>
                  <a:schemeClr val="bg1">
                    <a:lumMod val="50000"/>
                  </a:schemeClr>
                </a:solidFill>
              </a:rPr>
              <a:t>Provide information related to user management.</a:t>
            </a: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24</a:t>
            </a:fld>
            <a:endParaRPr lang="es-ES" dirty="0"/>
          </a:p>
        </p:txBody>
      </p:sp>
      <p:sp>
        <p:nvSpPr>
          <p:cNvPr id="5" name="Título 1">
            <a:extLst>
              <a:ext uri="{FF2B5EF4-FFF2-40B4-BE49-F238E27FC236}">
                <a16:creationId xmlns:a16="http://schemas.microsoft.com/office/drawing/2014/main" id="{2D2343A0-973F-F20B-9B12-F743A90648C3}"/>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2.10 User Management</a:t>
            </a:r>
          </a:p>
        </p:txBody>
      </p:sp>
      <p:graphicFrame>
        <p:nvGraphicFramePr>
          <p:cNvPr id="8" name="Table 7">
            <a:extLst>
              <a:ext uri="{FF2B5EF4-FFF2-40B4-BE49-F238E27FC236}">
                <a16:creationId xmlns:a16="http://schemas.microsoft.com/office/drawing/2014/main" id="{013014F6-EF0C-171E-2295-7FE68E7DA5CD}"/>
              </a:ext>
            </a:extLst>
          </p:cNvPr>
          <p:cNvGraphicFramePr>
            <a:graphicFrameLocks noGrp="1"/>
          </p:cNvGraphicFramePr>
          <p:nvPr>
            <p:extLst>
              <p:ext uri="{D42A27DB-BD31-4B8C-83A1-F6EECF244321}">
                <p14:modId xmlns:p14="http://schemas.microsoft.com/office/powerpoint/2010/main" val="135118427"/>
              </p:ext>
            </p:extLst>
          </p:nvPr>
        </p:nvGraphicFramePr>
        <p:xfrm>
          <a:off x="530911" y="1503593"/>
          <a:ext cx="8199934" cy="1150620"/>
        </p:xfrm>
        <a:graphic>
          <a:graphicData uri="http://schemas.openxmlformats.org/drawingml/2006/table">
            <a:tbl>
              <a:tblPr firstRow="1" bandRow="1">
                <a:tableStyleId>{6E25E649-3F16-4E02-A733-19D2CDBF48F0}</a:tableStyleId>
              </a:tblPr>
              <a:tblGrid>
                <a:gridCol w="4271345">
                  <a:extLst>
                    <a:ext uri="{9D8B030D-6E8A-4147-A177-3AD203B41FA5}">
                      <a16:colId xmlns:a16="http://schemas.microsoft.com/office/drawing/2014/main" val="20000"/>
                    </a:ext>
                  </a:extLst>
                </a:gridCol>
                <a:gridCol w="3928589">
                  <a:extLst>
                    <a:ext uri="{9D8B030D-6E8A-4147-A177-3AD203B41FA5}">
                      <a16:colId xmlns:a16="http://schemas.microsoft.com/office/drawing/2014/main" val="20001"/>
                    </a:ext>
                  </a:extLst>
                </a:gridCol>
              </a:tblGrid>
              <a:tr h="205740">
                <a:tc gridSpan="2">
                  <a:txBody>
                    <a:bodyPr/>
                    <a:lstStyle/>
                    <a:p>
                      <a:pPr algn="ctr"/>
                      <a:r>
                        <a:rPr lang="en-US" sz="1100" baseline="0" dirty="0"/>
                        <a:t>APPLICATION SECURITY</a:t>
                      </a:r>
                      <a:endParaRPr lang="en-US" sz="1100" dirty="0"/>
                    </a:p>
                  </a:txBody>
                  <a:tcPr marL="68580" marR="68580" marT="34290" marB="34290"/>
                </a:tc>
                <a:tc hMerge="1">
                  <a:txBody>
                    <a:bodyPr/>
                    <a:lstStyle/>
                    <a:p>
                      <a:pPr algn="ctr"/>
                      <a:endParaRPr lang="en-US" dirty="0"/>
                    </a:p>
                  </a:txBody>
                  <a:tcPr/>
                </a:tc>
                <a:extLst>
                  <a:ext uri="{0D108BD9-81ED-4DB2-BD59-A6C34878D82A}">
                    <a16:rowId xmlns:a16="http://schemas.microsoft.com/office/drawing/2014/main" val="10000"/>
                  </a:ext>
                </a:extLst>
              </a:tr>
              <a:tr h="182880">
                <a:tc>
                  <a:txBody>
                    <a:bodyPr/>
                    <a:lstStyle/>
                    <a:p>
                      <a:r>
                        <a:rPr lang="en-US" sz="1050" dirty="0"/>
                        <a:t>Types of Users</a:t>
                      </a:r>
                    </a:p>
                  </a:txBody>
                  <a:tcPr marL="68580" marR="68580" marT="34290" marB="34290">
                    <a:lnR w="12700" cap="flat" cmpd="sng" algn="ctr">
                      <a:solidFill>
                        <a:schemeClr val="tx1"/>
                      </a:solidFill>
                      <a:prstDash val="solid"/>
                      <a:round/>
                      <a:headEnd type="none" w="med" len="med"/>
                      <a:tailEnd type="none" w="med" len="med"/>
                    </a:lnR>
                  </a:tcPr>
                </a:tc>
                <a:tc>
                  <a:txBody>
                    <a:bodyPr/>
                    <a:lstStyle/>
                    <a:p>
                      <a:r>
                        <a:rPr lang="en-US" sz="1050" dirty="0"/>
                        <a:t>(Admins, Back Office, Service Account, External Customers)</a:t>
                      </a: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5"/>
                  </a:ext>
                </a:extLst>
              </a:tr>
              <a:tr h="182880">
                <a:tc>
                  <a:txBody>
                    <a:bodyPr/>
                    <a:lstStyle/>
                    <a:p>
                      <a:r>
                        <a:rPr lang="en-US" sz="1050" dirty="0"/>
                        <a:t>SAILPOINT</a:t>
                      </a:r>
                      <a:r>
                        <a:rPr lang="en-US" sz="1050" baseline="0" dirty="0"/>
                        <a:t> Integration</a:t>
                      </a:r>
                      <a:endParaRPr lang="en-US" sz="1050" dirty="0"/>
                    </a:p>
                  </a:txBody>
                  <a:tcPr marL="68580" marR="68580" marT="34290" marB="34290">
                    <a:lnR w="12700" cap="flat" cmpd="sng" algn="ctr">
                      <a:solidFill>
                        <a:schemeClr val="tx1"/>
                      </a:solidFill>
                      <a:prstDash val="solid"/>
                      <a:round/>
                      <a:headEnd type="none" w="med" len="med"/>
                      <a:tailEnd type="none" w="med" len="med"/>
                    </a:lnR>
                  </a:tcPr>
                </a:tc>
                <a:tc>
                  <a:txBody>
                    <a:bodyPr/>
                    <a:lstStyle/>
                    <a:p>
                      <a:r>
                        <a:rPr lang="en-US" sz="1050" dirty="0"/>
                        <a:t>Yes/No (Global / Local)</a:t>
                      </a: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10"/>
                  </a:ext>
                </a:extLst>
              </a:tr>
              <a:tr h="182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t>SIEM Integration</a:t>
                      </a:r>
                    </a:p>
                  </a:txBody>
                  <a:tcPr marL="68580" marR="68580" marT="34290" marB="34290">
                    <a:lnR w="12700" cap="flat" cmpd="sng" algn="ctr">
                      <a:solidFill>
                        <a:schemeClr val="tx1"/>
                      </a:solidFill>
                      <a:prstDash val="solid"/>
                      <a:round/>
                      <a:headEnd type="none" w="med" len="med"/>
                      <a:tailEnd type="none" w="med" len="med"/>
                    </a:lnR>
                  </a:tcPr>
                </a:tc>
                <a:tc>
                  <a:txBody>
                    <a:bodyPr/>
                    <a:lstStyle/>
                    <a:p>
                      <a:r>
                        <a:rPr lang="en-US" sz="1050" dirty="0"/>
                        <a:t>Yes/No (Global / Local)</a:t>
                      </a: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11"/>
                  </a:ext>
                </a:extLst>
              </a:tr>
              <a:tr h="182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t>Audit</a:t>
                      </a:r>
                      <a:r>
                        <a:rPr lang="en-US" sz="1050" baseline="0" dirty="0"/>
                        <a:t> Log Feature Available</a:t>
                      </a:r>
                      <a:endParaRPr lang="en-US" sz="1050" dirty="0"/>
                    </a:p>
                  </a:txBody>
                  <a:tcPr marL="68580" marR="68580" marT="34290" marB="34290">
                    <a:lnR w="12700" cap="flat" cmpd="sng" algn="ctr">
                      <a:solidFill>
                        <a:schemeClr val="tx1"/>
                      </a:solidFill>
                      <a:prstDash val="solid"/>
                      <a:round/>
                      <a:headEnd type="none" w="med" len="med"/>
                      <a:tailEnd type="none" w="med" len="med"/>
                    </a:lnR>
                  </a:tcPr>
                </a:tc>
                <a:tc>
                  <a:txBody>
                    <a:bodyPr/>
                    <a:lstStyle/>
                    <a:p>
                      <a:r>
                        <a:rPr lang="en-US" sz="1050" dirty="0"/>
                        <a:t>Yes/No</a:t>
                      </a: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12"/>
                  </a:ext>
                </a:extLst>
              </a:tr>
            </a:tbl>
          </a:graphicData>
        </a:graphic>
      </p:graphicFrame>
      <p:sp>
        <p:nvSpPr>
          <p:cNvPr id="3" name="Marcador de texto 5">
            <a:extLst>
              <a:ext uri="{FF2B5EF4-FFF2-40B4-BE49-F238E27FC236}">
                <a16:creationId xmlns:a16="http://schemas.microsoft.com/office/drawing/2014/main" id="{F64AE770-B160-F297-5F75-C5BEC751E80B}"/>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Technical Design</a:t>
            </a:r>
          </a:p>
        </p:txBody>
      </p:sp>
      <p:graphicFrame>
        <p:nvGraphicFramePr>
          <p:cNvPr id="7" name="Table 6">
            <a:extLst>
              <a:ext uri="{FF2B5EF4-FFF2-40B4-BE49-F238E27FC236}">
                <a16:creationId xmlns:a16="http://schemas.microsoft.com/office/drawing/2014/main" id="{D299CAA0-2C52-6CB3-8DE7-2EF5E6F82111}"/>
              </a:ext>
            </a:extLst>
          </p:cNvPr>
          <p:cNvGraphicFramePr>
            <a:graphicFrameLocks noGrp="1"/>
          </p:cNvGraphicFramePr>
          <p:nvPr>
            <p:extLst>
              <p:ext uri="{D42A27DB-BD31-4B8C-83A1-F6EECF244321}">
                <p14:modId xmlns:p14="http://schemas.microsoft.com/office/powerpoint/2010/main" val="2349548959"/>
              </p:ext>
            </p:extLst>
          </p:nvPr>
        </p:nvGraphicFramePr>
        <p:xfrm>
          <a:off x="530911" y="3641345"/>
          <a:ext cx="9696822" cy="2108200"/>
        </p:xfrm>
        <a:graphic>
          <a:graphicData uri="http://schemas.openxmlformats.org/drawingml/2006/table">
            <a:tbl>
              <a:tblPr firstRow="1" bandRow="1">
                <a:tableStyleId>{6E25E649-3F16-4E02-A733-19D2CDBF48F0}</a:tableStyleId>
              </a:tblPr>
              <a:tblGrid>
                <a:gridCol w="3763327">
                  <a:extLst>
                    <a:ext uri="{9D8B030D-6E8A-4147-A177-3AD203B41FA5}">
                      <a16:colId xmlns:a16="http://schemas.microsoft.com/office/drawing/2014/main" val="20000"/>
                    </a:ext>
                  </a:extLst>
                </a:gridCol>
                <a:gridCol w="2910579">
                  <a:extLst>
                    <a:ext uri="{9D8B030D-6E8A-4147-A177-3AD203B41FA5}">
                      <a16:colId xmlns:a16="http://schemas.microsoft.com/office/drawing/2014/main" val="20001"/>
                    </a:ext>
                  </a:extLst>
                </a:gridCol>
                <a:gridCol w="3022916">
                  <a:extLst>
                    <a:ext uri="{9D8B030D-6E8A-4147-A177-3AD203B41FA5}">
                      <a16:colId xmlns:a16="http://schemas.microsoft.com/office/drawing/2014/main" val="3143499232"/>
                    </a:ext>
                  </a:extLst>
                </a:gridCol>
              </a:tblGrid>
              <a:tr h="370840">
                <a:tc>
                  <a:txBody>
                    <a:bodyPr/>
                    <a:lstStyle/>
                    <a:p>
                      <a:pPr algn="ctr"/>
                      <a:r>
                        <a:rPr lang="en-US" sz="1100" dirty="0"/>
                        <a:t>User Identification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t>User Locality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t>Authentication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854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List all the user groups who will access the systems. </a:t>
                      </a:r>
                      <a:r>
                        <a:rPr lang="en-US" sz="1200" baseline="0" dirty="0"/>
                        <a:t>(</a:t>
                      </a:r>
                      <a:r>
                        <a:rPr lang="en-US" sz="1200" baseline="0" dirty="0" err="1"/>
                        <a:t>i.e</a:t>
                      </a:r>
                      <a:r>
                        <a:rPr lang="en-US" sz="1200" baseline="0" dirty="0"/>
                        <a:t> Branch Executives, Branch Tellers, Branch Managers, Back Office Employees, Underwriters, Customers,) </a:t>
                      </a:r>
                      <a:r>
                        <a:rPr lang="en-US" sz="1200" dirty="0"/>
                        <a:t>Identify</a:t>
                      </a:r>
                      <a:r>
                        <a:rPr lang="en-US" sz="1200" baseline="0" dirty="0"/>
                        <a:t> connectivity requirements to help determine user profiles. Confirm whether there are any network latency or security concerns. </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t>List the locations of the users who will access the systems. (i.e. Department, Branches, Corporate Buildings, Contact Center, Entity, and geographics globally in addition to the internet access.</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SSO (Ping Federate), Active Directory, </a:t>
                      </a:r>
                      <a:r>
                        <a:rPr lang="en-US" sz="1200" dirty="0" err="1"/>
                        <a:t>AzureAD</a:t>
                      </a:r>
                      <a:r>
                        <a:rPr lang="en-US" sz="1200" dirty="0"/>
                        <a:t>, Local Credential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8236852"/>
                  </a:ext>
                </a:extLst>
              </a:tr>
              <a:tr h="1854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09047414"/>
                  </a:ext>
                </a:extLst>
              </a:tr>
              <a:tr h="1854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78387516"/>
                  </a:ext>
                </a:extLst>
              </a:tr>
            </a:tbl>
          </a:graphicData>
        </a:graphic>
      </p:graphicFrame>
    </p:spTree>
    <p:extLst>
      <p:ext uri="{BB962C8B-B14F-4D97-AF65-F5344CB8AC3E}">
        <p14:creationId xmlns:p14="http://schemas.microsoft.com/office/powerpoint/2010/main" val="28381407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57">
            <a:extLst>
              <a:ext uri="{FF2B5EF4-FFF2-40B4-BE49-F238E27FC236}">
                <a16:creationId xmlns:a16="http://schemas.microsoft.com/office/drawing/2014/main" id="{CBDBCBF9-6BF1-C7DD-D51A-79320724EE11}"/>
              </a:ext>
            </a:extLst>
          </p:cNvPr>
          <p:cNvSpPr/>
          <p:nvPr/>
        </p:nvSpPr>
        <p:spPr>
          <a:xfrm>
            <a:off x="476835" y="996005"/>
            <a:ext cx="11219866" cy="5213597"/>
          </a:xfrm>
          <a:prstGeom prst="rect">
            <a:avLst/>
          </a:prstGeom>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prstClr val="white">
                    <a:lumMod val="65000"/>
                  </a:prstClr>
                </a:solidFill>
                <a:effectLst/>
                <a:uLnTx/>
                <a:uFillTx/>
                <a:latin typeface="Arial"/>
                <a:ea typeface="+mn-ea"/>
                <a:cs typeface="+mn-cs"/>
              </a:rPr>
              <a:t>Please provide a security architecture diagram that denotes the baseline security architecture requirements listed in </a:t>
            </a:r>
            <a:r>
              <a:rPr kumimoji="0" lang="en-US" sz="1200" b="0" i="1" u="none" strike="noStrike" kern="1200" cap="none" spc="0" normalizeH="0" baseline="0" noProof="0" dirty="0">
                <a:ln>
                  <a:noFill/>
                </a:ln>
                <a:solidFill>
                  <a:prstClr val="white">
                    <a:lumMod val="65000"/>
                  </a:prstClr>
                </a:solidFill>
                <a:effectLst/>
                <a:uLnTx/>
                <a:uFillTx/>
                <a:latin typeface="Arial"/>
                <a:ea typeface="+mn-ea"/>
                <a:cs typeface="+mn-cs"/>
                <a:hlinkClick r:id="rId2"/>
              </a:rPr>
              <a:t>https://confluence-sdop.us.corp/display/SHUSACISO/Security+Architecture+Diagram</a:t>
            </a:r>
            <a:r>
              <a:rPr kumimoji="0" lang="en-US" sz="1200" b="0" i="1" u="none" strike="noStrike" kern="1200" cap="none" spc="0" normalizeH="0" baseline="0" noProof="0" dirty="0">
                <a:ln>
                  <a:noFill/>
                </a:ln>
                <a:solidFill>
                  <a:prstClr val="white">
                    <a:lumMod val="65000"/>
                  </a:prstClr>
                </a:solidFill>
                <a:effectLst/>
                <a:uLnTx/>
                <a:uFillTx/>
                <a:latin typeface="Arial"/>
                <a:ea typeface="+mn-ea"/>
                <a:cs typeface="+mn-cs"/>
              </a:rPr>
              <a:t> similar to the sample in this page. Please explain if you cannot meet any of them.</a:t>
            </a:r>
            <a:endParaRPr kumimoji="0" lang="en-US" sz="1200" b="0" i="0" u="none" strike="noStrike" kern="1200" cap="none" spc="0" normalizeH="0" baseline="0" noProof="0" dirty="0">
              <a:ln>
                <a:noFill/>
              </a:ln>
              <a:solidFill>
                <a:prstClr val="black"/>
              </a:solidFill>
              <a:effectLst/>
              <a:uLnTx/>
              <a:uFillTx/>
              <a:latin typeface="Arial"/>
              <a:ea typeface="+mn-ea"/>
              <a:cs typeface="+mn-cs"/>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25</a:t>
            </a:fld>
            <a:endParaRPr lang="es-ES" dirty="0"/>
          </a:p>
        </p:txBody>
      </p:sp>
      <p:sp>
        <p:nvSpPr>
          <p:cNvPr id="6" name="Título 1">
            <a:extLst>
              <a:ext uri="{FF2B5EF4-FFF2-40B4-BE49-F238E27FC236}">
                <a16:creationId xmlns:a16="http://schemas.microsoft.com/office/drawing/2014/main" id="{08B82717-FF2A-08A5-1E99-9D0E7B471AF7}"/>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2.11 Security Architecture Diagram - Target</a:t>
            </a:r>
          </a:p>
        </p:txBody>
      </p:sp>
      <p:sp>
        <p:nvSpPr>
          <p:cNvPr id="3" name="Marcador de texto 5">
            <a:extLst>
              <a:ext uri="{FF2B5EF4-FFF2-40B4-BE49-F238E27FC236}">
                <a16:creationId xmlns:a16="http://schemas.microsoft.com/office/drawing/2014/main" id="{456262B4-9237-ADA8-2469-1180F2FEFA9C}"/>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Technical Design</a:t>
            </a:r>
          </a:p>
        </p:txBody>
      </p:sp>
      <p:pic>
        <p:nvPicPr>
          <p:cNvPr id="338" name="Picture 337">
            <a:extLst>
              <a:ext uri="{FF2B5EF4-FFF2-40B4-BE49-F238E27FC236}">
                <a16:creationId xmlns:a16="http://schemas.microsoft.com/office/drawing/2014/main" id="{927FC017-9B04-68AF-5617-0A34EC7C7156}"/>
              </a:ext>
            </a:extLst>
          </p:cNvPr>
          <p:cNvPicPr>
            <a:picLocks noChangeAspect="1"/>
          </p:cNvPicPr>
          <p:nvPr/>
        </p:nvPicPr>
        <p:blipFill>
          <a:blip r:embed="rId3"/>
          <a:stretch>
            <a:fillRect/>
          </a:stretch>
        </p:blipFill>
        <p:spPr>
          <a:xfrm>
            <a:off x="495299" y="1544334"/>
            <a:ext cx="9373803" cy="4812818"/>
          </a:xfrm>
          <a:prstGeom prst="rect">
            <a:avLst/>
          </a:prstGeom>
        </p:spPr>
      </p:pic>
      <p:graphicFrame>
        <p:nvGraphicFramePr>
          <p:cNvPr id="339" name="Object 338">
            <a:hlinkClick r:id="" action="ppaction://ole?verb=0"/>
            <a:extLst>
              <a:ext uri="{FF2B5EF4-FFF2-40B4-BE49-F238E27FC236}">
                <a16:creationId xmlns:a16="http://schemas.microsoft.com/office/drawing/2014/main" id="{365AE8C8-775F-0AB3-44FD-C61842234AB8}"/>
              </a:ext>
            </a:extLst>
          </p:cNvPr>
          <p:cNvGraphicFramePr>
            <a:graphicFrameLocks noChangeAspect="1"/>
          </p:cNvGraphicFramePr>
          <p:nvPr>
            <p:extLst>
              <p:ext uri="{D42A27DB-BD31-4B8C-83A1-F6EECF244321}">
                <p14:modId xmlns:p14="http://schemas.microsoft.com/office/powerpoint/2010/main" val="2044207167"/>
              </p:ext>
            </p:extLst>
          </p:nvPr>
        </p:nvGraphicFramePr>
        <p:xfrm>
          <a:off x="10466388" y="2259013"/>
          <a:ext cx="1355725" cy="1143000"/>
        </p:xfrm>
        <a:graphic>
          <a:graphicData uri="http://schemas.openxmlformats.org/presentationml/2006/ole">
            <mc:AlternateContent xmlns:mc="http://schemas.openxmlformats.org/markup-compatibility/2006">
              <mc:Choice xmlns:v="urn:schemas-microsoft-com:vml" Requires="v">
                <p:oleObj name="Presentation" showAsIcon="1" r:id="rId4" imgW="900000" imgH="758880" progId="PowerPoint.Show.12">
                  <p:embed/>
                </p:oleObj>
              </mc:Choice>
              <mc:Fallback>
                <p:oleObj name="Presentation" showAsIcon="1" r:id="rId4" imgW="900000" imgH="758880" progId="PowerPoint.Show.12">
                  <p:embed/>
                  <p:pic>
                    <p:nvPicPr>
                      <p:cNvPr id="339" name="Object 338">
                        <a:hlinkClick r:id="" action="ppaction://ole?verb=0"/>
                        <a:extLst>
                          <a:ext uri="{FF2B5EF4-FFF2-40B4-BE49-F238E27FC236}">
                            <a16:creationId xmlns:a16="http://schemas.microsoft.com/office/drawing/2014/main" id="{365AE8C8-775F-0AB3-44FD-C61842234AB8}"/>
                          </a:ext>
                        </a:extLst>
                      </p:cNvPr>
                      <p:cNvPicPr/>
                      <p:nvPr/>
                    </p:nvPicPr>
                    <p:blipFill>
                      <a:blip r:embed="rId5"/>
                      <a:stretch>
                        <a:fillRect/>
                      </a:stretch>
                    </p:blipFill>
                    <p:spPr>
                      <a:xfrm>
                        <a:off x="10466388" y="2259013"/>
                        <a:ext cx="1355725" cy="1143000"/>
                      </a:xfrm>
                      <a:prstGeom prst="rect">
                        <a:avLst/>
                      </a:prstGeom>
                    </p:spPr>
                  </p:pic>
                </p:oleObj>
              </mc:Fallback>
            </mc:AlternateContent>
          </a:graphicData>
        </a:graphic>
      </p:graphicFrame>
      <p:sp>
        <p:nvSpPr>
          <p:cNvPr id="341" name="TextBox 340">
            <a:extLst>
              <a:ext uri="{FF2B5EF4-FFF2-40B4-BE49-F238E27FC236}">
                <a16:creationId xmlns:a16="http://schemas.microsoft.com/office/drawing/2014/main" id="{728B16B7-7590-363C-15B1-78D7C8E85BEA}"/>
              </a:ext>
            </a:extLst>
          </p:cNvPr>
          <p:cNvSpPr txBox="1"/>
          <p:nvPr/>
        </p:nvSpPr>
        <p:spPr>
          <a:xfrm>
            <a:off x="9667164" y="1603749"/>
            <a:ext cx="2524836" cy="646331"/>
          </a:xfrm>
          <a:prstGeom prst="rect">
            <a:avLst/>
          </a:prstGeom>
          <a:noFill/>
        </p:spPr>
        <p:txBody>
          <a:bodyPr wrap="square" rtlCol="0">
            <a:spAutoFit/>
          </a:bodyPr>
          <a:lstStyle/>
          <a:p>
            <a:pPr algn="ctr"/>
            <a:r>
              <a:rPr lang="pt-BR" b="1" dirty="0"/>
              <a:t>See Process Map below</a:t>
            </a:r>
            <a:endParaRPr lang="en-US" b="1" dirty="0"/>
          </a:p>
        </p:txBody>
      </p:sp>
    </p:spTree>
    <p:extLst>
      <p:ext uri="{BB962C8B-B14F-4D97-AF65-F5344CB8AC3E}">
        <p14:creationId xmlns:p14="http://schemas.microsoft.com/office/powerpoint/2010/main" val="1347345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61791A8-115E-7CC7-55C5-F2DB2F2ADC4C}"/>
              </a:ext>
            </a:extLst>
          </p:cNvPr>
          <p:cNvSpPr/>
          <p:nvPr/>
        </p:nvSpPr>
        <p:spPr>
          <a:xfrm>
            <a:off x="476835" y="996005"/>
            <a:ext cx="11219866" cy="5213597"/>
          </a:xfrm>
          <a:prstGeom prst="rect">
            <a:avLst/>
          </a:prstGeom>
        </p:spPr>
        <p:txBody>
          <a:bodyPr wrap="square">
            <a:noAutofit/>
          </a:bodyPr>
          <a:lstStyle/>
          <a:p>
            <a:pPr>
              <a:lnSpc>
                <a:spcPct val="107000"/>
              </a:lnSpc>
            </a:pPr>
            <a:r>
              <a:rPr lang="en-US" sz="1400" b="1" dirty="0">
                <a:ea typeface="Calibri" panose="020F0502020204030204" pitchFamily="34" charset="0"/>
                <a:cs typeface="Times New Roman" panose="02020603050405020304" pitchFamily="18" charset="0"/>
              </a:rPr>
              <a:t>List of New Technologies </a:t>
            </a:r>
          </a:p>
          <a:p>
            <a:pPr>
              <a:lnSpc>
                <a:spcPct val="107000"/>
              </a:lnSpc>
            </a:pPr>
            <a:r>
              <a:rPr lang="en-US" sz="1400" i="1" dirty="0">
                <a:solidFill>
                  <a:schemeClr val="bg1">
                    <a:lumMod val="65000"/>
                  </a:schemeClr>
                </a:solidFill>
              </a:rPr>
              <a:t>List of new technologies</a:t>
            </a: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26</a:t>
            </a:fld>
            <a:endParaRPr lang="es-ES" dirty="0"/>
          </a:p>
        </p:txBody>
      </p:sp>
      <p:sp>
        <p:nvSpPr>
          <p:cNvPr id="5" name="Título 1">
            <a:extLst>
              <a:ext uri="{FF2B5EF4-FFF2-40B4-BE49-F238E27FC236}">
                <a16:creationId xmlns:a16="http://schemas.microsoft.com/office/drawing/2014/main" id="{F3DFF98B-10DF-D83B-B3BC-7837BE2AA842}"/>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2.12 New Technologies</a:t>
            </a:r>
          </a:p>
        </p:txBody>
      </p:sp>
      <p:sp>
        <p:nvSpPr>
          <p:cNvPr id="3" name="Marcador de texto 5">
            <a:extLst>
              <a:ext uri="{FF2B5EF4-FFF2-40B4-BE49-F238E27FC236}">
                <a16:creationId xmlns:a16="http://schemas.microsoft.com/office/drawing/2014/main" id="{27C10E3D-480F-66D2-D262-4BF0CDCB3D4D}"/>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Technical Design</a:t>
            </a:r>
          </a:p>
        </p:txBody>
      </p:sp>
      <p:graphicFrame>
        <p:nvGraphicFramePr>
          <p:cNvPr id="6" name="Table 5">
            <a:extLst>
              <a:ext uri="{FF2B5EF4-FFF2-40B4-BE49-F238E27FC236}">
                <a16:creationId xmlns:a16="http://schemas.microsoft.com/office/drawing/2014/main" id="{DE9C089F-7E89-B28F-0E62-5A28FAD5DF1B}"/>
              </a:ext>
            </a:extLst>
          </p:cNvPr>
          <p:cNvGraphicFramePr>
            <a:graphicFrameLocks noGrp="1"/>
          </p:cNvGraphicFramePr>
          <p:nvPr>
            <p:extLst>
              <p:ext uri="{D42A27DB-BD31-4B8C-83A1-F6EECF244321}">
                <p14:modId xmlns:p14="http://schemas.microsoft.com/office/powerpoint/2010/main" val="2563057368"/>
              </p:ext>
            </p:extLst>
          </p:nvPr>
        </p:nvGraphicFramePr>
        <p:xfrm>
          <a:off x="560492" y="1633108"/>
          <a:ext cx="11303859" cy="1250594"/>
        </p:xfrm>
        <a:graphic>
          <a:graphicData uri="http://schemas.openxmlformats.org/drawingml/2006/table">
            <a:tbl>
              <a:tblPr firstRow="1" bandRow="1">
                <a:tableStyleId>{6E25E649-3F16-4E02-A733-19D2CDBF48F0}</a:tableStyleId>
              </a:tblPr>
              <a:tblGrid>
                <a:gridCol w="1299978">
                  <a:extLst>
                    <a:ext uri="{9D8B030D-6E8A-4147-A177-3AD203B41FA5}">
                      <a16:colId xmlns:a16="http://schemas.microsoft.com/office/drawing/2014/main" val="20000"/>
                    </a:ext>
                  </a:extLst>
                </a:gridCol>
                <a:gridCol w="1410559">
                  <a:extLst>
                    <a:ext uri="{9D8B030D-6E8A-4147-A177-3AD203B41FA5}">
                      <a16:colId xmlns:a16="http://schemas.microsoft.com/office/drawing/2014/main" val="20001"/>
                    </a:ext>
                  </a:extLst>
                </a:gridCol>
                <a:gridCol w="1301121">
                  <a:extLst>
                    <a:ext uri="{9D8B030D-6E8A-4147-A177-3AD203B41FA5}">
                      <a16:colId xmlns:a16="http://schemas.microsoft.com/office/drawing/2014/main" val="430494360"/>
                    </a:ext>
                  </a:extLst>
                </a:gridCol>
                <a:gridCol w="1301121">
                  <a:extLst>
                    <a:ext uri="{9D8B030D-6E8A-4147-A177-3AD203B41FA5}">
                      <a16:colId xmlns:a16="http://schemas.microsoft.com/office/drawing/2014/main" val="525784185"/>
                    </a:ext>
                  </a:extLst>
                </a:gridCol>
                <a:gridCol w="1301121">
                  <a:extLst>
                    <a:ext uri="{9D8B030D-6E8A-4147-A177-3AD203B41FA5}">
                      <a16:colId xmlns:a16="http://schemas.microsoft.com/office/drawing/2014/main" val="20002"/>
                    </a:ext>
                  </a:extLst>
                </a:gridCol>
                <a:gridCol w="1374081">
                  <a:extLst>
                    <a:ext uri="{9D8B030D-6E8A-4147-A177-3AD203B41FA5}">
                      <a16:colId xmlns:a16="http://schemas.microsoft.com/office/drawing/2014/main" val="20003"/>
                    </a:ext>
                  </a:extLst>
                </a:gridCol>
                <a:gridCol w="1134690">
                  <a:extLst>
                    <a:ext uri="{9D8B030D-6E8A-4147-A177-3AD203B41FA5}">
                      <a16:colId xmlns:a16="http://schemas.microsoft.com/office/drawing/2014/main" val="20004"/>
                    </a:ext>
                  </a:extLst>
                </a:gridCol>
                <a:gridCol w="1090594">
                  <a:extLst>
                    <a:ext uri="{9D8B030D-6E8A-4147-A177-3AD203B41FA5}">
                      <a16:colId xmlns:a16="http://schemas.microsoft.com/office/drawing/2014/main" val="20005"/>
                    </a:ext>
                  </a:extLst>
                </a:gridCol>
                <a:gridCol w="1090594">
                  <a:extLst>
                    <a:ext uri="{9D8B030D-6E8A-4147-A177-3AD203B41FA5}">
                      <a16:colId xmlns:a16="http://schemas.microsoft.com/office/drawing/2014/main" val="1023174234"/>
                    </a:ext>
                  </a:extLst>
                </a:gridCol>
              </a:tblGrid>
              <a:tr h="308428">
                <a:tc>
                  <a:txBody>
                    <a:bodyPr/>
                    <a:lstStyle/>
                    <a:p>
                      <a:pPr algn="ctr"/>
                      <a:r>
                        <a:rPr lang="en-US" sz="900" dirty="0"/>
                        <a:t>Solution</a:t>
                      </a:r>
                    </a:p>
                  </a:txBody>
                  <a:tcPr marL="68580" marR="68580" marT="34290" marB="34290" anchor="ctr">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aseline="0" dirty="0"/>
                        <a:t>Vendor</a:t>
                      </a:r>
                      <a:endParaRPr lang="en-US" sz="9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Description</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Version</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Domain</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Subdomain</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kern="1200" baseline="0" dirty="0">
                          <a:solidFill>
                            <a:schemeClr val="lt1"/>
                          </a:solidFill>
                          <a:latin typeface="+mn-lt"/>
                          <a:ea typeface="+mn-ea"/>
                          <a:cs typeface="+mn-cs"/>
                        </a:rPr>
                        <a:t>Deployment Model</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900" b="1" kern="1200" baseline="0" dirty="0">
                          <a:solidFill>
                            <a:schemeClr val="lt1"/>
                          </a:solidFill>
                          <a:latin typeface="+mn-lt"/>
                          <a:ea typeface="+mn-ea"/>
                          <a:cs typeface="+mn-cs"/>
                        </a:rPr>
                        <a:t>Service Model</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900" b="1" kern="1200" baseline="0" dirty="0">
                          <a:solidFill>
                            <a:schemeClr val="lt1"/>
                          </a:solidFill>
                          <a:latin typeface="+mn-lt"/>
                          <a:ea typeface="+mn-ea"/>
                          <a:cs typeface="+mn-cs"/>
                        </a:rPr>
                        <a:t>Entities</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0"/>
                  </a:ext>
                </a:extLst>
              </a:tr>
              <a:tr h="297637">
                <a:tc>
                  <a:txBody>
                    <a:bodyPr/>
                    <a:lstStyle/>
                    <a:p>
                      <a:endParaRPr lang="en-US" sz="800" dirty="0">
                        <a:solidFill>
                          <a:schemeClr val="bg1">
                            <a:lumMod val="50000"/>
                          </a:schemeClr>
                        </a:solidFill>
                      </a:endParaRPr>
                    </a:p>
                  </a:txBody>
                  <a:tcPr marL="68580" marR="68580" marT="34290" marB="34290" anchor="ctr">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800" dirty="0">
                          <a:solidFill>
                            <a:schemeClr val="bg1">
                              <a:lumMod val="50000"/>
                            </a:schemeClr>
                          </a:solidFill>
                        </a:rPr>
                        <a:t>OHE / AWS / </a:t>
                      </a:r>
                    </a:p>
                    <a:p>
                      <a:pPr algn="ctr"/>
                      <a:r>
                        <a:rPr lang="en-US" sz="800" dirty="0">
                          <a:solidFill>
                            <a:schemeClr val="bg1">
                              <a:lumMod val="50000"/>
                            </a:schemeClr>
                          </a:solidFill>
                        </a:rPr>
                        <a:t>AZURE / Other Cloud</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800" dirty="0">
                          <a:solidFill>
                            <a:schemeClr val="bg1">
                              <a:lumMod val="50000"/>
                            </a:schemeClr>
                          </a:solidFill>
                        </a:rPr>
                        <a:t>On-Premises / SaaS / IaaS / PaaS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800" dirty="0">
                          <a:solidFill>
                            <a:schemeClr val="bg1">
                              <a:lumMod val="50000"/>
                            </a:schemeClr>
                          </a:solidFill>
                        </a:rPr>
                        <a:t>SBNA / SCUSA / BSNY-SIS / BSI</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297637">
                <a:tc>
                  <a:txBody>
                    <a:bodyPr/>
                    <a:lstStyle/>
                    <a:p>
                      <a:endParaRPr lang="en-US" sz="800" dirty="0">
                        <a:solidFill>
                          <a:schemeClr val="bg1">
                            <a:lumMod val="50000"/>
                          </a:schemeClr>
                        </a:solidFill>
                      </a:endParaRPr>
                    </a:p>
                  </a:txBody>
                  <a:tcPr marL="68580" marR="68580" marT="34290" marB="34290" anchor="ctr">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297637">
                <a:tc>
                  <a:txBody>
                    <a:bodyPr/>
                    <a:lstStyle/>
                    <a:p>
                      <a:endParaRPr lang="en-US" sz="800" dirty="0">
                        <a:solidFill>
                          <a:schemeClr val="bg1">
                            <a:lumMod val="50000"/>
                          </a:schemeClr>
                        </a:solidFill>
                      </a:endParaRPr>
                    </a:p>
                  </a:txBody>
                  <a:tcPr marL="68580" marR="68580" marT="34290" marB="34290" anchor="ctr">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360560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50ED894-BE61-FDAC-4BF7-0B6C844FBFE9}"/>
              </a:ext>
            </a:extLst>
          </p:cNvPr>
          <p:cNvSpPr/>
          <p:nvPr/>
        </p:nvSpPr>
        <p:spPr>
          <a:xfrm>
            <a:off x="476835" y="996005"/>
            <a:ext cx="11219866" cy="5213597"/>
          </a:xfrm>
          <a:prstGeom prst="rect">
            <a:avLst/>
          </a:prstGeom>
        </p:spPr>
        <p:txBody>
          <a:bodyPr wrap="square">
            <a:noAutofit/>
          </a:bodyPr>
          <a:lstStyle/>
          <a:p>
            <a:pPr>
              <a:lnSpc>
                <a:spcPct val="107000"/>
              </a:lnSpc>
            </a:pPr>
            <a:r>
              <a:rPr lang="en-US" sz="1400" b="1" dirty="0">
                <a:ea typeface="Calibri" panose="020F0502020204030204" pitchFamily="34" charset="0"/>
                <a:cs typeface="Times New Roman" panose="02020603050405020304" pitchFamily="18" charset="0"/>
              </a:rPr>
              <a:t>List of New Public Cloud Native Services in Santander Landing Zone</a:t>
            </a:r>
          </a:p>
          <a:p>
            <a:pPr>
              <a:lnSpc>
                <a:spcPct val="107000"/>
              </a:lnSpc>
            </a:pPr>
            <a:r>
              <a:rPr lang="en-US" sz="1400" i="1" dirty="0">
                <a:solidFill>
                  <a:schemeClr val="bg1">
                    <a:lumMod val="65000"/>
                  </a:schemeClr>
                </a:solidFill>
              </a:rPr>
              <a:t>List of new Public Cloud Services</a:t>
            </a: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27</a:t>
            </a:fld>
            <a:endParaRPr lang="es-ES" dirty="0"/>
          </a:p>
        </p:txBody>
      </p:sp>
      <p:graphicFrame>
        <p:nvGraphicFramePr>
          <p:cNvPr id="9" name="Table 8"/>
          <p:cNvGraphicFramePr>
            <a:graphicFrameLocks noGrp="1"/>
          </p:cNvGraphicFramePr>
          <p:nvPr>
            <p:extLst>
              <p:ext uri="{D42A27DB-BD31-4B8C-83A1-F6EECF244321}">
                <p14:modId xmlns:p14="http://schemas.microsoft.com/office/powerpoint/2010/main" val="3366480692"/>
              </p:ext>
            </p:extLst>
          </p:nvPr>
        </p:nvGraphicFramePr>
        <p:xfrm>
          <a:off x="638777" y="1625319"/>
          <a:ext cx="9402038" cy="2163860"/>
        </p:xfrm>
        <a:graphic>
          <a:graphicData uri="http://schemas.openxmlformats.org/drawingml/2006/table">
            <a:tbl>
              <a:tblPr firstRow="1" bandRow="1">
                <a:tableStyleId>{6E25E649-3F16-4E02-A733-19D2CDBF48F0}</a:tableStyleId>
              </a:tblPr>
              <a:tblGrid>
                <a:gridCol w="1102100">
                  <a:extLst>
                    <a:ext uri="{9D8B030D-6E8A-4147-A177-3AD203B41FA5}">
                      <a16:colId xmlns:a16="http://schemas.microsoft.com/office/drawing/2014/main" val="20000"/>
                    </a:ext>
                  </a:extLst>
                </a:gridCol>
                <a:gridCol w="1696915">
                  <a:extLst>
                    <a:ext uri="{9D8B030D-6E8A-4147-A177-3AD203B41FA5}">
                      <a16:colId xmlns:a16="http://schemas.microsoft.com/office/drawing/2014/main" val="3641263469"/>
                    </a:ext>
                  </a:extLst>
                </a:gridCol>
                <a:gridCol w="1828800">
                  <a:extLst>
                    <a:ext uri="{9D8B030D-6E8A-4147-A177-3AD203B41FA5}">
                      <a16:colId xmlns:a16="http://schemas.microsoft.com/office/drawing/2014/main" val="1555636232"/>
                    </a:ext>
                  </a:extLst>
                </a:gridCol>
                <a:gridCol w="2699239">
                  <a:extLst>
                    <a:ext uri="{9D8B030D-6E8A-4147-A177-3AD203B41FA5}">
                      <a16:colId xmlns:a16="http://schemas.microsoft.com/office/drawing/2014/main" val="20001"/>
                    </a:ext>
                  </a:extLst>
                </a:gridCol>
                <a:gridCol w="1037492">
                  <a:extLst>
                    <a:ext uri="{9D8B030D-6E8A-4147-A177-3AD203B41FA5}">
                      <a16:colId xmlns:a16="http://schemas.microsoft.com/office/drawing/2014/main" val="20002"/>
                    </a:ext>
                  </a:extLst>
                </a:gridCol>
                <a:gridCol w="1037492">
                  <a:extLst>
                    <a:ext uri="{9D8B030D-6E8A-4147-A177-3AD203B41FA5}">
                      <a16:colId xmlns:a16="http://schemas.microsoft.com/office/drawing/2014/main" val="20003"/>
                    </a:ext>
                  </a:extLst>
                </a:gridCol>
              </a:tblGrid>
              <a:tr h="432772">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n-US" sz="1100" u="none" strike="noStrike" dirty="0">
                          <a:solidFill>
                            <a:schemeClr val="bg1"/>
                          </a:solidFill>
                          <a:effectLst/>
                          <a:latin typeface="+mn-lt"/>
                        </a:rPr>
                        <a:t>Public Cloud </a:t>
                      </a:r>
                    </a:p>
                    <a:p>
                      <a:pPr algn="ctr" rtl="0" fontAlgn="ctr"/>
                      <a:r>
                        <a:rPr lang="en-US" sz="1100" u="none" strike="noStrike" dirty="0">
                          <a:solidFill>
                            <a:schemeClr val="bg1"/>
                          </a:solidFill>
                          <a:effectLst/>
                          <a:latin typeface="+mn-lt"/>
                        </a:rPr>
                        <a:t>Provider</a:t>
                      </a:r>
                      <a:endParaRPr lang="en-US" sz="1100" b="1" i="0" u="none" strike="noStrike" dirty="0">
                        <a:solidFill>
                          <a:schemeClr val="bg1"/>
                        </a:solidFill>
                        <a:effectLst/>
                        <a:latin typeface="+mn-lt"/>
                      </a:endParaRPr>
                    </a:p>
                  </a:txBody>
                  <a:tcPr marL="7144" marR="7144" marT="7144" marB="0" anchor="ctr">
                    <a:lnR w="12700" cap="flat" cmpd="sng" algn="ctr">
                      <a:solidFill>
                        <a:schemeClr val="tx1"/>
                      </a:solidFill>
                      <a:prstDash val="solid"/>
                      <a:round/>
                      <a:headEnd type="none" w="med" len="med"/>
                      <a:tailEnd type="none" w="med" len="med"/>
                    </a:lnR>
                  </a:tcPr>
                </a:tc>
                <a:tc>
                  <a:txBody>
                    <a:bodyPr/>
                    <a:lstStyle/>
                    <a:p>
                      <a:pPr algn="ctr" rtl="0" fontAlgn="ctr"/>
                      <a:r>
                        <a:rPr lang="en-US" sz="1100" b="1" i="0" u="none" strike="noStrike" dirty="0">
                          <a:solidFill>
                            <a:schemeClr val="bg1"/>
                          </a:solidFill>
                          <a:effectLst/>
                          <a:latin typeface="+mn-lt"/>
                        </a:rPr>
                        <a:t>Component Name*</a:t>
                      </a: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rtl="0" fontAlgn="ctr"/>
                      <a:r>
                        <a:rPr lang="en-US" sz="1100" b="1" i="0" u="none" strike="noStrike" dirty="0">
                          <a:solidFill>
                            <a:schemeClr val="bg1"/>
                          </a:solidFill>
                          <a:effectLst/>
                          <a:latin typeface="+mn-lt"/>
                        </a:rPr>
                        <a:t>Technical Information (Resource Type**)</a:t>
                      </a: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n-US" sz="1100" u="none" strike="noStrike" dirty="0">
                          <a:solidFill>
                            <a:schemeClr val="bg1"/>
                          </a:solidFill>
                          <a:effectLst/>
                          <a:latin typeface="+mn-lt"/>
                        </a:rPr>
                        <a:t>Description</a:t>
                      </a:r>
                      <a:endParaRPr lang="en-US" sz="1100" b="1" i="0" u="none" strike="noStrike" dirty="0">
                        <a:solidFill>
                          <a:schemeClr val="bg1"/>
                        </a:solidFill>
                        <a:effectLst/>
                        <a:latin typeface="+mn-lt"/>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n-US" sz="1100" u="none" strike="noStrike" dirty="0">
                          <a:solidFill>
                            <a:schemeClr val="bg1"/>
                          </a:solidFill>
                          <a:effectLst/>
                          <a:latin typeface="+mn-lt"/>
                        </a:rPr>
                        <a:t>Service Classification</a:t>
                      </a:r>
                      <a:endParaRPr lang="en-US" sz="1100" b="1" i="0" u="none" strike="noStrike" dirty="0">
                        <a:solidFill>
                          <a:schemeClr val="bg1"/>
                        </a:solidFill>
                        <a:effectLst/>
                        <a:latin typeface="+mn-lt"/>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n-US" sz="1100" u="none" strike="noStrike" dirty="0">
                          <a:solidFill>
                            <a:schemeClr val="bg1"/>
                          </a:solidFill>
                          <a:effectLst/>
                          <a:latin typeface="+mn-lt"/>
                        </a:rPr>
                        <a:t>Technology</a:t>
                      </a:r>
                      <a:endParaRPr lang="en-US" sz="1100" b="1" i="0" u="none" strike="noStrike" dirty="0">
                        <a:solidFill>
                          <a:schemeClr val="bg1"/>
                        </a:solidFill>
                        <a:effectLst/>
                        <a:latin typeface="+mn-lt"/>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0"/>
                  </a:ext>
                </a:extLst>
              </a:tr>
              <a:tr h="432772">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t"/>
                      <a:endParaRPr lang="en-US" sz="800" b="0" i="0" u="none" strike="noStrike" dirty="0">
                        <a:solidFill>
                          <a:schemeClr val="bg1">
                            <a:lumMod val="50000"/>
                          </a:schemeClr>
                        </a:solidFill>
                        <a:effectLst/>
                        <a:latin typeface="+mn-lt"/>
                      </a:endParaRPr>
                    </a:p>
                  </a:txBody>
                  <a:tcPr marL="7144" marR="7144" marT="7144" marB="0">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432772">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895169014"/>
                  </a:ext>
                </a:extLst>
              </a:tr>
              <a:tr h="432772">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020700446"/>
                  </a:ext>
                </a:extLst>
              </a:tr>
              <a:tr h="432772">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385722317"/>
                  </a:ext>
                </a:extLst>
              </a:tr>
            </a:tbl>
          </a:graphicData>
        </a:graphic>
      </p:graphicFrame>
      <p:sp>
        <p:nvSpPr>
          <p:cNvPr id="5" name="Título 1">
            <a:extLst>
              <a:ext uri="{FF2B5EF4-FFF2-40B4-BE49-F238E27FC236}">
                <a16:creationId xmlns:a16="http://schemas.microsoft.com/office/drawing/2014/main" id="{2F195598-7645-D921-C669-2704EA5BA40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2.13 Public Cloud Native Services in Santander Landing Zone</a:t>
            </a:r>
          </a:p>
        </p:txBody>
      </p:sp>
      <p:sp>
        <p:nvSpPr>
          <p:cNvPr id="4" name="Marcador de texto 5">
            <a:extLst>
              <a:ext uri="{FF2B5EF4-FFF2-40B4-BE49-F238E27FC236}">
                <a16:creationId xmlns:a16="http://schemas.microsoft.com/office/drawing/2014/main" id="{438CBA4E-9BF7-54A3-9FF8-2D17340F16AF}"/>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Technical Design</a:t>
            </a:r>
          </a:p>
        </p:txBody>
      </p:sp>
      <p:sp>
        <p:nvSpPr>
          <p:cNvPr id="7" name="TextBox 6">
            <a:extLst>
              <a:ext uri="{FF2B5EF4-FFF2-40B4-BE49-F238E27FC236}">
                <a16:creationId xmlns:a16="http://schemas.microsoft.com/office/drawing/2014/main" id="{465408AD-95BE-E8CB-FD75-932556774223}"/>
              </a:ext>
            </a:extLst>
          </p:cNvPr>
          <p:cNvSpPr txBox="1"/>
          <p:nvPr/>
        </p:nvSpPr>
        <p:spPr>
          <a:xfrm>
            <a:off x="638779" y="5987820"/>
            <a:ext cx="9964743" cy="369332"/>
          </a:xfrm>
          <a:prstGeom prst="rect">
            <a:avLst/>
          </a:prstGeom>
          <a:noFill/>
        </p:spPr>
        <p:txBody>
          <a:bodyPr wrap="square" rtlCol="0">
            <a:spAutoFit/>
          </a:bodyPr>
          <a:lstStyle/>
          <a:p>
            <a:r>
              <a:rPr lang="en-US" sz="900" b="0" i="0" u="none" strike="noStrike" dirty="0">
                <a:solidFill>
                  <a:srgbClr val="000000"/>
                </a:solidFill>
                <a:effectLst/>
                <a:latin typeface="Calibri" panose="020F0502020204030204" pitchFamily="34" charset="0"/>
              </a:rPr>
              <a:t>*Link to AWS Cloud Services</a:t>
            </a:r>
            <a:r>
              <a:rPr lang="en-US" sz="900" dirty="0"/>
              <a:t> </a:t>
            </a:r>
            <a:r>
              <a:rPr lang="en-US" sz="900" b="0" i="0" u="sng" strike="noStrike" dirty="0">
                <a:solidFill>
                  <a:srgbClr val="0563C1"/>
                </a:solidFill>
                <a:effectLst/>
                <a:latin typeface="Calibri" panose="020F0502020204030204" pitchFamily="34" charset="0"/>
                <a:hlinkClick r:id="rId2"/>
              </a:rPr>
              <a:t>https://aws.amazon.com/products/?aws-products-all.sort-by=item.additionalFields.productNameLowercase&amp;aws-products-all.sort-order=asc&amp;awsf.re%3AInvent=*all&amp;awsf.Free%20Tier%20Type=*all&amp;awsf.tech-category=*all</a:t>
            </a:r>
            <a:endParaRPr lang="en-US" sz="900" dirty="0"/>
          </a:p>
        </p:txBody>
      </p:sp>
      <p:sp>
        <p:nvSpPr>
          <p:cNvPr id="8" name="TextBox 7">
            <a:extLst>
              <a:ext uri="{FF2B5EF4-FFF2-40B4-BE49-F238E27FC236}">
                <a16:creationId xmlns:a16="http://schemas.microsoft.com/office/drawing/2014/main" id="{1097B559-5077-BE96-C329-C134E64AE064}"/>
              </a:ext>
            </a:extLst>
          </p:cNvPr>
          <p:cNvSpPr txBox="1"/>
          <p:nvPr/>
        </p:nvSpPr>
        <p:spPr>
          <a:xfrm>
            <a:off x="638779" y="6441740"/>
            <a:ext cx="9964743" cy="230832"/>
          </a:xfrm>
          <a:prstGeom prst="rect">
            <a:avLst/>
          </a:prstGeom>
          <a:noFill/>
        </p:spPr>
        <p:txBody>
          <a:bodyPr wrap="square" rtlCol="0">
            <a:spAutoFit/>
          </a:bodyPr>
          <a:lstStyle/>
          <a:p>
            <a:r>
              <a:rPr lang="en-US" sz="900" b="0" i="0" u="none" strike="noStrike" dirty="0">
                <a:solidFill>
                  <a:srgbClr val="000000"/>
                </a:solidFill>
                <a:effectLst/>
                <a:latin typeface="Calibri" panose="020F0502020204030204" pitchFamily="34" charset="0"/>
              </a:rPr>
              <a:t>**Link to AWS </a:t>
            </a:r>
            <a:r>
              <a:rPr lang="en-US" sz="900" b="1" i="0" u="none" strike="noStrike" dirty="0">
                <a:solidFill>
                  <a:srgbClr val="000000"/>
                </a:solidFill>
                <a:effectLst/>
                <a:latin typeface="Calibri" panose="020F0502020204030204" pitchFamily="34" charset="0"/>
              </a:rPr>
              <a:t>Resource Type</a:t>
            </a:r>
            <a:r>
              <a:rPr lang="en-US" sz="900" b="1" dirty="0"/>
              <a:t> </a:t>
            </a:r>
            <a:r>
              <a:rPr lang="en-US" sz="900" b="0" i="0" u="sng" strike="noStrike" dirty="0">
                <a:solidFill>
                  <a:srgbClr val="0563C1"/>
                </a:solidFill>
                <a:effectLst/>
                <a:latin typeface="Calibri" panose="020F0502020204030204" pitchFamily="34" charset="0"/>
                <a:hlinkClick r:id="rId3"/>
              </a:rPr>
              <a:t>https://docs.aws.amazon.com/config/latest/developerguide/resource-config-reference.html</a:t>
            </a:r>
            <a:endParaRPr lang="en-US" sz="900" dirty="0"/>
          </a:p>
        </p:txBody>
      </p:sp>
    </p:spTree>
    <p:extLst>
      <p:ext uri="{BB962C8B-B14F-4D97-AF65-F5344CB8AC3E}">
        <p14:creationId xmlns:p14="http://schemas.microsoft.com/office/powerpoint/2010/main" val="83307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3">
            <a:extLst>
              <a:ext uri="{FF2B5EF4-FFF2-40B4-BE49-F238E27FC236}">
                <a16:creationId xmlns:a16="http://schemas.microsoft.com/office/drawing/2014/main" id="{46DCEE02-D34D-4F11-9432-3B5DE7C3D539}"/>
              </a:ext>
            </a:extLst>
          </p:cNvPr>
          <p:cNvSpPr>
            <a:spLocks noGrp="1"/>
          </p:cNvSpPr>
          <p:nvPr>
            <p:ph type="body" sz="quarter" idx="14"/>
          </p:nvPr>
        </p:nvSpPr>
        <p:spPr/>
        <p:txBody>
          <a:bodyPr>
            <a:normAutofit/>
          </a:bodyPr>
          <a:lstStyle/>
          <a:p>
            <a:r>
              <a:rPr lang="en-US" dirty="0"/>
              <a:t>03</a:t>
            </a:r>
          </a:p>
        </p:txBody>
      </p:sp>
      <p:sp>
        <p:nvSpPr>
          <p:cNvPr id="6" name="Título 1">
            <a:extLst>
              <a:ext uri="{FF2B5EF4-FFF2-40B4-BE49-F238E27FC236}">
                <a16:creationId xmlns:a16="http://schemas.microsoft.com/office/drawing/2014/main" id="{EEEB3FAF-21CC-D68C-0BE2-28D5E249A0BE}"/>
              </a:ext>
            </a:extLst>
          </p:cNvPr>
          <p:cNvSpPr txBox="1">
            <a:spLocks/>
          </p:cNvSpPr>
          <p:nvPr/>
        </p:nvSpPr>
        <p:spPr>
          <a:xfrm>
            <a:off x="722518" y="626373"/>
            <a:ext cx="5705175" cy="2852737"/>
          </a:xfrm>
          <a:prstGeom prst="rect">
            <a:avLst/>
          </a:prstGeom>
        </p:spPr>
        <p:txBody>
          <a:bodyPr vert="horz" lIns="91440" tIns="45720" rIns="91440" bIns="45720" rtlCol="0" anchor="t">
            <a:normAutofit/>
          </a:bodyPr>
          <a:lstStyle>
            <a:lvl1pPr>
              <a:lnSpc>
                <a:spcPct val="100000"/>
              </a:lnSpc>
              <a:spcBef>
                <a:spcPct val="0"/>
              </a:spcBef>
              <a:buNone/>
              <a:defRPr sz="4000">
                <a:solidFill>
                  <a:schemeClr val="accent1"/>
                </a:solidFill>
                <a:latin typeface="+mj-lt"/>
                <a:ea typeface="+mj-ea"/>
                <a:cs typeface="+mj-cs"/>
              </a:defRPr>
            </a:lvl1pPr>
          </a:lstStyle>
          <a:p>
            <a:r>
              <a:rPr lang="en-US" dirty="0"/>
              <a:t>Process Design</a:t>
            </a:r>
          </a:p>
        </p:txBody>
      </p:sp>
    </p:spTree>
    <p:extLst>
      <p:ext uri="{BB962C8B-B14F-4D97-AF65-F5344CB8AC3E}">
        <p14:creationId xmlns:p14="http://schemas.microsoft.com/office/powerpoint/2010/main" val="4124681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29</a:t>
            </a:fld>
            <a:endParaRPr lang="es-ES" dirty="0"/>
          </a:p>
        </p:txBody>
      </p:sp>
      <p:sp>
        <p:nvSpPr>
          <p:cNvPr id="8" name="Rectangle 7"/>
          <p:cNvSpPr/>
          <p:nvPr/>
        </p:nvSpPr>
        <p:spPr>
          <a:xfrm>
            <a:off x="476835" y="996005"/>
            <a:ext cx="11219866" cy="5213597"/>
          </a:xfrm>
          <a:prstGeom prst="rect">
            <a:avLst/>
          </a:prstGeom>
        </p:spPr>
        <p:txBody>
          <a:bodyPr wrap="square">
            <a:noAutofit/>
          </a:bodyPr>
          <a:lstStyle/>
          <a:p>
            <a:r>
              <a:rPr lang="en-US" sz="1400" i="1" dirty="0">
                <a:solidFill>
                  <a:schemeClr val="bg1">
                    <a:lumMod val="65000"/>
                  </a:schemeClr>
                </a:solidFill>
              </a:rPr>
              <a:t>Describes the processes of the solution in a more detailed level, the specific design principles that need to be followed, the lifecycle, and the description of the process from start to finish including: process design, phases, functional events, tasks, components, participants, necessary tools, key metrics, manual interventions, and exceptions. </a:t>
            </a:r>
          </a:p>
          <a:p>
            <a:r>
              <a:rPr lang="en-US" sz="1400" i="1" dirty="0">
                <a:solidFill>
                  <a:schemeClr val="bg1">
                    <a:lumMod val="65000"/>
                  </a:schemeClr>
                </a:solidFill>
              </a:rPr>
              <a:t>Provides a brief description based on goals, timeline, and priority:</a:t>
            </a:r>
          </a:p>
          <a:p>
            <a:pPr marL="285750" indent="-285750">
              <a:buFont typeface="Arial" panose="020B0604020202020204" pitchFamily="34" charset="0"/>
              <a:buChar char="•"/>
            </a:pPr>
            <a:r>
              <a:rPr lang="en-US" sz="1400" i="1" dirty="0">
                <a:solidFill>
                  <a:schemeClr val="bg1">
                    <a:lumMod val="65000"/>
                  </a:schemeClr>
                </a:solidFill>
              </a:rPr>
              <a:t>Key objectives: Consider what key performance indicators or business objectives your process is trying to achieve.</a:t>
            </a:r>
          </a:p>
          <a:p>
            <a:pPr marL="285750" indent="-285750">
              <a:buFont typeface="Arial" panose="020B0604020202020204" pitchFamily="34" charset="0"/>
              <a:buChar char="•"/>
            </a:pPr>
            <a:r>
              <a:rPr lang="en-US" sz="1400" i="1" dirty="0">
                <a:solidFill>
                  <a:schemeClr val="bg1">
                    <a:lumMod val="65000"/>
                  </a:schemeClr>
                </a:solidFill>
              </a:rPr>
              <a:t>Stakeholders: Though you may not know specific individuals just yet, consider which teams will be working together.</a:t>
            </a:r>
          </a:p>
          <a:p>
            <a:pPr marL="285750" indent="-285750">
              <a:buFont typeface="Arial" panose="020B0604020202020204" pitchFamily="34" charset="0"/>
              <a:buChar char="•"/>
            </a:pPr>
            <a:r>
              <a:rPr lang="en-US" sz="1400" i="1" dirty="0">
                <a:solidFill>
                  <a:schemeClr val="bg1">
                    <a:lumMod val="65000"/>
                  </a:schemeClr>
                </a:solidFill>
              </a:rPr>
              <a:t>Timeline: You can estimate the process scope and timeline for completion with the critical path method.</a:t>
            </a:r>
          </a:p>
          <a:p>
            <a:pPr marL="285750" indent="-285750">
              <a:buFont typeface="Arial" panose="020B0604020202020204" pitchFamily="34" charset="0"/>
              <a:buChar char="•"/>
            </a:pPr>
            <a:r>
              <a:rPr lang="en-US" sz="1400" i="1" dirty="0">
                <a:solidFill>
                  <a:schemeClr val="bg1">
                    <a:lumMod val="65000"/>
                  </a:schemeClr>
                </a:solidFill>
              </a:rPr>
              <a:t>Priority: Determine how important this process is to implement compared to other projects and objectives your team is working on.</a:t>
            </a:r>
            <a:endParaRPr lang="en-US" sz="1400" dirty="0"/>
          </a:p>
        </p:txBody>
      </p:sp>
      <p:sp>
        <p:nvSpPr>
          <p:cNvPr id="5" name="Título 1">
            <a:extLst>
              <a:ext uri="{FF2B5EF4-FFF2-40B4-BE49-F238E27FC236}">
                <a16:creationId xmlns:a16="http://schemas.microsoft.com/office/drawing/2014/main" id="{6507F2D9-0A36-9D47-C234-E5A091DC70E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3.1 Process Objective</a:t>
            </a:r>
          </a:p>
        </p:txBody>
      </p:sp>
      <p:sp>
        <p:nvSpPr>
          <p:cNvPr id="6" name="Marcador de texto 5">
            <a:extLst>
              <a:ext uri="{FF2B5EF4-FFF2-40B4-BE49-F238E27FC236}">
                <a16:creationId xmlns:a16="http://schemas.microsoft.com/office/drawing/2014/main" id="{347E5AFB-4220-6ED4-6F80-D957E89F087C}"/>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Process Design</a:t>
            </a:r>
          </a:p>
        </p:txBody>
      </p:sp>
      <p:grpSp>
        <p:nvGrpSpPr>
          <p:cNvPr id="9" name="Group 2">
            <a:extLst>
              <a:ext uri="{FF2B5EF4-FFF2-40B4-BE49-F238E27FC236}">
                <a16:creationId xmlns:a16="http://schemas.microsoft.com/office/drawing/2014/main" id="{6059EBA6-62BD-4A48-D798-4B92FD5214C8}"/>
              </a:ext>
            </a:extLst>
          </p:cNvPr>
          <p:cNvGrpSpPr/>
          <p:nvPr/>
        </p:nvGrpSpPr>
        <p:grpSpPr>
          <a:xfrm>
            <a:off x="625684" y="2970724"/>
            <a:ext cx="720000" cy="792000"/>
            <a:chOff x="1420813" y="2441576"/>
            <a:chExt cx="614362" cy="701675"/>
          </a:xfrm>
        </p:grpSpPr>
        <p:sp>
          <p:nvSpPr>
            <p:cNvPr id="10" name="Freeform 26">
              <a:extLst>
                <a:ext uri="{FF2B5EF4-FFF2-40B4-BE49-F238E27FC236}">
                  <a16:creationId xmlns:a16="http://schemas.microsoft.com/office/drawing/2014/main" id="{507A88DC-ED70-2E34-B49A-E1566F30AAAE}"/>
                </a:ext>
              </a:extLst>
            </p:cNvPr>
            <p:cNvSpPr>
              <a:spLocks/>
            </p:cNvSpPr>
            <p:nvPr/>
          </p:nvSpPr>
          <p:spPr bwMode="auto">
            <a:xfrm>
              <a:off x="1597025" y="2779713"/>
              <a:ext cx="182563" cy="184150"/>
            </a:xfrm>
            <a:custGeom>
              <a:avLst/>
              <a:gdLst>
                <a:gd name="T0" fmla="*/ 39 w 49"/>
                <a:gd name="T1" fmla="*/ 27 h 49"/>
                <a:gd name="T2" fmla="*/ 17 w 49"/>
                <a:gd name="T3" fmla="*/ 29 h 49"/>
                <a:gd name="T4" fmla="*/ 38 w 49"/>
                <a:gd name="T5" fmla="*/ 4 h 49"/>
                <a:gd name="T6" fmla="*/ 25 w 49"/>
                <a:gd name="T7" fmla="*/ 0 h 49"/>
                <a:gd name="T8" fmla="*/ 0 w 49"/>
                <a:gd name="T9" fmla="*/ 25 h 49"/>
                <a:gd name="T10" fmla="*/ 25 w 49"/>
                <a:gd name="T11" fmla="*/ 49 h 49"/>
                <a:gd name="T12" fmla="*/ 49 w 49"/>
                <a:gd name="T13" fmla="*/ 25 h 49"/>
                <a:gd name="T14" fmla="*/ 48 w 49"/>
                <a:gd name="T15" fmla="*/ 17 h 49"/>
                <a:gd name="T16" fmla="*/ 39 w 49"/>
                <a:gd name="T17" fmla="*/ 27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49">
                  <a:moveTo>
                    <a:pt x="39" y="27"/>
                  </a:moveTo>
                  <a:cubicBezTo>
                    <a:pt x="17" y="29"/>
                    <a:pt x="17" y="29"/>
                    <a:pt x="17" y="29"/>
                  </a:cubicBezTo>
                  <a:cubicBezTo>
                    <a:pt x="38" y="4"/>
                    <a:pt x="38" y="4"/>
                    <a:pt x="38" y="4"/>
                  </a:cubicBezTo>
                  <a:cubicBezTo>
                    <a:pt x="34" y="2"/>
                    <a:pt x="30" y="0"/>
                    <a:pt x="25" y="0"/>
                  </a:cubicBezTo>
                  <a:cubicBezTo>
                    <a:pt x="11" y="0"/>
                    <a:pt x="0" y="11"/>
                    <a:pt x="0" y="25"/>
                  </a:cubicBezTo>
                  <a:cubicBezTo>
                    <a:pt x="0" y="38"/>
                    <a:pt x="11" y="49"/>
                    <a:pt x="25" y="49"/>
                  </a:cubicBezTo>
                  <a:cubicBezTo>
                    <a:pt x="38" y="49"/>
                    <a:pt x="49" y="38"/>
                    <a:pt x="49" y="25"/>
                  </a:cubicBezTo>
                  <a:cubicBezTo>
                    <a:pt x="49" y="22"/>
                    <a:pt x="49" y="19"/>
                    <a:pt x="48" y="17"/>
                  </a:cubicBezTo>
                  <a:lnTo>
                    <a:pt x="39" y="27"/>
                  </a:lnTo>
                  <a:close/>
                </a:path>
              </a:pathLst>
            </a:custGeom>
            <a:solidFill>
              <a:schemeClr val="tx1">
                <a:lumMod val="65000"/>
                <a:lumOff val="3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dirty="0">
                <a:ln>
                  <a:noFill/>
                </a:ln>
                <a:solidFill>
                  <a:prstClr val="black"/>
                </a:solidFill>
                <a:effectLst/>
                <a:uLnTx/>
                <a:uFillTx/>
                <a:latin typeface="Santander Text" panose="020B0504020201020104"/>
                <a:ea typeface="+mn-ea"/>
                <a:cs typeface="+mn-cs"/>
              </a:endParaRPr>
            </a:p>
          </p:txBody>
        </p:sp>
        <p:sp>
          <p:nvSpPr>
            <p:cNvPr id="11" name="Freeform 27">
              <a:extLst>
                <a:ext uri="{FF2B5EF4-FFF2-40B4-BE49-F238E27FC236}">
                  <a16:creationId xmlns:a16="http://schemas.microsoft.com/office/drawing/2014/main" id="{39E0EF02-2054-87F0-1569-76309F72980F}"/>
                </a:ext>
              </a:extLst>
            </p:cNvPr>
            <p:cNvSpPr>
              <a:spLocks/>
            </p:cNvSpPr>
            <p:nvPr/>
          </p:nvSpPr>
          <p:spPr bwMode="auto">
            <a:xfrm>
              <a:off x="1420813" y="2603501"/>
              <a:ext cx="538163" cy="539750"/>
            </a:xfrm>
            <a:custGeom>
              <a:avLst/>
              <a:gdLst>
                <a:gd name="T0" fmla="*/ 113 w 144"/>
                <a:gd name="T1" fmla="*/ 45 h 144"/>
                <a:gd name="T2" fmla="*/ 121 w 144"/>
                <a:gd name="T3" fmla="*/ 72 h 144"/>
                <a:gd name="T4" fmla="*/ 72 w 144"/>
                <a:gd name="T5" fmla="*/ 121 h 144"/>
                <a:gd name="T6" fmla="*/ 23 w 144"/>
                <a:gd name="T7" fmla="*/ 72 h 144"/>
                <a:gd name="T8" fmla="*/ 72 w 144"/>
                <a:gd name="T9" fmla="*/ 23 h 144"/>
                <a:gd name="T10" fmla="*/ 103 w 144"/>
                <a:gd name="T11" fmla="*/ 34 h 144"/>
                <a:gd name="T12" fmla="*/ 117 w 144"/>
                <a:gd name="T13" fmla="*/ 16 h 144"/>
                <a:gd name="T14" fmla="*/ 72 w 144"/>
                <a:gd name="T15" fmla="*/ 0 h 144"/>
                <a:gd name="T16" fmla="*/ 0 w 144"/>
                <a:gd name="T17" fmla="*/ 72 h 144"/>
                <a:gd name="T18" fmla="*/ 72 w 144"/>
                <a:gd name="T19" fmla="*/ 144 h 144"/>
                <a:gd name="T20" fmla="*/ 144 w 144"/>
                <a:gd name="T21" fmla="*/ 72 h 144"/>
                <a:gd name="T22" fmla="*/ 128 w 144"/>
                <a:gd name="T23" fmla="*/ 27 h 144"/>
                <a:gd name="T24" fmla="*/ 113 w 144"/>
                <a:gd name="T25" fmla="*/ 45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4" h="144">
                  <a:moveTo>
                    <a:pt x="113" y="45"/>
                  </a:moveTo>
                  <a:cubicBezTo>
                    <a:pt x="118" y="53"/>
                    <a:pt x="121" y="62"/>
                    <a:pt x="121" y="72"/>
                  </a:cubicBezTo>
                  <a:cubicBezTo>
                    <a:pt x="121" y="99"/>
                    <a:pt x="99" y="121"/>
                    <a:pt x="72" y="121"/>
                  </a:cubicBezTo>
                  <a:cubicBezTo>
                    <a:pt x="45" y="121"/>
                    <a:pt x="23" y="99"/>
                    <a:pt x="23" y="72"/>
                  </a:cubicBezTo>
                  <a:cubicBezTo>
                    <a:pt x="23" y="45"/>
                    <a:pt x="45" y="23"/>
                    <a:pt x="72" y="23"/>
                  </a:cubicBezTo>
                  <a:cubicBezTo>
                    <a:pt x="84" y="23"/>
                    <a:pt x="94" y="27"/>
                    <a:pt x="103" y="34"/>
                  </a:cubicBezTo>
                  <a:cubicBezTo>
                    <a:pt x="117" y="16"/>
                    <a:pt x="117" y="16"/>
                    <a:pt x="117" y="16"/>
                  </a:cubicBezTo>
                  <a:cubicBezTo>
                    <a:pt x="105" y="6"/>
                    <a:pt x="89" y="0"/>
                    <a:pt x="72" y="0"/>
                  </a:cubicBezTo>
                  <a:cubicBezTo>
                    <a:pt x="32" y="0"/>
                    <a:pt x="0" y="32"/>
                    <a:pt x="0" y="72"/>
                  </a:cubicBezTo>
                  <a:cubicBezTo>
                    <a:pt x="0" y="111"/>
                    <a:pt x="32" y="144"/>
                    <a:pt x="72" y="144"/>
                  </a:cubicBezTo>
                  <a:cubicBezTo>
                    <a:pt x="111" y="144"/>
                    <a:pt x="144" y="111"/>
                    <a:pt x="144" y="72"/>
                  </a:cubicBezTo>
                  <a:cubicBezTo>
                    <a:pt x="144" y="55"/>
                    <a:pt x="138" y="39"/>
                    <a:pt x="128" y="27"/>
                  </a:cubicBezTo>
                  <a:lnTo>
                    <a:pt x="113" y="45"/>
                  </a:lnTo>
                  <a:close/>
                </a:path>
              </a:pathLst>
            </a:custGeom>
            <a:solidFill>
              <a:srgbClr val="EB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dirty="0">
                <a:ln>
                  <a:noFill/>
                </a:ln>
                <a:solidFill>
                  <a:prstClr val="black"/>
                </a:solidFill>
                <a:effectLst/>
                <a:uLnTx/>
                <a:uFillTx/>
                <a:latin typeface="Santander Text" panose="020B0504020201020104"/>
                <a:ea typeface="+mn-ea"/>
                <a:cs typeface="+mn-cs"/>
              </a:endParaRPr>
            </a:p>
          </p:txBody>
        </p:sp>
        <p:sp>
          <p:nvSpPr>
            <p:cNvPr id="12" name="Freeform 28">
              <a:extLst>
                <a:ext uri="{FF2B5EF4-FFF2-40B4-BE49-F238E27FC236}">
                  <a16:creationId xmlns:a16="http://schemas.microsoft.com/office/drawing/2014/main" id="{4388D7FF-978F-7BA4-20D9-F5776CD2DDCB}"/>
                </a:ext>
              </a:extLst>
            </p:cNvPr>
            <p:cNvSpPr>
              <a:spLocks/>
            </p:cNvSpPr>
            <p:nvPr/>
          </p:nvSpPr>
          <p:spPr bwMode="auto">
            <a:xfrm>
              <a:off x="1660525" y="2441576"/>
              <a:ext cx="374650" cy="447675"/>
            </a:xfrm>
            <a:custGeom>
              <a:avLst/>
              <a:gdLst>
                <a:gd name="T0" fmla="*/ 236 w 236"/>
                <a:gd name="T1" fmla="*/ 50 h 282"/>
                <a:gd name="T2" fmla="*/ 181 w 236"/>
                <a:gd name="T3" fmla="*/ 55 h 282"/>
                <a:gd name="T4" fmla="*/ 177 w 236"/>
                <a:gd name="T5" fmla="*/ 0 h 282"/>
                <a:gd name="T6" fmla="*/ 132 w 236"/>
                <a:gd name="T7" fmla="*/ 55 h 282"/>
                <a:gd name="T8" fmla="*/ 127 w 236"/>
                <a:gd name="T9" fmla="*/ 95 h 282"/>
                <a:gd name="T10" fmla="*/ 5 w 236"/>
                <a:gd name="T11" fmla="*/ 248 h 282"/>
                <a:gd name="T12" fmla="*/ 0 w 236"/>
                <a:gd name="T13" fmla="*/ 282 h 282"/>
                <a:gd name="T14" fmla="*/ 33 w 236"/>
                <a:gd name="T15" fmla="*/ 270 h 282"/>
                <a:gd name="T16" fmla="*/ 156 w 236"/>
                <a:gd name="T17" fmla="*/ 116 h 282"/>
                <a:gd name="T18" fmla="*/ 193 w 236"/>
                <a:gd name="T19" fmla="*/ 104 h 282"/>
                <a:gd name="T20" fmla="*/ 236 w 236"/>
                <a:gd name="T21" fmla="*/ 5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6" h="282">
                  <a:moveTo>
                    <a:pt x="236" y="50"/>
                  </a:moveTo>
                  <a:lnTo>
                    <a:pt x="181" y="55"/>
                  </a:lnTo>
                  <a:lnTo>
                    <a:pt x="177" y="0"/>
                  </a:lnTo>
                  <a:lnTo>
                    <a:pt x="132" y="55"/>
                  </a:lnTo>
                  <a:lnTo>
                    <a:pt x="127" y="95"/>
                  </a:lnTo>
                  <a:lnTo>
                    <a:pt x="5" y="248"/>
                  </a:lnTo>
                  <a:lnTo>
                    <a:pt x="0" y="282"/>
                  </a:lnTo>
                  <a:lnTo>
                    <a:pt x="33" y="270"/>
                  </a:lnTo>
                  <a:lnTo>
                    <a:pt x="156" y="116"/>
                  </a:lnTo>
                  <a:lnTo>
                    <a:pt x="193" y="104"/>
                  </a:lnTo>
                  <a:lnTo>
                    <a:pt x="236" y="50"/>
                  </a:lnTo>
                  <a:close/>
                </a:path>
              </a:pathLst>
            </a:custGeom>
            <a:solidFill>
              <a:sysClr val="windowText" lastClr="000000">
                <a:lumMod val="65000"/>
                <a:lumOff val="35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dirty="0">
                <a:ln>
                  <a:noFill/>
                </a:ln>
                <a:solidFill>
                  <a:prstClr val="black"/>
                </a:solidFill>
                <a:effectLst/>
                <a:uLnTx/>
                <a:uFillTx/>
                <a:latin typeface="Santander Text" panose="020B0504020201020104"/>
                <a:ea typeface="+mn-ea"/>
                <a:cs typeface="+mn-cs"/>
              </a:endParaRPr>
            </a:p>
          </p:txBody>
        </p:sp>
      </p:grpSp>
      <p:sp>
        <p:nvSpPr>
          <p:cNvPr id="13" name="TextBox 8">
            <a:extLst>
              <a:ext uri="{FF2B5EF4-FFF2-40B4-BE49-F238E27FC236}">
                <a16:creationId xmlns:a16="http://schemas.microsoft.com/office/drawing/2014/main" id="{D1D06CC9-4DD7-0105-6E0B-821DCC4FD0AF}"/>
              </a:ext>
            </a:extLst>
          </p:cNvPr>
          <p:cNvSpPr txBox="1"/>
          <p:nvPr/>
        </p:nvSpPr>
        <p:spPr>
          <a:xfrm>
            <a:off x="1252660" y="3247386"/>
            <a:ext cx="2353869"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dirty="0">
                <a:ln>
                  <a:noFill/>
                </a:ln>
                <a:solidFill>
                  <a:prstClr val="black">
                    <a:lumMod val="75000"/>
                    <a:lumOff val="25000"/>
                  </a:prstClr>
                </a:solidFill>
                <a:effectLst/>
                <a:uLnTx/>
                <a:uFillTx/>
                <a:latin typeface="Santander Text" panose="020B0504020201020104"/>
                <a:ea typeface="+mn-ea"/>
                <a:cs typeface="+mn-cs"/>
              </a:rPr>
              <a:t>Process Objectives</a:t>
            </a:r>
          </a:p>
        </p:txBody>
      </p:sp>
      <p:sp>
        <p:nvSpPr>
          <p:cNvPr id="14" name="Rectángulo redondeado 1">
            <a:extLst>
              <a:ext uri="{FF2B5EF4-FFF2-40B4-BE49-F238E27FC236}">
                <a16:creationId xmlns:a16="http://schemas.microsoft.com/office/drawing/2014/main" id="{D1E9F185-60A2-70B7-B9EE-D863931282F0}"/>
              </a:ext>
            </a:extLst>
          </p:cNvPr>
          <p:cNvSpPr/>
          <p:nvPr/>
        </p:nvSpPr>
        <p:spPr>
          <a:xfrm>
            <a:off x="734788" y="3788377"/>
            <a:ext cx="10877172" cy="2985934"/>
          </a:xfrm>
          <a:prstGeom prst="roundRect">
            <a:avLst>
              <a:gd name="adj" fmla="val 4342"/>
            </a:avLst>
          </a:pr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rtlCol="0" anchor="t" anchorCtr="0"/>
          <a:lstStyle/>
          <a:p>
            <a:pPr marL="174625" indent="-174625">
              <a:spcBef>
                <a:spcPts val="300"/>
              </a:spcBef>
              <a:spcAft>
                <a:spcPts val="300"/>
              </a:spcAft>
              <a:buFont typeface="Arial" panose="020B0604020202020204" pitchFamily="34" charset="0"/>
              <a:buChar char="•"/>
              <a:defRPr/>
            </a:pPr>
            <a:r>
              <a:rPr kumimoji="0" lang="en-GB" altLang="es-ES_tradnl" sz="1200" b="1" i="0" u="none" strike="noStrike" kern="0" cap="none" spc="0" normalizeH="0" baseline="0" dirty="0">
                <a:ln>
                  <a:noFill/>
                </a:ln>
                <a:solidFill>
                  <a:srgbClr val="0070C0"/>
                </a:solidFill>
                <a:effectLst/>
                <a:uLnTx/>
                <a:uFillTx/>
                <a:latin typeface="Santander Text" panose="020B0504020201020104"/>
                <a:ea typeface="+mn-ea"/>
                <a:cs typeface="+mn-cs"/>
              </a:rPr>
              <a:t>T24 daily controls</a:t>
            </a:r>
            <a:r>
              <a:rPr kumimoji="0" lang="en-GB" altLang="es-ES_tradnl" sz="1200" b="0" i="0" u="none" strike="noStrike" kern="0" cap="none" spc="0" normalizeH="0" baseline="0" dirty="0">
                <a:ln>
                  <a:noFill/>
                </a:ln>
                <a:solidFill>
                  <a:schemeClr val="tx1">
                    <a:lumMod val="95000"/>
                    <a:lumOff val="5000"/>
                  </a:schemeClr>
                </a:solidFill>
                <a:effectLst/>
                <a:uLnTx/>
                <a:uFillTx/>
                <a:latin typeface="Santander Text" panose="020B0504020201020104"/>
                <a:ea typeface="+mn-ea"/>
                <a:cs typeface="+mn-cs"/>
              </a:rPr>
              <a:t>: </a:t>
            </a:r>
            <a:r>
              <a:rPr lang="es-ES" sz="1200" dirty="0">
                <a:solidFill>
                  <a:schemeClr val="tx1">
                    <a:lumMod val="95000"/>
                    <a:lumOff val="5000"/>
                  </a:schemeClr>
                </a:solidFill>
                <a:latin typeface="Santander Headline"/>
              </a:rPr>
              <a:t>JPM as </a:t>
            </a:r>
            <a:r>
              <a:rPr lang="es-ES" sz="1200" dirty="0" err="1">
                <a:solidFill>
                  <a:schemeClr val="tx1">
                    <a:lumMod val="95000"/>
                    <a:lumOff val="5000"/>
                  </a:schemeClr>
                </a:solidFill>
                <a:latin typeface="Santander Headline"/>
              </a:rPr>
              <a:t>the</a:t>
            </a:r>
            <a:r>
              <a:rPr lang="es-ES" sz="1200" dirty="0">
                <a:solidFill>
                  <a:schemeClr val="tx1">
                    <a:lumMod val="95000"/>
                    <a:lumOff val="5000"/>
                  </a:schemeClr>
                </a:solidFill>
                <a:latin typeface="Santander Headline"/>
              </a:rPr>
              <a:t> </a:t>
            </a:r>
            <a:r>
              <a:rPr lang="es-ES" sz="1200" dirty="0" err="1">
                <a:solidFill>
                  <a:schemeClr val="tx1">
                    <a:lumMod val="95000"/>
                    <a:lumOff val="5000"/>
                  </a:schemeClr>
                </a:solidFill>
                <a:latin typeface="Santander Headline"/>
              </a:rPr>
              <a:t>lender</a:t>
            </a:r>
            <a:r>
              <a:rPr lang="es-ES" sz="1200" dirty="0">
                <a:solidFill>
                  <a:schemeClr val="tx1">
                    <a:lumMod val="95000"/>
                    <a:lumOff val="5000"/>
                  </a:schemeClr>
                </a:solidFill>
                <a:latin typeface="Santander Headline"/>
              </a:rPr>
              <a:t> </a:t>
            </a:r>
            <a:r>
              <a:rPr lang="es-ES" sz="1200" dirty="0" err="1">
                <a:solidFill>
                  <a:schemeClr val="tx1">
                    <a:lumMod val="95000"/>
                    <a:lumOff val="5000"/>
                  </a:schemeClr>
                </a:solidFill>
                <a:latin typeface="Santander Headline"/>
              </a:rPr>
              <a:t>agent</a:t>
            </a:r>
            <a:r>
              <a:rPr lang="es-ES" sz="1200" dirty="0">
                <a:solidFill>
                  <a:schemeClr val="tx1">
                    <a:lumMod val="95000"/>
                    <a:lumOff val="5000"/>
                  </a:schemeClr>
                </a:solidFill>
                <a:latin typeface="Santander Headline"/>
              </a:rPr>
              <a:t> </a:t>
            </a:r>
            <a:r>
              <a:rPr lang="es-ES" sz="1200" dirty="0" err="1">
                <a:solidFill>
                  <a:schemeClr val="tx1">
                    <a:lumMod val="95000"/>
                    <a:lumOff val="5000"/>
                  </a:schemeClr>
                </a:solidFill>
                <a:latin typeface="Santander Headline"/>
              </a:rPr>
              <a:t>is</a:t>
            </a:r>
            <a:r>
              <a:rPr lang="es-ES" sz="1200" dirty="0">
                <a:solidFill>
                  <a:schemeClr val="tx1">
                    <a:lumMod val="95000"/>
                    <a:lumOff val="5000"/>
                  </a:schemeClr>
                </a:solidFill>
                <a:latin typeface="Santander Headline"/>
              </a:rPr>
              <a:t> </a:t>
            </a:r>
            <a:r>
              <a:rPr lang="es-ES" sz="1200" dirty="0" err="1">
                <a:solidFill>
                  <a:schemeClr val="tx1">
                    <a:lumMod val="95000"/>
                    <a:lumOff val="5000"/>
                  </a:schemeClr>
                </a:solidFill>
                <a:latin typeface="Santander Headline"/>
              </a:rPr>
              <a:t>responsible</a:t>
            </a:r>
            <a:r>
              <a:rPr lang="es-ES" sz="1200" dirty="0">
                <a:solidFill>
                  <a:schemeClr val="tx1">
                    <a:lumMod val="95000"/>
                    <a:lumOff val="5000"/>
                  </a:schemeClr>
                </a:solidFill>
                <a:latin typeface="Santander Headline"/>
              </a:rPr>
              <a:t> </a:t>
            </a:r>
            <a:r>
              <a:rPr lang="es-ES" sz="1200" dirty="0" err="1">
                <a:solidFill>
                  <a:schemeClr val="tx1">
                    <a:lumMod val="95000"/>
                    <a:lumOff val="5000"/>
                  </a:schemeClr>
                </a:solidFill>
                <a:latin typeface="Santander Headline"/>
              </a:rPr>
              <a:t>for</a:t>
            </a:r>
            <a:r>
              <a:rPr lang="es-ES" sz="1200" dirty="0">
                <a:solidFill>
                  <a:schemeClr val="tx1">
                    <a:lumMod val="95000"/>
                    <a:lumOff val="5000"/>
                  </a:schemeClr>
                </a:solidFill>
                <a:latin typeface="Santander Headline"/>
              </a:rPr>
              <a:t> </a:t>
            </a:r>
            <a:r>
              <a:rPr lang="es-ES" sz="1200" dirty="0" err="1">
                <a:solidFill>
                  <a:schemeClr val="tx1">
                    <a:lumMod val="95000"/>
                    <a:lumOff val="5000"/>
                  </a:schemeClr>
                </a:solidFill>
                <a:latin typeface="Santander Headline"/>
              </a:rPr>
              <a:t>managing</a:t>
            </a:r>
            <a:r>
              <a:rPr lang="es-ES" sz="1200" dirty="0">
                <a:solidFill>
                  <a:schemeClr val="tx1">
                    <a:lumMod val="95000"/>
                    <a:lumOff val="5000"/>
                  </a:schemeClr>
                </a:solidFill>
                <a:latin typeface="Santander Headline"/>
              </a:rPr>
              <a:t> </a:t>
            </a:r>
            <a:r>
              <a:rPr lang="es-ES" sz="1200" dirty="0" err="1">
                <a:solidFill>
                  <a:schemeClr val="tx1">
                    <a:lumMod val="95000"/>
                    <a:lumOff val="5000"/>
                  </a:schemeClr>
                </a:solidFill>
                <a:latin typeface="Santander Headline"/>
              </a:rPr>
              <a:t>the</a:t>
            </a:r>
            <a:r>
              <a:rPr lang="es-ES" sz="1200" dirty="0">
                <a:solidFill>
                  <a:schemeClr val="tx1">
                    <a:lumMod val="95000"/>
                    <a:lumOff val="5000"/>
                  </a:schemeClr>
                </a:solidFill>
                <a:latin typeface="Santander Headline"/>
              </a:rPr>
              <a:t> </a:t>
            </a:r>
            <a:r>
              <a:rPr lang="es-ES" sz="1200" dirty="0" err="1">
                <a:solidFill>
                  <a:schemeClr val="tx1">
                    <a:lumMod val="95000"/>
                    <a:lumOff val="5000"/>
                  </a:schemeClr>
                </a:solidFill>
                <a:latin typeface="Santander Headline"/>
              </a:rPr>
              <a:t>loans</a:t>
            </a:r>
            <a:r>
              <a:rPr lang="es-ES" sz="1200" dirty="0">
                <a:solidFill>
                  <a:schemeClr val="tx1">
                    <a:lumMod val="95000"/>
                    <a:lumOff val="5000"/>
                  </a:schemeClr>
                </a:solidFill>
                <a:latin typeface="Santander Headline"/>
              </a:rPr>
              <a:t> </a:t>
            </a:r>
            <a:r>
              <a:rPr lang="es-ES" sz="1200" dirty="0" err="1">
                <a:solidFill>
                  <a:schemeClr val="tx1">
                    <a:lumMod val="95000"/>
                    <a:lumOff val="5000"/>
                  </a:schemeClr>
                </a:solidFill>
                <a:latin typeface="Santander Headline"/>
              </a:rPr>
              <a:t>on</a:t>
            </a:r>
            <a:r>
              <a:rPr lang="es-ES" sz="1200" dirty="0">
                <a:solidFill>
                  <a:schemeClr val="tx1">
                    <a:lumMod val="95000"/>
                    <a:lumOff val="5000"/>
                  </a:schemeClr>
                </a:solidFill>
                <a:latin typeface="Santander Headline"/>
              </a:rPr>
              <a:t> </a:t>
            </a:r>
            <a:r>
              <a:rPr lang="es-ES" sz="1200" dirty="0" err="1">
                <a:solidFill>
                  <a:schemeClr val="tx1">
                    <a:lumMod val="95000"/>
                    <a:lumOff val="5000"/>
                  </a:schemeClr>
                </a:solidFill>
                <a:latin typeface="Santander Headline"/>
              </a:rPr>
              <a:t>BSI’s</a:t>
            </a:r>
            <a:r>
              <a:rPr lang="es-ES" sz="1200" dirty="0">
                <a:solidFill>
                  <a:schemeClr val="tx1">
                    <a:lumMod val="95000"/>
                    <a:lumOff val="5000"/>
                  </a:schemeClr>
                </a:solidFill>
                <a:latin typeface="Santander Headline"/>
              </a:rPr>
              <a:t> </a:t>
            </a:r>
            <a:r>
              <a:rPr lang="es-ES" sz="1200" dirty="0" err="1">
                <a:solidFill>
                  <a:schemeClr val="tx1">
                    <a:lumMod val="95000"/>
                    <a:lumOff val="5000"/>
                  </a:schemeClr>
                </a:solidFill>
                <a:latin typeface="Santander Headline"/>
              </a:rPr>
              <a:t>behalf</a:t>
            </a:r>
            <a:r>
              <a:rPr lang="es-ES" sz="1200" dirty="0">
                <a:solidFill>
                  <a:schemeClr val="tx1">
                    <a:lumMod val="95000"/>
                    <a:lumOff val="5000"/>
                  </a:schemeClr>
                </a:solidFill>
                <a:latin typeface="Santander Headline"/>
              </a:rPr>
              <a:t> and </a:t>
            </a:r>
            <a:r>
              <a:rPr lang="es-ES" sz="1200" dirty="0" err="1">
                <a:solidFill>
                  <a:schemeClr val="tx1">
                    <a:lumMod val="95000"/>
                    <a:lumOff val="5000"/>
                  </a:schemeClr>
                </a:solidFill>
                <a:latin typeface="Santander Headline"/>
              </a:rPr>
              <a:t>to</a:t>
            </a:r>
            <a:r>
              <a:rPr lang="es-ES" sz="1200" dirty="0">
                <a:solidFill>
                  <a:schemeClr val="tx1">
                    <a:lumMod val="95000"/>
                    <a:lumOff val="5000"/>
                  </a:schemeClr>
                </a:solidFill>
                <a:latin typeface="Santander Headline"/>
              </a:rPr>
              <a:t> </a:t>
            </a:r>
            <a:r>
              <a:rPr lang="es-ES" sz="1200" dirty="0" err="1">
                <a:solidFill>
                  <a:schemeClr val="tx1">
                    <a:lumMod val="95000"/>
                    <a:lumOff val="5000"/>
                  </a:schemeClr>
                </a:solidFill>
                <a:latin typeface="Santander Headline"/>
              </a:rPr>
              <a:t>request</a:t>
            </a:r>
            <a:r>
              <a:rPr lang="es-ES" sz="1200" dirty="0">
                <a:solidFill>
                  <a:schemeClr val="tx1">
                    <a:lumMod val="95000"/>
                    <a:lumOff val="5000"/>
                  </a:schemeClr>
                </a:solidFill>
                <a:latin typeface="Santander Headline"/>
              </a:rPr>
              <a:t> </a:t>
            </a:r>
            <a:r>
              <a:rPr lang="es-ES" sz="1200" dirty="0" err="1">
                <a:solidFill>
                  <a:schemeClr val="tx1">
                    <a:lumMod val="95000"/>
                    <a:lumOff val="5000"/>
                  </a:schemeClr>
                </a:solidFill>
                <a:latin typeface="Santander Headline"/>
              </a:rPr>
              <a:t>collateral</a:t>
            </a:r>
            <a:r>
              <a:rPr lang="es-ES" sz="1200" dirty="0">
                <a:solidFill>
                  <a:schemeClr val="tx1">
                    <a:lumMod val="95000"/>
                    <a:lumOff val="5000"/>
                  </a:schemeClr>
                </a:solidFill>
                <a:latin typeface="Santander Headline"/>
              </a:rPr>
              <a:t> </a:t>
            </a:r>
            <a:r>
              <a:rPr lang="es-ES" sz="1200" dirty="0" err="1">
                <a:solidFill>
                  <a:schemeClr val="tx1">
                    <a:lumMod val="95000"/>
                    <a:lumOff val="5000"/>
                  </a:schemeClr>
                </a:solidFill>
                <a:latin typeface="Santander Headline"/>
              </a:rPr>
              <a:t>to</a:t>
            </a:r>
            <a:r>
              <a:rPr lang="es-ES" sz="1200" dirty="0">
                <a:solidFill>
                  <a:schemeClr val="tx1">
                    <a:lumMod val="95000"/>
                    <a:lumOff val="5000"/>
                  </a:schemeClr>
                </a:solidFill>
                <a:latin typeface="Santander Headline"/>
              </a:rPr>
              <a:t> </a:t>
            </a:r>
            <a:r>
              <a:rPr lang="es-ES" sz="1200" dirty="0" err="1">
                <a:solidFill>
                  <a:schemeClr val="tx1">
                    <a:lumMod val="95000"/>
                    <a:lumOff val="5000"/>
                  </a:schemeClr>
                </a:solidFill>
                <a:latin typeface="Santander Headline"/>
              </a:rPr>
              <a:t>the</a:t>
            </a:r>
            <a:r>
              <a:rPr lang="es-ES" sz="1200" dirty="0">
                <a:solidFill>
                  <a:schemeClr val="tx1">
                    <a:lumMod val="95000"/>
                    <a:lumOff val="5000"/>
                  </a:schemeClr>
                </a:solidFill>
                <a:latin typeface="Santander Headline"/>
              </a:rPr>
              <a:t> </a:t>
            </a:r>
            <a:r>
              <a:rPr lang="es-ES" sz="1200" dirty="0" err="1">
                <a:solidFill>
                  <a:schemeClr val="tx1">
                    <a:lumMod val="95000"/>
                    <a:lumOff val="5000"/>
                  </a:schemeClr>
                </a:solidFill>
                <a:latin typeface="Santander Headline"/>
              </a:rPr>
              <a:t>borrowers</a:t>
            </a:r>
            <a:r>
              <a:rPr lang="es-ES" sz="1200" dirty="0">
                <a:solidFill>
                  <a:schemeClr val="tx1">
                    <a:lumMod val="95000"/>
                    <a:lumOff val="5000"/>
                  </a:schemeClr>
                </a:solidFill>
                <a:latin typeface="Santander Headline"/>
              </a:rPr>
              <a:t>. </a:t>
            </a:r>
            <a:r>
              <a:rPr lang="es-ES" sz="1200" dirty="0" err="1">
                <a:solidFill>
                  <a:schemeClr val="tx1">
                    <a:lumMod val="95000"/>
                    <a:lumOff val="5000"/>
                  </a:schemeClr>
                </a:solidFill>
                <a:latin typeface="Santander Headline"/>
              </a:rPr>
              <a:t>Daily</a:t>
            </a:r>
            <a:r>
              <a:rPr lang="es-ES" sz="1200" dirty="0">
                <a:solidFill>
                  <a:schemeClr val="tx1">
                    <a:lumMod val="95000"/>
                    <a:lumOff val="5000"/>
                  </a:schemeClr>
                </a:solidFill>
                <a:latin typeface="Santander Headline"/>
              </a:rPr>
              <a:t> </a:t>
            </a:r>
            <a:r>
              <a:rPr lang="es-ES" sz="1200" dirty="0" err="1">
                <a:solidFill>
                  <a:schemeClr val="tx1">
                    <a:lumMod val="95000"/>
                    <a:lumOff val="5000"/>
                  </a:schemeClr>
                </a:solidFill>
                <a:latin typeface="Santander Headline"/>
              </a:rPr>
              <a:t>reports</a:t>
            </a:r>
            <a:r>
              <a:rPr lang="es-ES" sz="1200" dirty="0">
                <a:solidFill>
                  <a:schemeClr val="tx1">
                    <a:lumMod val="95000"/>
                    <a:lumOff val="5000"/>
                  </a:schemeClr>
                </a:solidFill>
                <a:latin typeface="Santander Headline"/>
              </a:rPr>
              <a:t> </a:t>
            </a:r>
            <a:r>
              <a:rPr lang="es-ES" sz="1200" dirty="0" err="1">
                <a:solidFill>
                  <a:schemeClr val="tx1">
                    <a:lumMod val="95000"/>
                    <a:lumOff val="5000"/>
                  </a:schemeClr>
                </a:solidFill>
                <a:latin typeface="Santander Headline"/>
              </a:rPr>
              <a:t>will</a:t>
            </a:r>
            <a:r>
              <a:rPr lang="es-ES" sz="1200" dirty="0">
                <a:solidFill>
                  <a:schemeClr val="tx1">
                    <a:lumMod val="95000"/>
                    <a:lumOff val="5000"/>
                  </a:schemeClr>
                </a:solidFill>
                <a:latin typeface="Santander Headline"/>
              </a:rPr>
              <a:t> be </a:t>
            </a:r>
            <a:r>
              <a:rPr lang="es-ES" sz="1200" dirty="0" err="1">
                <a:solidFill>
                  <a:schemeClr val="tx1">
                    <a:lumMod val="95000"/>
                    <a:lumOff val="5000"/>
                  </a:schemeClr>
                </a:solidFill>
                <a:latin typeface="Santander Headline"/>
              </a:rPr>
              <a:t>shared</a:t>
            </a:r>
            <a:r>
              <a:rPr lang="es-ES" sz="1200" dirty="0">
                <a:solidFill>
                  <a:schemeClr val="tx1">
                    <a:lumMod val="95000"/>
                    <a:lumOff val="5000"/>
                  </a:schemeClr>
                </a:solidFill>
                <a:latin typeface="Santander Headline"/>
              </a:rPr>
              <a:t> </a:t>
            </a:r>
            <a:r>
              <a:rPr lang="es-ES" sz="1200" dirty="0" err="1">
                <a:solidFill>
                  <a:schemeClr val="tx1">
                    <a:lumMod val="95000"/>
                    <a:lumOff val="5000"/>
                  </a:schemeClr>
                </a:solidFill>
                <a:latin typeface="Santander Headline"/>
              </a:rPr>
              <a:t>with</a:t>
            </a:r>
            <a:r>
              <a:rPr lang="es-ES" sz="1200" dirty="0">
                <a:solidFill>
                  <a:schemeClr val="tx1">
                    <a:lumMod val="95000"/>
                    <a:lumOff val="5000"/>
                  </a:schemeClr>
                </a:solidFill>
                <a:latin typeface="Santander Headline"/>
              </a:rPr>
              <a:t> BSI </a:t>
            </a:r>
            <a:r>
              <a:rPr lang="es-ES" sz="1200" dirty="0" err="1">
                <a:solidFill>
                  <a:schemeClr val="tx1">
                    <a:lumMod val="95000"/>
                    <a:lumOff val="5000"/>
                  </a:schemeClr>
                </a:solidFill>
                <a:latin typeface="Santander Headline"/>
              </a:rPr>
              <a:t>via</a:t>
            </a:r>
            <a:r>
              <a:rPr lang="es-ES" sz="1200" dirty="0">
                <a:solidFill>
                  <a:schemeClr val="tx1">
                    <a:lumMod val="95000"/>
                    <a:lumOff val="5000"/>
                  </a:schemeClr>
                </a:solidFill>
                <a:latin typeface="Santander Headline"/>
              </a:rPr>
              <a:t> SFTP, </a:t>
            </a:r>
            <a:r>
              <a:rPr lang="es-ES" sz="1200" dirty="0" err="1">
                <a:solidFill>
                  <a:schemeClr val="tx1">
                    <a:lumMod val="95000"/>
                    <a:lumOff val="5000"/>
                  </a:schemeClr>
                </a:solidFill>
                <a:latin typeface="Santander Headline"/>
              </a:rPr>
              <a:t>uploaded</a:t>
            </a:r>
            <a:r>
              <a:rPr lang="es-ES" sz="1200" dirty="0">
                <a:solidFill>
                  <a:schemeClr val="tx1">
                    <a:lumMod val="95000"/>
                    <a:lumOff val="5000"/>
                  </a:schemeClr>
                </a:solidFill>
                <a:latin typeface="Santander Headline"/>
              </a:rPr>
              <a:t> in T24 so </a:t>
            </a:r>
            <a:r>
              <a:rPr lang="es-ES" sz="1200" dirty="0" err="1">
                <a:solidFill>
                  <a:schemeClr val="tx1">
                    <a:lumMod val="95000"/>
                    <a:lumOff val="5000"/>
                  </a:schemeClr>
                </a:solidFill>
                <a:latin typeface="Santander Headline"/>
              </a:rPr>
              <a:t>several</a:t>
            </a:r>
            <a:r>
              <a:rPr lang="es-ES" sz="1200" dirty="0">
                <a:solidFill>
                  <a:schemeClr val="tx1">
                    <a:lumMod val="95000"/>
                    <a:lumOff val="5000"/>
                  </a:schemeClr>
                </a:solidFill>
                <a:latin typeface="Santander Headline"/>
              </a:rPr>
              <a:t> </a:t>
            </a:r>
            <a:r>
              <a:rPr lang="es-ES" sz="1200" dirty="0" err="1">
                <a:solidFill>
                  <a:schemeClr val="tx1">
                    <a:lumMod val="95000"/>
                    <a:lumOff val="5000"/>
                  </a:schemeClr>
                </a:solidFill>
                <a:latin typeface="Santander Headline"/>
              </a:rPr>
              <a:t>controls</a:t>
            </a:r>
            <a:r>
              <a:rPr lang="es-ES" sz="1200" dirty="0">
                <a:solidFill>
                  <a:schemeClr val="tx1">
                    <a:lumMod val="95000"/>
                    <a:lumOff val="5000"/>
                  </a:schemeClr>
                </a:solidFill>
                <a:latin typeface="Santander Headline"/>
              </a:rPr>
              <a:t> can be run </a:t>
            </a:r>
            <a:r>
              <a:rPr lang="es-ES" sz="1200" dirty="0" err="1">
                <a:solidFill>
                  <a:schemeClr val="tx1">
                    <a:lumMod val="95000"/>
                    <a:lumOff val="5000"/>
                  </a:schemeClr>
                </a:solidFill>
                <a:latin typeface="Santander Headline"/>
              </a:rPr>
              <a:t>to</a:t>
            </a:r>
            <a:r>
              <a:rPr lang="es-ES" sz="1200" dirty="0">
                <a:solidFill>
                  <a:schemeClr val="tx1">
                    <a:lumMod val="95000"/>
                    <a:lumOff val="5000"/>
                  </a:schemeClr>
                </a:solidFill>
                <a:latin typeface="Santander Headline"/>
              </a:rPr>
              <a:t> monitor </a:t>
            </a:r>
            <a:r>
              <a:rPr lang="es-ES" sz="1200" dirty="0" err="1">
                <a:solidFill>
                  <a:schemeClr val="tx1">
                    <a:lumMod val="95000"/>
                    <a:lumOff val="5000"/>
                  </a:schemeClr>
                </a:solidFill>
                <a:latin typeface="Santander Headline"/>
              </a:rPr>
              <a:t>the</a:t>
            </a:r>
            <a:r>
              <a:rPr lang="es-ES" sz="1200" dirty="0">
                <a:solidFill>
                  <a:schemeClr val="tx1">
                    <a:lumMod val="95000"/>
                    <a:lumOff val="5000"/>
                  </a:schemeClr>
                </a:solidFill>
                <a:latin typeface="Santander Headline"/>
              </a:rPr>
              <a:t> </a:t>
            </a:r>
            <a:r>
              <a:rPr lang="es-ES" sz="1200" dirty="0" err="1">
                <a:solidFill>
                  <a:schemeClr val="tx1">
                    <a:lumMod val="95000"/>
                    <a:lumOff val="5000"/>
                  </a:schemeClr>
                </a:solidFill>
                <a:latin typeface="Santander Headline"/>
              </a:rPr>
              <a:t>lending</a:t>
            </a:r>
            <a:r>
              <a:rPr lang="es-ES" sz="1200" dirty="0">
                <a:solidFill>
                  <a:schemeClr val="tx1">
                    <a:lumMod val="95000"/>
                    <a:lumOff val="5000"/>
                  </a:schemeClr>
                </a:solidFill>
                <a:latin typeface="Santander Headline"/>
              </a:rPr>
              <a:t> </a:t>
            </a:r>
            <a:r>
              <a:rPr lang="es-ES" sz="1200" dirty="0" err="1">
                <a:solidFill>
                  <a:schemeClr val="tx1">
                    <a:lumMod val="95000"/>
                    <a:lumOff val="5000"/>
                  </a:schemeClr>
                </a:solidFill>
                <a:latin typeface="Santander Headline"/>
              </a:rPr>
              <a:t>activity</a:t>
            </a:r>
            <a:endParaRPr lang="es-ES" sz="1200" dirty="0">
              <a:solidFill>
                <a:schemeClr val="tx1">
                  <a:lumMod val="95000"/>
                  <a:lumOff val="5000"/>
                </a:schemeClr>
              </a:solidFill>
              <a:latin typeface="Santander Headline"/>
            </a:endParaRPr>
          </a:p>
          <a:p>
            <a:pPr marL="174625" indent="-174625">
              <a:spcBef>
                <a:spcPts val="300"/>
              </a:spcBef>
              <a:spcAft>
                <a:spcPts val="300"/>
              </a:spcAft>
              <a:buFont typeface="Arial" panose="020B0604020202020204" pitchFamily="34" charset="0"/>
              <a:buChar char="•"/>
              <a:defRPr/>
            </a:pPr>
            <a:r>
              <a:rPr lang="es-ES" altLang="es-ES_tradnl" sz="1200" b="1" kern="0" dirty="0">
                <a:solidFill>
                  <a:srgbClr val="0070C0"/>
                </a:solidFill>
                <a:latin typeface="Santander Text" panose="020B0504020201020104"/>
              </a:rPr>
              <a:t>Transfer </a:t>
            </a:r>
            <a:r>
              <a:rPr lang="es-ES" altLang="es-ES_tradnl" sz="1200" b="1" kern="0" dirty="0" err="1">
                <a:solidFill>
                  <a:srgbClr val="0070C0"/>
                </a:solidFill>
                <a:latin typeface="Santander Text" panose="020B0504020201020104"/>
              </a:rPr>
              <a:t>Automation</a:t>
            </a:r>
            <a:r>
              <a:rPr lang="es-ES" altLang="es-ES_tradnl" sz="1200" b="1" kern="0" dirty="0">
                <a:solidFill>
                  <a:schemeClr val="tx1">
                    <a:lumMod val="95000"/>
                    <a:lumOff val="5000"/>
                  </a:schemeClr>
                </a:solidFill>
                <a:latin typeface="Santander Text" panose="020B0504020201020104"/>
              </a:rPr>
              <a:t>: A new ómnibus </a:t>
            </a:r>
            <a:r>
              <a:rPr lang="es-ES" altLang="es-ES_tradnl" sz="1200" b="1" kern="0" dirty="0" err="1">
                <a:solidFill>
                  <a:schemeClr val="tx1">
                    <a:lumMod val="95000"/>
                    <a:lumOff val="5000"/>
                  </a:schemeClr>
                </a:solidFill>
                <a:latin typeface="Santander Text" panose="020B0504020201020104"/>
              </a:rPr>
              <a:t>account</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was</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opened</a:t>
            </a:r>
            <a:r>
              <a:rPr lang="es-ES" altLang="es-ES_tradnl" sz="1200" b="1" kern="0" dirty="0">
                <a:solidFill>
                  <a:schemeClr val="tx1">
                    <a:lumMod val="95000"/>
                    <a:lumOff val="5000"/>
                  </a:schemeClr>
                </a:solidFill>
                <a:latin typeface="Santander Text" panose="020B0504020201020104"/>
              </a:rPr>
              <a:t> at JP Morgan </a:t>
            </a:r>
            <a:r>
              <a:rPr lang="es-ES" altLang="es-ES_tradnl" sz="1200" b="1" kern="0" dirty="0" err="1">
                <a:solidFill>
                  <a:schemeClr val="tx1">
                    <a:lumMod val="95000"/>
                    <a:lumOff val="5000"/>
                  </a:schemeClr>
                </a:solidFill>
                <a:latin typeface="Santander Text" panose="020B0504020201020104"/>
              </a:rPr>
              <a:t>for</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those</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clients</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who</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opt-out</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from</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sec</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lending</a:t>
            </a:r>
            <a:r>
              <a:rPr lang="es-ES" altLang="es-ES_tradnl" sz="1200" b="1" kern="0" dirty="0">
                <a:solidFill>
                  <a:schemeClr val="tx1">
                    <a:lumMod val="95000"/>
                    <a:lumOff val="5000"/>
                  </a:schemeClr>
                </a:solidFill>
                <a:latin typeface="Santander Text" panose="020B0504020201020104"/>
              </a:rPr>
              <a:t>. A new </a:t>
            </a:r>
            <a:r>
              <a:rPr lang="es-ES" altLang="es-ES_tradnl" sz="1200" b="1" kern="0" dirty="0" err="1">
                <a:solidFill>
                  <a:schemeClr val="tx1">
                    <a:lumMod val="95000"/>
                    <a:lumOff val="5000"/>
                  </a:schemeClr>
                </a:solidFill>
                <a:latin typeface="Santander Text" panose="020B0504020201020104"/>
              </a:rPr>
              <a:t>routine</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was</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implemented</a:t>
            </a:r>
            <a:r>
              <a:rPr lang="es-ES" altLang="es-ES_tradnl" sz="1200" b="1" kern="0" dirty="0">
                <a:solidFill>
                  <a:schemeClr val="tx1">
                    <a:lumMod val="95000"/>
                    <a:lumOff val="5000"/>
                  </a:schemeClr>
                </a:solidFill>
                <a:latin typeface="Santander Text" panose="020B0504020201020104"/>
              </a:rPr>
              <a:t> in T24 </a:t>
            </a:r>
            <a:r>
              <a:rPr lang="es-ES" altLang="es-ES_tradnl" sz="1200" b="1" kern="0" dirty="0" err="1">
                <a:solidFill>
                  <a:schemeClr val="tx1">
                    <a:lumMod val="95000"/>
                    <a:lumOff val="5000"/>
                  </a:schemeClr>
                </a:solidFill>
                <a:latin typeface="Santander Text" panose="020B0504020201020104"/>
              </a:rPr>
              <a:t>to</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automated</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the</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process</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to</a:t>
            </a:r>
            <a:r>
              <a:rPr lang="es-ES" altLang="es-ES_tradnl" sz="1200" b="1" kern="0" dirty="0">
                <a:solidFill>
                  <a:schemeClr val="tx1">
                    <a:lumMod val="95000"/>
                    <a:lumOff val="5000"/>
                  </a:schemeClr>
                </a:solidFill>
                <a:latin typeface="Santander Text" panose="020B0504020201020104"/>
              </a:rPr>
              <a:t> transfer </a:t>
            </a:r>
            <a:r>
              <a:rPr lang="es-ES" altLang="es-ES_tradnl" sz="1200" b="1" kern="0" dirty="0" err="1">
                <a:solidFill>
                  <a:schemeClr val="tx1">
                    <a:lumMod val="95000"/>
                    <a:lumOff val="5000"/>
                  </a:schemeClr>
                </a:solidFill>
                <a:latin typeface="Santander Text" panose="020B0504020201020104"/>
              </a:rPr>
              <a:t>securities</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between</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the</a:t>
            </a:r>
            <a:r>
              <a:rPr lang="es-ES" altLang="es-ES_tradnl" sz="1200" b="1" kern="0" dirty="0">
                <a:solidFill>
                  <a:schemeClr val="tx1">
                    <a:lumMod val="95000"/>
                    <a:lumOff val="5000"/>
                  </a:schemeClr>
                </a:solidFill>
                <a:latin typeface="Santander Text" panose="020B0504020201020104"/>
              </a:rPr>
              <a:t> IN and OUT </a:t>
            </a:r>
            <a:r>
              <a:rPr lang="es-ES" altLang="es-ES_tradnl" sz="1200" b="1" kern="0" dirty="0" err="1">
                <a:solidFill>
                  <a:schemeClr val="tx1">
                    <a:lumMod val="95000"/>
                    <a:lumOff val="5000"/>
                  </a:schemeClr>
                </a:solidFill>
                <a:latin typeface="Santander Text" panose="020B0504020201020104"/>
              </a:rPr>
              <a:t>accounts</a:t>
            </a:r>
            <a:r>
              <a:rPr lang="es-ES" altLang="es-ES_tradnl" sz="1200" b="1" kern="0" dirty="0">
                <a:solidFill>
                  <a:schemeClr val="tx1">
                    <a:lumMod val="95000"/>
                    <a:lumOff val="5000"/>
                  </a:schemeClr>
                </a:solidFill>
                <a:latin typeface="Santander Text" panose="020B0504020201020104"/>
              </a:rPr>
              <a:t>. </a:t>
            </a:r>
          </a:p>
          <a:p>
            <a:pPr marL="174625" indent="-174625">
              <a:spcBef>
                <a:spcPts val="300"/>
              </a:spcBef>
              <a:spcAft>
                <a:spcPts val="300"/>
              </a:spcAft>
              <a:buFont typeface="Arial" panose="020B0604020202020204" pitchFamily="34" charset="0"/>
              <a:buChar char="•"/>
              <a:defRPr/>
            </a:pPr>
            <a:r>
              <a:rPr lang="es-ES" altLang="es-ES_tradnl" sz="1200" b="1" kern="0" dirty="0">
                <a:solidFill>
                  <a:srgbClr val="0070C0"/>
                </a:solidFill>
                <a:latin typeface="Santander Text" panose="020B0504020201020104"/>
              </a:rPr>
              <a:t>Position </a:t>
            </a:r>
            <a:r>
              <a:rPr lang="es-ES" altLang="es-ES_tradnl" sz="1200" b="1" kern="0" dirty="0" err="1">
                <a:solidFill>
                  <a:srgbClr val="0070C0"/>
                </a:solidFill>
                <a:latin typeface="Santander Text" panose="020B0504020201020104"/>
              </a:rPr>
              <a:t>Reconciliation</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The</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existing</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reconciliation</a:t>
            </a:r>
            <a:r>
              <a:rPr lang="es-ES" altLang="es-ES_tradnl" sz="1200" b="1" kern="0" dirty="0">
                <a:solidFill>
                  <a:schemeClr val="tx1">
                    <a:lumMod val="95000"/>
                    <a:lumOff val="5000"/>
                  </a:schemeClr>
                </a:solidFill>
                <a:latin typeface="Santander Text" panose="020B0504020201020104"/>
              </a:rPr>
              <a:t> in </a:t>
            </a:r>
            <a:r>
              <a:rPr lang="es-ES" altLang="es-ES_tradnl" sz="1200" b="1" kern="0" dirty="0" err="1">
                <a:solidFill>
                  <a:schemeClr val="tx1">
                    <a:lumMod val="95000"/>
                    <a:lumOff val="5000"/>
                  </a:schemeClr>
                </a:solidFill>
                <a:latin typeface="Santander Text" panose="020B0504020201020104"/>
              </a:rPr>
              <a:t>ReconXpert</a:t>
            </a:r>
            <a:r>
              <a:rPr lang="es-ES" altLang="es-ES_tradnl" sz="1200" b="1" kern="0" dirty="0">
                <a:solidFill>
                  <a:schemeClr val="tx1">
                    <a:lumMod val="95000"/>
                    <a:lumOff val="5000"/>
                  </a:schemeClr>
                </a:solidFill>
                <a:latin typeface="Santander Text" panose="020B0504020201020104"/>
              </a:rPr>
              <a:t> Will </a:t>
            </a:r>
            <a:r>
              <a:rPr lang="es-ES" altLang="es-ES_tradnl" sz="1200" b="1" kern="0" dirty="0" err="1">
                <a:solidFill>
                  <a:schemeClr val="tx1">
                    <a:lumMod val="95000"/>
                    <a:lumOff val="5000"/>
                  </a:schemeClr>
                </a:solidFill>
                <a:latin typeface="Santander Text" panose="020B0504020201020104"/>
              </a:rPr>
              <a:t>becaome</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daily</a:t>
            </a:r>
            <a:r>
              <a:rPr lang="es-ES" altLang="es-ES_tradnl" sz="1200" b="1" kern="0" dirty="0">
                <a:solidFill>
                  <a:schemeClr val="tx1">
                    <a:lumMod val="95000"/>
                    <a:lumOff val="5000"/>
                  </a:schemeClr>
                </a:solidFill>
                <a:latin typeface="Santander Text" panose="020B0504020201020104"/>
              </a:rPr>
              <a:t>. A new MT 535 file </a:t>
            </a:r>
            <a:r>
              <a:rPr lang="es-ES" altLang="es-ES_tradnl" sz="1200" b="1" kern="0" dirty="0" err="1">
                <a:solidFill>
                  <a:schemeClr val="tx1">
                    <a:lumMod val="95000"/>
                    <a:lumOff val="5000"/>
                  </a:schemeClr>
                </a:solidFill>
                <a:latin typeface="Santander Text" panose="020B0504020201020104"/>
              </a:rPr>
              <a:t>needs</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to</a:t>
            </a:r>
            <a:r>
              <a:rPr lang="es-ES" altLang="es-ES_tradnl" sz="1200" b="1" kern="0" dirty="0">
                <a:solidFill>
                  <a:schemeClr val="tx1">
                    <a:lumMod val="95000"/>
                    <a:lumOff val="5000"/>
                  </a:schemeClr>
                </a:solidFill>
                <a:latin typeface="Santander Text" panose="020B0504020201020104"/>
              </a:rPr>
              <a:t> be </a:t>
            </a:r>
            <a:r>
              <a:rPr lang="es-ES" altLang="es-ES_tradnl" sz="1200" b="1" kern="0" dirty="0" err="1">
                <a:solidFill>
                  <a:schemeClr val="tx1">
                    <a:lumMod val="95000"/>
                    <a:lumOff val="5000"/>
                  </a:schemeClr>
                </a:solidFill>
                <a:latin typeface="Santander Text" panose="020B0504020201020104"/>
              </a:rPr>
              <a:t>generated</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from</a:t>
            </a:r>
            <a:r>
              <a:rPr lang="es-ES" altLang="es-ES_tradnl" sz="1200" b="1" kern="0" dirty="0">
                <a:solidFill>
                  <a:schemeClr val="tx1">
                    <a:lumMod val="95000"/>
                    <a:lumOff val="5000"/>
                  </a:schemeClr>
                </a:solidFill>
                <a:latin typeface="Santander Text" panose="020B0504020201020104"/>
              </a:rPr>
              <a:t> T24 </a:t>
            </a:r>
            <a:r>
              <a:rPr lang="es-ES" altLang="es-ES_tradnl" sz="1200" b="1" kern="0" dirty="0" err="1">
                <a:solidFill>
                  <a:schemeClr val="tx1">
                    <a:lumMod val="95000"/>
                    <a:lumOff val="5000"/>
                  </a:schemeClr>
                </a:solidFill>
                <a:latin typeface="Santander Text" panose="020B0504020201020104"/>
              </a:rPr>
              <a:t>for</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the</a:t>
            </a:r>
            <a:r>
              <a:rPr lang="es-ES" altLang="es-ES_tradnl" sz="1200" b="1" kern="0" dirty="0">
                <a:solidFill>
                  <a:schemeClr val="tx1">
                    <a:lumMod val="95000"/>
                    <a:lumOff val="5000"/>
                  </a:schemeClr>
                </a:solidFill>
                <a:latin typeface="Santander Text" panose="020B0504020201020104"/>
              </a:rPr>
              <a:t> new ómnibus </a:t>
            </a:r>
            <a:r>
              <a:rPr lang="es-ES" altLang="es-ES_tradnl" sz="1200" b="1" kern="0" dirty="0" err="1">
                <a:solidFill>
                  <a:schemeClr val="tx1">
                    <a:lumMod val="95000"/>
                    <a:lumOff val="5000"/>
                  </a:schemeClr>
                </a:solidFill>
                <a:latin typeface="Santander Text" panose="020B0504020201020104"/>
              </a:rPr>
              <a:t>account</a:t>
            </a:r>
            <a:endParaRPr lang="es-ES" altLang="es-ES_tradnl" sz="1200" b="1" kern="0" dirty="0">
              <a:solidFill>
                <a:schemeClr val="tx1">
                  <a:lumMod val="95000"/>
                  <a:lumOff val="5000"/>
                </a:schemeClr>
              </a:solidFill>
              <a:latin typeface="Santander Text" panose="020B0504020201020104"/>
            </a:endParaRPr>
          </a:p>
          <a:p>
            <a:pPr marL="174625" indent="-174625">
              <a:spcBef>
                <a:spcPts val="300"/>
              </a:spcBef>
              <a:spcAft>
                <a:spcPts val="300"/>
              </a:spcAft>
              <a:buFont typeface="Arial" panose="020B0604020202020204" pitchFamily="34" charset="0"/>
              <a:buChar char="•"/>
              <a:defRPr/>
            </a:pPr>
            <a:r>
              <a:rPr lang="es-ES" altLang="es-ES_tradnl" sz="1200" b="1" kern="0" dirty="0" err="1">
                <a:solidFill>
                  <a:srgbClr val="0070C0"/>
                </a:solidFill>
                <a:latin typeface="Santander Text" panose="020B0504020201020104"/>
              </a:rPr>
              <a:t>Counterparty</a:t>
            </a:r>
            <a:r>
              <a:rPr lang="es-ES" altLang="es-ES_tradnl" sz="1200" b="1" kern="0" dirty="0">
                <a:solidFill>
                  <a:srgbClr val="0070C0"/>
                </a:solidFill>
                <a:latin typeface="Santander Text" panose="020B0504020201020104"/>
              </a:rPr>
              <a:t> </a:t>
            </a:r>
            <a:r>
              <a:rPr lang="es-ES" altLang="es-ES_tradnl" sz="1200" b="1" kern="0" dirty="0" err="1">
                <a:solidFill>
                  <a:srgbClr val="0070C0"/>
                </a:solidFill>
                <a:latin typeface="Santander Text" panose="020B0504020201020104"/>
              </a:rPr>
              <a:t>Risk</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Daily</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feed</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to</a:t>
            </a:r>
            <a:r>
              <a:rPr lang="es-ES" altLang="es-ES_tradnl" sz="1200" b="1" kern="0" dirty="0">
                <a:solidFill>
                  <a:schemeClr val="tx1">
                    <a:lumMod val="95000"/>
                    <a:lumOff val="5000"/>
                  </a:schemeClr>
                </a:solidFill>
                <a:latin typeface="Santander Text" panose="020B0504020201020104"/>
              </a:rPr>
              <a:t> CREAM (global </a:t>
            </a:r>
            <a:r>
              <a:rPr lang="es-ES" altLang="es-ES_tradnl" sz="1200" b="1" kern="0" dirty="0" err="1">
                <a:solidFill>
                  <a:schemeClr val="tx1">
                    <a:lumMod val="95000"/>
                    <a:lumOff val="5000"/>
                  </a:schemeClr>
                </a:solidFill>
                <a:latin typeface="Santander Text" panose="020B0504020201020104"/>
              </a:rPr>
              <a:t>risk</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system</a:t>
            </a:r>
            <a:r>
              <a:rPr lang="es-ES" altLang="es-ES_tradnl" sz="1200" b="1" kern="0" dirty="0">
                <a:solidFill>
                  <a:schemeClr val="tx1">
                    <a:lumMod val="95000"/>
                    <a:lumOff val="5000"/>
                  </a:schemeClr>
                </a:solidFill>
                <a:latin typeface="Santander Text" panose="020B0504020201020104"/>
              </a:rPr>
              <a:t>) so </a:t>
            </a:r>
            <a:r>
              <a:rPr lang="es-ES" altLang="es-ES_tradnl" sz="1200" b="1" kern="0" dirty="0" err="1">
                <a:solidFill>
                  <a:schemeClr val="tx1">
                    <a:lumMod val="95000"/>
                    <a:lumOff val="5000"/>
                  </a:schemeClr>
                </a:solidFill>
                <a:latin typeface="Santander Text" panose="020B0504020201020104"/>
              </a:rPr>
              <a:t>counterparty</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risk</a:t>
            </a:r>
            <a:r>
              <a:rPr lang="es-ES" altLang="es-ES_tradnl" sz="1200" b="1" kern="0" dirty="0">
                <a:solidFill>
                  <a:schemeClr val="tx1">
                    <a:lumMod val="95000"/>
                    <a:lumOff val="5000"/>
                  </a:schemeClr>
                </a:solidFill>
                <a:latin typeface="Santander Text" panose="020B0504020201020104"/>
              </a:rPr>
              <a:t> can be </a:t>
            </a:r>
            <a:r>
              <a:rPr lang="es-ES" altLang="es-ES_tradnl" sz="1200" b="1" kern="0" dirty="0" err="1">
                <a:solidFill>
                  <a:schemeClr val="tx1">
                    <a:lumMod val="95000"/>
                    <a:lumOff val="5000"/>
                  </a:schemeClr>
                </a:solidFill>
                <a:latin typeface="Santander Text" panose="020B0504020201020104"/>
              </a:rPr>
              <a:t>monitored</a:t>
            </a:r>
            <a:endParaRPr lang="es-ES" altLang="es-ES_tradnl" sz="1200" b="1" kern="0" dirty="0">
              <a:solidFill>
                <a:schemeClr val="tx1">
                  <a:lumMod val="95000"/>
                  <a:lumOff val="5000"/>
                </a:schemeClr>
              </a:solidFill>
              <a:latin typeface="Santander Text" panose="020B0504020201020104"/>
            </a:endParaRPr>
          </a:p>
          <a:p>
            <a:pPr marL="174625" indent="-174625">
              <a:spcBef>
                <a:spcPts val="300"/>
              </a:spcBef>
              <a:spcAft>
                <a:spcPts val="300"/>
              </a:spcAft>
              <a:buFont typeface="Arial" panose="020B0604020202020204" pitchFamily="34" charset="0"/>
              <a:buChar char="•"/>
              <a:defRPr/>
            </a:pPr>
            <a:r>
              <a:rPr lang="es-ES" altLang="es-ES_tradnl" sz="1200" b="1" kern="0" dirty="0">
                <a:solidFill>
                  <a:srgbClr val="0070C0"/>
                </a:solidFill>
                <a:latin typeface="Santander Text" panose="020B0504020201020104"/>
              </a:rPr>
              <a:t>Client </a:t>
            </a:r>
            <a:r>
              <a:rPr lang="es-ES" altLang="es-ES_tradnl" sz="1200" b="1" kern="0" dirty="0" err="1">
                <a:solidFill>
                  <a:srgbClr val="0070C0"/>
                </a:solidFill>
                <a:latin typeface="Santander Text" panose="020B0504020201020104"/>
              </a:rPr>
              <a:t>Payment</a:t>
            </a:r>
            <a:r>
              <a:rPr lang="es-ES" altLang="es-ES_tradnl" sz="1200" b="1" kern="0" dirty="0">
                <a:solidFill>
                  <a:schemeClr val="tx1">
                    <a:lumMod val="95000"/>
                    <a:lumOff val="5000"/>
                  </a:schemeClr>
                </a:solidFill>
                <a:latin typeface="Santander Text" panose="020B0504020201020104"/>
              </a:rPr>
              <a:t>: A new </a:t>
            </a:r>
            <a:r>
              <a:rPr lang="es-ES" altLang="es-ES_tradnl" sz="1200" b="1" kern="0" dirty="0" err="1">
                <a:solidFill>
                  <a:schemeClr val="tx1">
                    <a:lumMod val="95000"/>
                    <a:lumOff val="5000"/>
                  </a:schemeClr>
                </a:solidFill>
                <a:latin typeface="Santander Text" panose="020B0504020201020104"/>
              </a:rPr>
              <a:t>routine</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was</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developed</a:t>
            </a:r>
            <a:r>
              <a:rPr lang="es-ES" altLang="es-ES_tradnl" sz="1200" b="1" kern="0" dirty="0">
                <a:solidFill>
                  <a:schemeClr val="tx1">
                    <a:lumMod val="95000"/>
                    <a:lumOff val="5000"/>
                  </a:schemeClr>
                </a:solidFill>
                <a:latin typeface="Santander Text" panose="020B0504020201020104"/>
              </a:rPr>
              <a:t> in T24 </a:t>
            </a:r>
            <a:r>
              <a:rPr lang="es-ES" altLang="es-ES_tradnl" sz="1200" b="1" kern="0" dirty="0" err="1">
                <a:solidFill>
                  <a:schemeClr val="tx1">
                    <a:lumMod val="95000"/>
                    <a:lumOff val="5000"/>
                  </a:schemeClr>
                </a:solidFill>
                <a:latin typeface="Santander Text" panose="020B0504020201020104"/>
              </a:rPr>
              <a:t>to</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calculate</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the</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clients’s</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daily</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accurals</a:t>
            </a:r>
            <a:endParaRPr lang="es-ES" altLang="es-ES_tradnl" sz="1200" b="1" kern="0" dirty="0">
              <a:solidFill>
                <a:schemeClr val="tx1">
                  <a:lumMod val="95000"/>
                  <a:lumOff val="5000"/>
                </a:schemeClr>
              </a:solidFill>
              <a:latin typeface="Santander Text" panose="020B0504020201020104"/>
            </a:endParaRPr>
          </a:p>
          <a:p>
            <a:pPr marL="174625" indent="-174625">
              <a:spcBef>
                <a:spcPts val="300"/>
              </a:spcBef>
              <a:spcAft>
                <a:spcPts val="300"/>
              </a:spcAft>
              <a:buFont typeface="Arial" panose="020B0604020202020204" pitchFamily="34" charset="0"/>
              <a:buChar char="•"/>
              <a:defRPr/>
            </a:pPr>
            <a:r>
              <a:rPr lang="es-ES" altLang="es-ES_tradnl" sz="1200" b="1" kern="0" dirty="0" err="1">
                <a:solidFill>
                  <a:srgbClr val="0070C0"/>
                </a:solidFill>
                <a:latin typeface="Santander Text" panose="020B0504020201020104"/>
              </a:rPr>
              <a:t>Tax</a:t>
            </a:r>
            <a:r>
              <a:rPr lang="es-ES" altLang="es-ES_tradnl" sz="1200" b="1" kern="0" dirty="0">
                <a:solidFill>
                  <a:srgbClr val="0070C0"/>
                </a:solidFill>
                <a:latin typeface="Santander Text" panose="020B0504020201020104"/>
              </a:rPr>
              <a:t> </a:t>
            </a:r>
            <a:r>
              <a:rPr lang="es-ES" altLang="es-ES_tradnl" sz="1200" b="1" kern="0" dirty="0" err="1">
                <a:solidFill>
                  <a:srgbClr val="0070C0"/>
                </a:solidFill>
                <a:latin typeface="Santander Text" panose="020B0504020201020104"/>
              </a:rPr>
              <a:t>Withholding</a:t>
            </a:r>
            <a:r>
              <a:rPr lang="es-ES" altLang="es-ES_tradnl" sz="1200" b="1" kern="0" dirty="0">
                <a:solidFill>
                  <a:schemeClr val="tx1">
                    <a:lumMod val="95000"/>
                    <a:lumOff val="5000"/>
                  </a:schemeClr>
                </a:solidFill>
                <a:latin typeface="Santander Text" panose="020B0504020201020104"/>
              </a:rPr>
              <a:t>: New </a:t>
            </a:r>
            <a:r>
              <a:rPr lang="es-ES" altLang="es-ES_tradnl" sz="1200" b="1" kern="0" dirty="0" err="1">
                <a:solidFill>
                  <a:schemeClr val="tx1">
                    <a:lumMod val="95000"/>
                    <a:lumOff val="5000"/>
                  </a:schemeClr>
                </a:solidFill>
                <a:latin typeface="Santander Text" panose="020B0504020201020104"/>
              </a:rPr>
              <a:t>routine</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to</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apply</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withholding</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on</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the</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clients</a:t>
            </a:r>
            <a:r>
              <a:rPr lang="es-ES" altLang="es-ES_tradnl" sz="1200" b="1" kern="0" dirty="0">
                <a:solidFill>
                  <a:schemeClr val="tx1">
                    <a:lumMod val="95000"/>
                    <a:lumOff val="5000"/>
                  </a:schemeClr>
                </a:solidFill>
                <a:latin typeface="Santander Text" panose="020B0504020201020104"/>
              </a:rPr>
              <a:t> ‘ </a:t>
            </a:r>
            <a:r>
              <a:rPr lang="es-ES" altLang="es-ES_tradnl" sz="1200" b="1" kern="0" dirty="0" err="1">
                <a:solidFill>
                  <a:schemeClr val="tx1">
                    <a:lumMod val="95000"/>
                    <a:lumOff val="5000"/>
                  </a:schemeClr>
                </a:solidFill>
                <a:latin typeface="Santander Text" panose="020B0504020201020104"/>
              </a:rPr>
              <a:t>payment</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when</a:t>
            </a:r>
            <a:r>
              <a:rPr lang="es-ES" altLang="es-ES_tradnl" sz="1200" b="1" kern="0" dirty="0">
                <a:solidFill>
                  <a:schemeClr val="tx1">
                    <a:lumMod val="95000"/>
                    <a:lumOff val="5000"/>
                  </a:schemeClr>
                </a:solidFill>
                <a:latin typeface="Santander Text" panose="020B0504020201020104"/>
              </a:rPr>
              <a:t> aplicable</a:t>
            </a:r>
          </a:p>
          <a:p>
            <a:pPr marL="174625" indent="-174625">
              <a:spcBef>
                <a:spcPts val="300"/>
              </a:spcBef>
              <a:spcAft>
                <a:spcPts val="300"/>
              </a:spcAft>
              <a:buFont typeface="Arial" panose="020B0604020202020204" pitchFamily="34" charset="0"/>
              <a:buChar char="•"/>
              <a:defRPr/>
            </a:pPr>
            <a:r>
              <a:rPr lang="es-ES" altLang="es-ES_tradnl" sz="1200" b="1" kern="0" dirty="0" err="1">
                <a:solidFill>
                  <a:srgbClr val="0070C0"/>
                </a:solidFill>
                <a:latin typeface="Santander Text" panose="020B0504020201020104"/>
              </a:rPr>
              <a:t>Accounting</a:t>
            </a:r>
            <a:r>
              <a:rPr lang="es-ES" altLang="es-ES_tradnl" sz="1200" b="1" kern="0" dirty="0">
                <a:solidFill>
                  <a:schemeClr val="tx1">
                    <a:lumMod val="95000"/>
                    <a:lumOff val="5000"/>
                  </a:schemeClr>
                </a:solidFill>
                <a:latin typeface="Santander Text" panose="020B0504020201020104"/>
              </a:rPr>
              <a:t>: New </a:t>
            </a:r>
            <a:r>
              <a:rPr lang="es-ES" altLang="es-ES_tradnl" sz="1200" b="1" kern="0" dirty="0" err="1">
                <a:solidFill>
                  <a:schemeClr val="tx1">
                    <a:lumMod val="95000"/>
                    <a:lumOff val="5000"/>
                  </a:schemeClr>
                </a:solidFill>
                <a:latin typeface="Santander Text" panose="020B0504020201020104"/>
              </a:rPr>
              <a:t>routine</a:t>
            </a:r>
            <a:r>
              <a:rPr lang="es-ES" altLang="es-ES_tradnl" sz="1200" b="1" kern="0" dirty="0">
                <a:solidFill>
                  <a:schemeClr val="tx1">
                    <a:lumMod val="95000"/>
                    <a:lumOff val="5000"/>
                  </a:schemeClr>
                </a:solidFill>
                <a:latin typeface="Santander Text" panose="020B0504020201020104"/>
              </a:rPr>
              <a:t> in T24 </a:t>
            </a:r>
            <a:r>
              <a:rPr lang="es-ES" altLang="es-ES_tradnl" sz="1200" b="1" kern="0" dirty="0" err="1">
                <a:solidFill>
                  <a:schemeClr val="tx1">
                    <a:lumMod val="95000"/>
                    <a:lumOff val="5000"/>
                  </a:schemeClr>
                </a:solidFill>
                <a:latin typeface="Santander Text" panose="020B0504020201020104"/>
              </a:rPr>
              <a:t>to</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update</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BSI’s</a:t>
            </a:r>
            <a:r>
              <a:rPr lang="es-ES" altLang="es-ES_tradnl" sz="1200" b="1" kern="0" dirty="0">
                <a:solidFill>
                  <a:schemeClr val="tx1">
                    <a:lumMod val="95000"/>
                    <a:lumOff val="5000"/>
                  </a:schemeClr>
                </a:solidFill>
                <a:latin typeface="Santander Text" panose="020B0504020201020104"/>
              </a:rPr>
              <a:t> balance </a:t>
            </a:r>
            <a:r>
              <a:rPr lang="es-ES" altLang="es-ES_tradnl" sz="1200" b="1" kern="0" dirty="0" err="1">
                <a:solidFill>
                  <a:schemeClr val="tx1">
                    <a:lumMod val="95000"/>
                    <a:lumOff val="5000"/>
                  </a:schemeClr>
                </a:solidFill>
                <a:latin typeface="Santander Text" panose="020B0504020201020104"/>
              </a:rPr>
              <a:t>sheet</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with</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the</a:t>
            </a:r>
            <a:r>
              <a:rPr lang="es-ES" altLang="es-ES_tradnl" sz="1200" b="1" kern="0" dirty="0">
                <a:solidFill>
                  <a:schemeClr val="tx1">
                    <a:lumMod val="95000"/>
                    <a:lumOff val="5000"/>
                  </a:schemeClr>
                </a:solidFill>
                <a:latin typeface="Santander Text" panose="020B0504020201020104"/>
              </a:rPr>
              <a:t> new </a:t>
            </a:r>
            <a:r>
              <a:rPr lang="es-ES" altLang="es-ES_tradnl" sz="1200" b="1" kern="0" dirty="0" err="1">
                <a:solidFill>
                  <a:schemeClr val="tx1">
                    <a:lumMod val="95000"/>
                    <a:lumOff val="5000"/>
                  </a:schemeClr>
                </a:solidFill>
                <a:latin typeface="Santander Text" panose="020B0504020201020104"/>
              </a:rPr>
              <a:t>sec</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lending</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asset</a:t>
            </a:r>
            <a:endParaRPr lang="es-ES" altLang="es-ES_tradnl" sz="1200" b="1" kern="0" dirty="0">
              <a:solidFill>
                <a:schemeClr val="tx1">
                  <a:lumMod val="95000"/>
                  <a:lumOff val="5000"/>
                </a:schemeClr>
              </a:solidFill>
              <a:latin typeface="Santander Text" panose="020B0504020201020104"/>
            </a:endParaRPr>
          </a:p>
          <a:p>
            <a:pPr marL="174625" indent="-174625">
              <a:spcBef>
                <a:spcPts val="300"/>
              </a:spcBef>
              <a:spcAft>
                <a:spcPts val="300"/>
              </a:spcAft>
              <a:buFont typeface="Arial" panose="020B0604020202020204" pitchFamily="34" charset="0"/>
              <a:buChar char="•"/>
              <a:defRPr/>
            </a:pPr>
            <a:r>
              <a:rPr lang="es-ES" altLang="es-ES_tradnl" sz="1200" b="1" kern="0" dirty="0">
                <a:solidFill>
                  <a:srgbClr val="0070C0"/>
                </a:solidFill>
                <a:latin typeface="Santander Text" panose="020B0504020201020104"/>
              </a:rPr>
              <a:t>RWA</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Existing</a:t>
            </a:r>
            <a:r>
              <a:rPr lang="es-ES" altLang="es-ES_tradnl" sz="1200" b="1" kern="0" dirty="0">
                <a:solidFill>
                  <a:schemeClr val="tx1">
                    <a:lumMod val="95000"/>
                    <a:lumOff val="5000"/>
                  </a:schemeClr>
                </a:solidFill>
                <a:latin typeface="Santander Text" panose="020B0504020201020104"/>
              </a:rPr>
              <a:t> RWA </a:t>
            </a:r>
            <a:r>
              <a:rPr lang="es-ES" altLang="es-ES_tradnl" sz="1200" b="1" kern="0" dirty="0" err="1">
                <a:solidFill>
                  <a:schemeClr val="tx1">
                    <a:lumMod val="95000"/>
                    <a:lumOff val="5000"/>
                  </a:schemeClr>
                </a:solidFill>
                <a:latin typeface="Santander Text" panose="020B0504020201020104"/>
              </a:rPr>
              <a:t>calculation</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to</a:t>
            </a:r>
            <a:r>
              <a:rPr lang="es-ES" altLang="es-ES_tradnl" sz="1200" b="1" kern="0" dirty="0">
                <a:solidFill>
                  <a:schemeClr val="tx1">
                    <a:lumMod val="95000"/>
                    <a:lumOff val="5000"/>
                  </a:schemeClr>
                </a:solidFill>
                <a:latin typeface="Santander Text" panose="020B0504020201020104"/>
              </a:rPr>
              <a:t> be </a:t>
            </a:r>
            <a:r>
              <a:rPr lang="es-ES" altLang="es-ES_tradnl" sz="1200" b="1" kern="0" dirty="0" err="1">
                <a:solidFill>
                  <a:schemeClr val="tx1">
                    <a:lumMod val="95000"/>
                    <a:lumOff val="5000"/>
                  </a:schemeClr>
                </a:solidFill>
                <a:latin typeface="Santander Text" panose="020B0504020201020104"/>
              </a:rPr>
              <a:t>updated</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by</a:t>
            </a:r>
            <a:r>
              <a:rPr lang="es-ES" altLang="es-ES_tradnl" sz="1200" b="1" kern="0" dirty="0">
                <a:solidFill>
                  <a:schemeClr val="tx1">
                    <a:lumMod val="95000"/>
                    <a:lumOff val="5000"/>
                  </a:schemeClr>
                </a:solidFill>
                <a:latin typeface="Santander Text" panose="020B0504020201020104"/>
              </a:rPr>
              <a:t> </a:t>
            </a:r>
            <a:r>
              <a:rPr lang="es-ES" altLang="es-ES_tradnl" sz="1200" b="1" kern="0" dirty="0" err="1">
                <a:solidFill>
                  <a:schemeClr val="tx1">
                    <a:lumMod val="95000"/>
                    <a:lumOff val="5000"/>
                  </a:schemeClr>
                </a:solidFill>
                <a:latin typeface="Santander Text" panose="020B0504020201020104"/>
              </a:rPr>
              <a:t>Hexaware</a:t>
            </a:r>
            <a:endParaRPr lang="es-ES" altLang="es-ES_tradnl" sz="1200" b="1" kern="0" dirty="0">
              <a:solidFill>
                <a:schemeClr val="tx1">
                  <a:lumMod val="95000"/>
                  <a:lumOff val="5000"/>
                </a:schemeClr>
              </a:solidFill>
              <a:latin typeface="Santander Text" panose="020B0504020201020104"/>
            </a:endParaRPr>
          </a:p>
          <a:p>
            <a:pPr marL="174625" indent="-174625">
              <a:spcBef>
                <a:spcPts val="300"/>
              </a:spcBef>
              <a:spcAft>
                <a:spcPts val="300"/>
              </a:spcAft>
              <a:buFont typeface="Arial" panose="020B0604020202020204" pitchFamily="34" charset="0"/>
              <a:buChar char="•"/>
              <a:defRPr/>
            </a:pPr>
            <a:endParaRPr lang="en-GB" altLang="es-ES_tradnl" sz="1200" b="1" kern="0" dirty="0">
              <a:solidFill>
                <a:prstClr val="black">
                  <a:lumMod val="65000"/>
                  <a:lumOff val="35000"/>
                </a:prstClr>
              </a:solidFill>
              <a:latin typeface="Santander Text" panose="020B0504020201020104"/>
            </a:endParaRPr>
          </a:p>
        </p:txBody>
      </p:sp>
    </p:spTree>
    <p:extLst>
      <p:ext uri="{BB962C8B-B14F-4D97-AF65-F5344CB8AC3E}">
        <p14:creationId xmlns:p14="http://schemas.microsoft.com/office/powerpoint/2010/main" val="2957269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30</a:t>
            </a:fld>
            <a:endParaRPr lang="es-ES" dirty="0"/>
          </a:p>
        </p:txBody>
      </p:sp>
      <p:sp>
        <p:nvSpPr>
          <p:cNvPr id="8" name="Rectangle 7"/>
          <p:cNvSpPr/>
          <p:nvPr/>
        </p:nvSpPr>
        <p:spPr>
          <a:xfrm>
            <a:off x="476835" y="996005"/>
            <a:ext cx="11219866" cy="5213597"/>
          </a:xfrm>
          <a:prstGeom prst="rect">
            <a:avLst/>
          </a:prstGeom>
        </p:spPr>
        <p:txBody>
          <a:bodyPr wrap="square">
            <a:noAutofit/>
          </a:bodyPr>
          <a:lstStyle/>
          <a:p>
            <a:r>
              <a:rPr lang="en-US" sz="1400" i="1" dirty="0">
                <a:solidFill>
                  <a:schemeClr val="bg1">
                    <a:lumMod val="65000"/>
                  </a:schemeClr>
                </a:solidFill>
              </a:rPr>
              <a:t>List all the Roles (a Role is a descriptor of an associated set of tasks; may be performed by many people; and one person can perform many roles) and assign all the Activities with Roles in the RACI Matrix (RACI Matrix is  a model that describes the participation by various roles in completing tasks or deliverables).</a:t>
            </a:r>
            <a:endParaRPr lang="en-US" sz="1400" dirty="0"/>
          </a:p>
        </p:txBody>
      </p:sp>
      <p:sp>
        <p:nvSpPr>
          <p:cNvPr id="5" name="Título 1">
            <a:extLst>
              <a:ext uri="{FF2B5EF4-FFF2-40B4-BE49-F238E27FC236}">
                <a16:creationId xmlns:a16="http://schemas.microsoft.com/office/drawing/2014/main" id="{6507F2D9-0A36-9D47-C234-E5A091DC70E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3.2 Process Roles - RACI</a:t>
            </a:r>
          </a:p>
        </p:txBody>
      </p:sp>
      <p:sp>
        <p:nvSpPr>
          <p:cNvPr id="6" name="Marcador de texto 5">
            <a:extLst>
              <a:ext uri="{FF2B5EF4-FFF2-40B4-BE49-F238E27FC236}">
                <a16:creationId xmlns:a16="http://schemas.microsoft.com/office/drawing/2014/main" id="{347E5AFB-4220-6ED4-6F80-D957E89F087C}"/>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Process Design</a:t>
            </a:r>
          </a:p>
        </p:txBody>
      </p:sp>
      <p:graphicFrame>
        <p:nvGraphicFramePr>
          <p:cNvPr id="3" name="Table 1">
            <a:extLst>
              <a:ext uri="{FF2B5EF4-FFF2-40B4-BE49-F238E27FC236}">
                <a16:creationId xmlns:a16="http://schemas.microsoft.com/office/drawing/2014/main" id="{09CB70CE-9021-9AB9-2EE8-EF0D4BDDC41D}"/>
              </a:ext>
            </a:extLst>
          </p:cNvPr>
          <p:cNvGraphicFramePr>
            <a:graphicFrameLocks noGrp="1"/>
          </p:cNvGraphicFramePr>
          <p:nvPr>
            <p:extLst>
              <p:ext uri="{D42A27DB-BD31-4B8C-83A1-F6EECF244321}">
                <p14:modId xmlns:p14="http://schemas.microsoft.com/office/powerpoint/2010/main" val="1570720948"/>
              </p:ext>
            </p:extLst>
          </p:nvPr>
        </p:nvGraphicFramePr>
        <p:xfrm>
          <a:off x="717956" y="1733267"/>
          <a:ext cx="8275920" cy="4691892"/>
        </p:xfrm>
        <a:graphic>
          <a:graphicData uri="http://schemas.openxmlformats.org/drawingml/2006/table">
            <a:tbl>
              <a:tblPr firstRow="1" bandRow="1"/>
              <a:tblGrid>
                <a:gridCol w="1190860">
                  <a:extLst>
                    <a:ext uri="{9D8B030D-6E8A-4147-A177-3AD203B41FA5}">
                      <a16:colId xmlns:a16="http://schemas.microsoft.com/office/drawing/2014/main" val="20000"/>
                    </a:ext>
                  </a:extLst>
                </a:gridCol>
                <a:gridCol w="1272766">
                  <a:extLst>
                    <a:ext uri="{9D8B030D-6E8A-4147-A177-3AD203B41FA5}">
                      <a16:colId xmlns:a16="http://schemas.microsoft.com/office/drawing/2014/main" val="20001"/>
                    </a:ext>
                  </a:extLst>
                </a:gridCol>
                <a:gridCol w="1198648">
                  <a:extLst>
                    <a:ext uri="{9D8B030D-6E8A-4147-A177-3AD203B41FA5}">
                      <a16:colId xmlns:a16="http://schemas.microsoft.com/office/drawing/2014/main" val="20002"/>
                    </a:ext>
                  </a:extLst>
                </a:gridCol>
                <a:gridCol w="1139130">
                  <a:extLst>
                    <a:ext uri="{9D8B030D-6E8A-4147-A177-3AD203B41FA5}">
                      <a16:colId xmlns:a16="http://schemas.microsoft.com/office/drawing/2014/main" val="20003"/>
                    </a:ext>
                  </a:extLst>
                </a:gridCol>
                <a:gridCol w="1158172">
                  <a:extLst>
                    <a:ext uri="{9D8B030D-6E8A-4147-A177-3AD203B41FA5}">
                      <a16:colId xmlns:a16="http://schemas.microsoft.com/office/drawing/2014/main" val="20004"/>
                    </a:ext>
                  </a:extLst>
                </a:gridCol>
                <a:gridCol w="1158172">
                  <a:extLst>
                    <a:ext uri="{9D8B030D-6E8A-4147-A177-3AD203B41FA5}">
                      <a16:colId xmlns:a16="http://schemas.microsoft.com/office/drawing/2014/main" val="3286659867"/>
                    </a:ext>
                  </a:extLst>
                </a:gridCol>
                <a:gridCol w="1158172">
                  <a:extLst>
                    <a:ext uri="{9D8B030D-6E8A-4147-A177-3AD203B41FA5}">
                      <a16:colId xmlns:a16="http://schemas.microsoft.com/office/drawing/2014/main" val="60375323"/>
                    </a:ext>
                  </a:extLst>
                </a:gridCol>
              </a:tblGrid>
              <a:tr h="244921">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0" marR="0" lvl="0" indent="0" algn="ctr" defTabSz="914371" rtl="0" eaLnBrk="1" fontAlgn="auto" latinLnBrk="0" hangingPunct="1">
                        <a:lnSpc>
                          <a:spcPct val="100000"/>
                        </a:lnSpc>
                        <a:spcBef>
                          <a:spcPts val="0"/>
                        </a:spcBef>
                        <a:spcAft>
                          <a:spcPts val="0"/>
                        </a:spcAft>
                        <a:buClrTx/>
                        <a:buSzTx/>
                        <a:buFontTx/>
                        <a:buNone/>
                        <a:tabLst/>
                        <a:defRPr/>
                      </a:pPr>
                      <a:r>
                        <a:rPr lang="en-US" sz="1200" b="1" noProof="0" dirty="0">
                          <a:solidFill>
                            <a:schemeClr val="accent1"/>
                          </a:solidFill>
                          <a:latin typeface="Santander Text" panose="020B0504020201020104"/>
                        </a:rPr>
                        <a:t>ACTIVITIES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spcBef>
                          <a:spcPts val="400"/>
                        </a:spcBef>
                        <a:spcAft>
                          <a:spcPts val="400"/>
                        </a:spcAft>
                        <a:tabLst>
                          <a:tab pos="2700020" algn="ctr"/>
                          <a:tab pos="5400040" algn="r"/>
                        </a:tabLst>
                      </a:pPr>
                      <a:r>
                        <a:rPr lang="en-US" sz="1200" b="1" kern="1200" noProof="0" dirty="0">
                          <a:solidFill>
                            <a:schemeClr val="bg1"/>
                          </a:solidFill>
                          <a:latin typeface="Santander Text" panose="020B0504020201020104"/>
                          <a:ea typeface="+mn-ea"/>
                          <a:cs typeface="+mn-cs"/>
                        </a:rPr>
                        <a:t>BSI Treasury</a:t>
                      </a:r>
                    </a:p>
                  </a:txBody>
                  <a:tcPr marL="44450" marR="444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spcBef>
                          <a:spcPts val="400"/>
                        </a:spcBef>
                        <a:spcAft>
                          <a:spcPts val="400"/>
                        </a:spcAft>
                        <a:tabLst>
                          <a:tab pos="2700020" algn="ctr"/>
                          <a:tab pos="5400040" algn="r"/>
                        </a:tabLst>
                      </a:pPr>
                      <a:r>
                        <a:rPr lang="en-US" sz="1200" b="1" kern="1200" noProof="0" dirty="0">
                          <a:solidFill>
                            <a:schemeClr val="bg1"/>
                          </a:solidFill>
                          <a:latin typeface="Santander Text" panose="020B0504020201020104"/>
                          <a:ea typeface="+mn-ea"/>
                          <a:cs typeface="+mn-cs"/>
                        </a:rPr>
                        <a:t>BSI Risk</a:t>
                      </a:r>
                    </a:p>
                  </a:txBody>
                  <a:tcPr marL="44450" marR="444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spcBef>
                          <a:spcPts val="400"/>
                        </a:spcBef>
                        <a:spcAft>
                          <a:spcPts val="400"/>
                        </a:spcAft>
                        <a:tabLst>
                          <a:tab pos="2700020" algn="ctr"/>
                          <a:tab pos="5400040" algn="r"/>
                        </a:tabLst>
                      </a:pPr>
                      <a:r>
                        <a:rPr lang="en-US" sz="1200" b="1" kern="1200" noProof="0" dirty="0" err="1">
                          <a:solidFill>
                            <a:schemeClr val="bg1"/>
                          </a:solidFill>
                          <a:latin typeface="Santander Text" panose="020B0504020201020104"/>
                          <a:ea typeface="+mn-ea"/>
                          <a:cs typeface="+mn-cs"/>
                        </a:rPr>
                        <a:t>BSi</a:t>
                      </a:r>
                      <a:r>
                        <a:rPr lang="en-US" sz="1200" b="1" kern="1200" noProof="0" dirty="0">
                          <a:solidFill>
                            <a:schemeClr val="bg1"/>
                          </a:solidFill>
                          <a:latin typeface="Santander Text" panose="020B0504020201020104"/>
                          <a:ea typeface="+mn-ea"/>
                          <a:cs typeface="+mn-cs"/>
                        </a:rPr>
                        <a:t> Operations</a:t>
                      </a:r>
                    </a:p>
                  </a:txBody>
                  <a:tcPr marL="44450" marR="444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spcBef>
                          <a:spcPts val="400"/>
                        </a:spcBef>
                        <a:spcAft>
                          <a:spcPts val="400"/>
                        </a:spcAft>
                        <a:tabLst>
                          <a:tab pos="2700020" algn="ctr"/>
                          <a:tab pos="5400040" algn="r"/>
                        </a:tabLst>
                      </a:pPr>
                      <a:r>
                        <a:rPr lang="en-US" sz="1200" b="1" kern="1200" noProof="0" dirty="0">
                          <a:solidFill>
                            <a:schemeClr val="bg1"/>
                          </a:solidFill>
                          <a:latin typeface="Santander Text" panose="020B0504020201020104"/>
                          <a:ea typeface="+mn-ea"/>
                          <a:cs typeface="+mn-cs"/>
                        </a:rPr>
                        <a:t>BSI Finance</a:t>
                      </a:r>
                    </a:p>
                  </a:txBody>
                  <a:tcPr marL="44450" marR="444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spcBef>
                          <a:spcPts val="400"/>
                        </a:spcBef>
                        <a:spcAft>
                          <a:spcPts val="400"/>
                        </a:spcAft>
                        <a:tabLst>
                          <a:tab pos="2700020" algn="ctr"/>
                          <a:tab pos="5400040" algn="r"/>
                        </a:tabLst>
                      </a:pPr>
                      <a:r>
                        <a:rPr lang="pt-BR" sz="1200" b="1" kern="1200" noProof="0" dirty="0">
                          <a:solidFill>
                            <a:schemeClr val="bg1"/>
                          </a:solidFill>
                          <a:latin typeface="Santander Text" panose="020B0504020201020104"/>
                          <a:ea typeface="+mn-ea"/>
                          <a:cs typeface="+mn-cs"/>
                        </a:rPr>
                        <a:t>BSI Compliance</a:t>
                      </a:r>
                      <a:endParaRPr lang="en-US" sz="1200" b="1" kern="1200" noProof="0" dirty="0">
                        <a:solidFill>
                          <a:schemeClr val="bg1"/>
                        </a:solidFill>
                        <a:latin typeface="Santander Text" panose="020B0504020201020104"/>
                        <a:ea typeface="+mn-ea"/>
                        <a:cs typeface="+mn-cs"/>
                      </a:endParaRPr>
                    </a:p>
                  </a:txBody>
                  <a:tcPr marL="44450" marR="444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spcBef>
                          <a:spcPts val="400"/>
                        </a:spcBef>
                        <a:spcAft>
                          <a:spcPts val="400"/>
                        </a:spcAft>
                        <a:tabLst>
                          <a:tab pos="2700020" algn="ctr"/>
                          <a:tab pos="5400040" algn="r"/>
                        </a:tabLst>
                      </a:pPr>
                      <a:r>
                        <a:rPr lang="pt-BR" sz="1200" b="1" kern="1200" noProof="0" dirty="0">
                          <a:solidFill>
                            <a:schemeClr val="bg1"/>
                          </a:solidFill>
                          <a:latin typeface="Santander Text" panose="020B0504020201020104"/>
                          <a:ea typeface="+mn-ea"/>
                          <a:cs typeface="+mn-cs"/>
                        </a:rPr>
                        <a:t>BSI Legal</a:t>
                      </a:r>
                      <a:endParaRPr lang="en-US" sz="1200" b="1" kern="1200" noProof="0" dirty="0">
                        <a:solidFill>
                          <a:schemeClr val="bg1"/>
                        </a:solidFill>
                        <a:latin typeface="Santander Text" panose="020B0504020201020104"/>
                        <a:ea typeface="+mn-ea"/>
                        <a:cs typeface="+mn-cs"/>
                      </a:endParaRPr>
                    </a:p>
                  </a:txBody>
                  <a:tcPr marL="44450" marR="444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525476">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spcBef>
                          <a:spcPts val="400"/>
                        </a:spcBef>
                        <a:spcAft>
                          <a:spcPts val="400"/>
                        </a:spcAft>
                        <a:tabLst>
                          <a:tab pos="2700020" algn="ctr"/>
                          <a:tab pos="5400040" algn="r"/>
                        </a:tabLst>
                      </a:pPr>
                      <a:r>
                        <a:rPr lang="pt-BR" sz="900" b="1" noProof="0" dirty="0">
                          <a:solidFill>
                            <a:schemeClr val="tx1"/>
                          </a:solidFill>
                          <a:effectLst/>
                          <a:latin typeface="Santander Text" panose="020B0504020201020104"/>
                          <a:ea typeface="Times New Roman" panose="02020603050405020304" pitchFamily="18" charset="0"/>
                          <a:cs typeface="Arial" panose="020B0604020202020204" pitchFamily="34" charset="0"/>
                        </a:rPr>
                        <a:t>To monitor the</a:t>
                      </a:r>
                      <a:r>
                        <a:rPr lang="en-US" sz="900" b="1" noProof="0" dirty="0">
                          <a:solidFill>
                            <a:schemeClr val="tx1"/>
                          </a:solidFill>
                          <a:effectLst/>
                          <a:latin typeface="Santander Text" panose="020B0504020201020104"/>
                          <a:ea typeface="Times New Roman" panose="02020603050405020304" pitchFamily="18" charset="0"/>
                          <a:cs typeface="Arial" panose="020B0604020202020204" pitchFamily="34" charset="0"/>
                        </a:rPr>
                        <a:t> daily risk controls on the loans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635" algn="ctr" defTabSz="914400" rtl="0" eaLnBrk="1" fontAlgn="auto" latinLnBrk="0" hangingPunct="1">
                        <a:lnSpc>
                          <a:spcPct val="100000"/>
                        </a:lnSpc>
                        <a:spcBef>
                          <a:spcPts val="0"/>
                        </a:spcBef>
                        <a:spcAft>
                          <a:spcPts val="0"/>
                        </a:spcAft>
                        <a:buClrTx/>
                        <a:buSzTx/>
                        <a:buFontTx/>
                        <a:buNone/>
                        <a:tabLst>
                          <a:tab pos="2700020" algn="ctr"/>
                          <a:tab pos="5400040" algn="r"/>
                        </a:tabLst>
                        <a:defRPr/>
                      </a:pPr>
                      <a:r>
                        <a:rPr lang="en-US" sz="1600" b="1"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spcBef>
                          <a:spcPts val="0"/>
                        </a:spcBef>
                        <a:spcAft>
                          <a:spcPts val="0"/>
                        </a:spcAft>
                        <a:tabLst>
                          <a:tab pos="2700020" algn="ctr"/>
                          <a:tab pos="5400040" algn="r"/>
                        </a:tabLst>
                      </a:pPr>
                      <a:r>
                        <a:rPr lang="en-US" sz="1600" b="1"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rPr>
                        <a:t>R</a:t>
                      </a:r>
                      <a:endParaRPr lang="en-US" sz="160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08703">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spcBef>
                          <a:spcPts val="400"/>
                        </a:spcBef>
                        <a:spcAft>
                          <a:spcPts val="400"/>
                        </a:spcAft>
                        <a:tabLst>
                          <a:tab pos="2700020" algn="ctr"/>
                          <a:tab pos="5400040" algn="r"/>
                        </a:tabLst>
                      </a:pPr>
                      <a:r>
                        <a:rPr lang="en-US" sz="900" b="1" noProof="0" dirty="0">
                          <a:solidFill>
                            <a:schemeClr val="tx1"/>
                          </a:solidFill>
                          <a:effectLst/>
                          <a:latin typeface="Santander Text" panose="020B0504020201020104"/>
                          <a:ea typeface="Times New Roman" panose="02020603050405020304" pitchFamily="18" charset="0"/>
                          <a:cs typeface="Arial" panose="020B0604020202020204" pitchFamily="34" charset="0"/>
                        </a:rPr>
                        <a:t>To monitor counterparty risk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spcBef>
                          <a:spcPts val="400"/>
                        </a:spcBef>
                        <a:spcAft>
                          <a:spcPts val="400"/>
                        </a:spcAft>
                        <a:tabLst>
                          <a:tab pos="2700020" algn="ctr"/>
                          <a:tab pos="5400040" algn="r"/>
                        </a:tabLst>
                      </a:pPr>
                      <a:endParaRPr lang="en-US" sz="160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spcBef>
                          <a:spcPts val="400"/>
                        </a:spcBef>
                        <a:spcAft>
                          <a:spcPts val="400"/>
                        </a:spcAft>
                        <a:tabLst>
                          <a:tab pos="2700020" algn="ctr"/>
                          <a:tab pos="5400040" algn="r"/>
                        </a:tabLst>
                      </a:pPr>
                      <a:r>
                        <a:rPr lang="pt-BR" sz="160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rPr>
                        <a:t>R</a:t>
                      </a:r>
                      <a:endParaRPr lang="en-US" sz="160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642248">
                <a:tc>
                  <a:txBody>
                    <a:bodyPr/>
                    <a:lstStyle/>
                    <a:p>
                      <a:pPr marL="0" marR="0" lvl="0" indent="0" algn="l" defTabSz="914400" rtl="0" eaLnBrk="1" fontAlgn="auto" latinLnBrk="0" hangingPunct="1">
                        <a:lnSpc>
                          <a:spcPct val="100000"/>
                        </a:lnSpc>
                        <a:spcBef>
                          <a:spcPts val="400"/>
                        </a:spcBef>
                        <a:spcAft>
                          <a:spcPts val="400"/>
                        </a:spcAft>
                        <a:buClrTx/>
                        <a:buSzTx/>
                        <a:buFontTx/>
                        <a:buNone/>
                        <a:tabLst>
                          <a:tab pos="2700020" algn="ctr"/>
                          <a:tab pos="5400040" algn="r"/>
                        </a:tabLst>
                        <a:defRPr/>
                      </a:pPr>
                      <a:r>
                        <a:rPr lang="pt-BR" sz="900" b="1" kern="1200" noProof="0" dirty="0">
                          <a:solidFill>
                            <a:schemeClr val="tx1"/>
                          </a:solidFill>
                          <a:effectLst/>
                          <a:latin typeface="Santander Text" panose="020B0504020201020104"/>
                          <a:cs typeface="Arial" panose="020B0604020202020204" pitchFamily="34" charset="0"/>
                        </a:rPr>
                        <a:t>To ensure payment received from JPM is accurate</a:t>
                      </a:r>
                      <a:endParaRPr lang="en-US" sz="900" b="1" kern="1200" noProof="0" dirty="0">
                        <a:solidFill>
                          <a:schemeClr val="tx1"/>
                        </a:solidFill>
                        <a:effectLst/>
                        <a:latin typeface="Santander Text" panose="020B0504020201020104"/>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635" algn="ctr" defTabSz="914400" rtl="0" eaLnBrk="1" fontAlgn="auto" latinLnBrk="0" hangingPunct="1">
                        <a:lnSpc>
                          <a:spcPct val="100000"/>
                        </a:lnSpc>
                        <a:spcBef>
                          <a:spcPts val="0"/>
                        </a:spcBef>
                        <a:spcAft>
                          <a:spcPts val="0"/>
                        </a:spcAft>
                        <a:buClrTx/>
                        <a:buSzTx/>
                        <a:buFontTx/>
                        <a:buNone/>
                        <a:tabLst>
                          <a:tab pos="2700020" algn="ctr"/>
                          <a:tab pos="5400040" algn="r"/>
                        </a:tabLst>
                        <a:defRPr/>
                      </a:pPr>
                      <a:r>
                        <a:rPr lang="en-US" sz="1600" b="1"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r>
                        <a:rPr lang="pt-BR"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rPr>
                        <a:t>I</a:t>
                      </a:r>
                      <a:endParaRPr lang="en-US"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r>
                        <a:rPr lang="pt-BR"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rPr>
                        <a:t>R</a:t>
                      </a:r>
                      <a:endParaRPr lang="en-US"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r>
                        <a:rPr lang="pt-BR"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rPr>
                        <a:t>I</a:t>
                      </a:r>
                      <a:endParaRPr lang="en-US"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r>
                        <a:rPr lang="pt-BR"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rPr>
                        <a:t>I</a:t>
                      </a:r>
                      <a:endParaRPr lang="en-US"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8727297"/>
                  </a:ext>
                </a:extLst>
              </a:tr>
              <a:tr h="525476">
                <a:tc>
                  <a:txBody>
                    <a:bodyPr/>
                    <a:lstStyle/>
                    <a:p>
                      <a:pPr marL="0" marR="0" lvl="0" indent="0" algn="l" defTabSz="914400" rtl="0" eaLnBrk="1" fontAlgn="auto" latinLnBrk="0" hangingPunct="1">
                        <a:lnSpc>
                          <a:spcPct val="100000"/>
                        </a:lnSpc>
                        <a:spcBef>
                          <a:spcPts val="400"/>
                        </a:spcBef>
                        <a:spcAft>
                          <a:spcPts val="400"/>
                        </a:spcAft>
                        <a:buClrTx/>
                        <a:buSzTx/>
                        <a:buFontTx/>
                        <a:buNone/>
                        <a:tabLst>
                          <a:tab pos="2700020" algn="ctr"/>
                          <a:tab pos="5400040" algn="r"/>
                        </a:tabLst>
                        <a:defRPr/>
                      </a:pPr>
                      <a:r>
                        <a:rPr lang="pt-BR" sz="900" b="1" kern="1200" noProof="0" dirty="0">
                          <a:solidFill>
                            <a:schemeClr val="tx1"/>
                          </a:solidFill>
                          <a:effectLst/>
                          <a:latin typeface="Santander Text" panose="020B0504020201020104"/>
                          <a:cs typeface="Arial" panose="020B0604020202020204" pitchFamily="34" charset="0"/>
                        </a:rPr>
                        <a:t>To ensure clients are paid their fair amount</a:t>
                      </a:r>
                      <a:endParaRPr lang="en-US" sz="900" b="1" kern="1200" noProof="0" dirty="0">
                        <a:solidFill>
                          <a:schemeClr val="tx1"/>
                        </a:solidFill>
                        <a:effectLst/>
                        <a:latin typeface="Santander Text" panose="020B0504020201020104"/>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635" algn="ctr" defTabSz="914400" rtl="0" eaLnBrk="1" fontAlgn="auto" latinLnBrk="0" hangingPunct="1">
                        <a:lnSpc>
                          <a:spcPct val="100000"/>
                        </a:lnSpc>
                        <a:spcBef>
                          <a:spcPts val="0"/>
                        </a:spcBef>
                        <a:spcAft>
                          <a:spcPts val="0"/>
                        </a:spcAft>
                        <a:buClrTx/>
                        <a:buSzTx/>
                        <a:buFontTx/>
                        <a:buNone/>
                        <a:tabLst>
                          <a:tab pos="2700020" algn="ctr"/>
                          <a:tab pos="5400040" algn="r"/>
                        </a:tabLst>
                        <a:defRPr/>
                      </a:pPr>
                      <a:r>
                        <a:rPr lang="en-US" sz="1600" b="1"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rPr>
                        <a:t>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r>
                        <a:rPr lang="pt-BR"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rPr>
                        <a:t>R</a:t>
                      </a:r>
                      <a:endParaRPr lang="en-US"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spcBef>
                          <a:spcPts val="400"/>
                        </a:spcBef>
                        <a:spcAft>
                          <a:spcPts val="400"/>
                        </a:spcAft>
                        <a:tabLst>
                          <a:tab pos="2700020" algn="ctr"/>
                          <a:tab pos="5400040" algn="r"/>
                        </a:tabLst>
                      </a:pPr>
                      <a:endParaRPr lang="en-US"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r>
                        <a:rPr lang="pt-BR"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rPr>
                        <a:t>A</a:t>
                      </a:r>
                      <a:endParaRPr lang="en-US"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r>
                        <a:rPr lang="pt-BR"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rPr>
                        <a:t>A</a:t>
                      </a:r>
                      <a:endParaRPr lang="en-US"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06824222"/>
                  </a:ext>
                </a:extLst>
              </a:tr>
              <a:tr h="525476">
                <a:tc>
                  <a:txBody>
                    <a:bodyPr/>
                    <a:lstStyle/>
                    <a:p>
                      <a:pPr marL="0" marR="0" lvl="0" indent="0" algn="l" defTabSz="914400" rtl="0" eaLnBrk="1" fontAlgn="auto" latinLnBrk="0" hangingPunct="1">
                        <a:lnSpc>
                          <a:spcPct val="100000"/>
                        </a:lnSpc>
                        <a:spcBef>
                          <a:spcPts val="400"/>
                        </a:spcBef>
                        <a:spcAft>
                          <a:spcPts val="400"/>
                        </a:spcAft>
                        <a:buClrTx/>
                        <a:buSzTx/>
                        <a:buFontTx/>
                        <a:buNone/>
                        <a:tabLst>
                          <a:tab pos="2700020" algn="ctr"/>
                          <a:tab pos="5400040" algn="r"/>
                        </a:tabLst>
                        <a:defRPr/>
                      </a:pPr>
                      <a:r>
                        <a:rPr lang="pt-BR" sz="900" b="1" kern="1200" noProof="0" dirty="0">
                          <a:solidFill>
                            <a:schemeClr val="tx1"/>
                          </a:solidFill>
                          <a:effectLst/>
                          <a:latin typeface="Santander Text" panose="020B0504020201020104"/>
                          <a:ea typeface="+mn-ea"/>
                          <a:cs typeface="Arial" panose="020B0604020202020204" pitchFamily="34" charset="0"/>
                        </a:rPr>
                        <a:t>To reconcilite both omnibus accounts on a daily basis</a:t>
                      </a:r>
                      <a:endParaRPr lang="en-US" sz="900" b="1" kern="1200" noProof="0" dirty="0">
                        <a:solidFill>
                          <a:schemeClr val="tx1"/>
                        </a:solidFill>
                        <a:effectLst/>
                        <a:latin typeface="Santander Text" panose="020B0504020201020104"/>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indent="635"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r>
                        <a:rPr lang="en-US" sz="1600" b="1"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r>
                        <a:rPr lang="pt-BR"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rPr>
                        <a:t>R</a:t>
                      </a:r>
                      <a:endParaRPr lang="en-US"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endParaRPr lang="en-US"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spcBef>
                          <a:spcPts val="400"/>
                        </a:spcBef>
                        <a:spcAft>
                          <a:spcPts val="400"/>
                        </a:spcAft>
                        <a:tabLst>
                          <a:tab pos="2700020" algn="ctr"/>
                          <a:tab pos="5400040" algn="r"/>
                        </a:tabLst>
                      </a:pPr>
                      <a:endParaRPr lang="en-US"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530316"/>
                  </a:ext>
                </a:extLst>
              </a:tr>
              <a:tr h="875793">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noProof="0" dirty="0">
                          <a:solidFill>
                            <a:schemeClr val="tx1"/>
                          </a:solidFill>
                          <a:latin typeface="Santander Text" panose="020B0504020201020104"/>
                        </a:rPr>
                        <a:t>To monitor accounting entries and ensure financial statements accuracy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indent="635"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algn="ctr" defTabSz="914400" rtl="0" eaLnBrk="1" latinLnBrk="0" hangingPunct="1">
                        <a:spcBef>
                          <a:spcPts val="400"/>
                        </a:spcBef>
                        <a:spcAft>
                          <a:spcPts val="400"/>
                        </a:spcAft>
                        <a:tabLst>
                          <a:tab pos="2700020" algn="ctr"/>
                          <a:tab pos="5400040" algn="r"/>
                        </a:tabLst>
                      </a:pPr>
                      <a:endParaRPr lang="en-US"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r>
                        <a:rPr lang="pt-BR"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rPr>
                        <a:t>R</a:t>
                      </a:r>
                      <a:endParaRPr lang="en-US"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r>
                        <a:rPr kumimoji="0" lang="pt-BR" sz="1600" b="0" i="0" u="none" strike="noStrike" kern="1200" cap="none" spc="0" normalizeH="0" baseline="0" noProof="0" dirty="0">
                          <a:ln>
                            <a:noFill/>
                          </a:ln>
                          <a:solidFill>
                            <a:prstClr val="black"/>
                          </a:solidFill>
                          <a:effectLst/>
                          <a:uLnTx/>
                          <a:uFillTx/>
                          <a:latin typeface="Santander Text" panose="020B0504020201020104"/>
                          <a:ea typeface="Times New Roman" panose="02020603050405020304" pitchFamily="18" charset="0"/>
                          <a:cs typeface="Times New Roman" panose="02020603050405020304" pitchFamily="18" charset="0"/>
                        </a:rPr>
                        <a:t>A</a:t>
                      </a:r>
                      <a:endParaRPr kumimoji="0" lang="en-US" sz="1600" b="0" i="0" u="none" strike="noStrike" kern="1200" cap="none" spc="0" normalizeH="0" baseline="0" noProof="0" dirty="0">
                        <a:ln>
                          <a:noFill/>
                        </a:ln>
                        <a:solidFill>
                          <a:prstClr val="black"/>
                        </a:solidFill>
                        <a:effectLst/>
                        <a:uLnTx/>
                        <a:uFillTx/>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r>
                        <a:rPr kumimoji="0" lang="pt-BR" sz="1600" b="0" i="0" u="none" strike="noStrike" kern="1200" cap="none" spc="0" normalizeH="0" baseline="0" noProof="0" dirty="0">
                          <a:ln>
                            <a:noFill/>
                          </a:ln>
                          <a:solidFill>
                            <a:prstClr val="black"/>
                          </a:solidFill>
                          <a:effectLst/>
                          <a:uLnTx/>
                          <a:uFillTx/>
                          <a:latin typeface="Santander Text" panose="020B0504020201020104"/>
                          <a:ea typeface="Times New Roman" panose="02020603050405020304" pitchFamily="18" charset="0"/>
                          <a:cs typeface="Times New Roman" panose="02020603050405020304" pitchFamily="18" charset="0"/>
                        </a:rPr>
                        <a:t>A</a:t>
                      </a:r>
                      <a:endParaRPr kumimoji="0" lang="en-US" sz="1600" b="0" i="0" u="none" strike="noStrike" kern="1200" cap="none" spc="0" normalizeH="0" baseline="0" noProof="0" dirty="0">
                        <a:ln>
                          <a:noFill/>
                        </a:ln>
                        <a:solidFill>
                          <a:prstClr val="black"/>
                        </a:solidFill>
                        <a:effectLst/>
                        <a:uLnTx/>
                        <a:uFillTx/>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8757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900" b="1" noProof="0" dirty="0">
                          <a:solidFill>
                            <a:schemeClr val="tx1"/>
                          </a:solidFill>
                          <a:latin typeface="Santander Text" panose="020B0504020201020104"/>
                        </a:rPr>
                        <a:t>To ensure withholding was apllied to payments when necessary and report to regulator</a:t>
                      </a:r>
                      <a:endParaRPr lang="en-US" sz="900" b="1" noProof="0" dirty="0">
                        <a:solidFill>
                          <a:schemeClr val="tx1"/>
                        </a:solidFill>
                        <a:latin typeface="Santander Text" panose="020B05040202010201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635" algn="ctr" defTabSz="914400" rtl="0" eaLnBrk="1" fontAlgn="auto" latinLnBrk="0" hangingPunct="1">
                        <a:lnSpc>
                          <a:spcPct val="100000"/>
                        </a:lnSpc>
                        <a:spcBef>
                          <a:spcPts val="0"/>
                        </a:spcBef>
                        <a:spcAft>
                          <a:spcPts val="0"/>
                        </a:spcAft>
                        <a:buClrTx/>
                        <a:buSzTx/>
                        <a:buFontTx/>
                        <a:buNone/>
                        <a:tabLst>
                          <a:tab pos="2700020" algn="ctr"/>
                          <a:tab pos="5400040" algn="r"/>
                        </a:tabLst>
                        <a:defRPr/>
                      </a:pPr>
                      <a:r>
                        <a:rPr lang="pt-BR" sz="1600" b="1"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rPr>
                        <a:t>C</a:t>
                      </a:r>
                      <a:endParaRPr lang="en-US" sz="1600" b="1"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r>
                        <a:rPr lang="en-US" sz="1600" b="1"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rPr>
                        <a:t>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endParaRPr lang="en-US"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r>
                        <a:rPr lang="pt-BR"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rPr>
                        <a:t>A</a:t>
                      </a:r>
                      <a:endParaRPr lang="en-US"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r>
                        <a:rPr lang="pt-BR"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rPr>
                        <a:t>A</a:t>
                      </a:r>
                      <a:endParaRPr lang="en-US"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99805694"/>
                  </a:ext>
                </a:extLst>
              </a:tr>
            </a:tbl>
          </a:graphicData>
        </a:graphic>
      </p:graphicFrame>
    </p:spTree>
    <p:extLst>
      <p:ext uri="{BB962C8B-B14F-4D97-AF65-F5344CB8AC3E}">
        <p14:creationId xmlns:p14="http://schemas.microsoft.com/office/powerpoint/2010/main" val="3314370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31</a:t>
            </a:fld>
            <a:endParaRPr lang="es-ES" dirty="0"/>
          </a:p>
        </p:txBody>
      </p:sp>
      <p:sp>
        <p:nvSpPr>
          <p:cNvPr id="8" name="Rectangle 7"/>
          <p:cNvSpPr/>
          <p:nvPr/>
        </p:nvSpPr>
        <p:spPr>
          <a:xfrm>
            <a:off x="476835" y="996005"/>
            <a:ext cx="11219866" cy="5213597"/>
          </a:xfrm>
          <a:prstGeom prst="rect">
            <a:avLst/>
          </a:prstGeom>
        </p:spPr>
        <p:txBody>
          <a:bodyPr wrap="square">
            <a:noAutofit/>
          </a:bodyPr>
          <a:lstStyle/>
          <a:p>
            <a:r>
              <a:rPr lang="en-US" sz="1400" i="1" dirty="0">
                <a:solidFill>
                  <a:schemeClr val="bg1">
                    <a:lumMod val="65000"/>
                  </a:schemeClr>
                </a:solidFill>
              </a:rPr>
              <a:t>To build an effective flowchart, integrate process steps, inputs, outputs, shared docs, and stakeholder details, complementing these with screenshots for added impact. Then, all you have to do is neatly lay out each step in sequential order.</a:t>
            </a:r>
            <a:endParaRPr lang="en-US" sz="1400" dirty="0"/>
          </a:p>
        </p:txBody>
      </p:sp>
      <p:sp>
        <p:nvSpPr>
          <p:cNvPr id="5" name="Título 1">
            <a:extLst>
              <a:ext uri="{FF2B5EF4-FFF2-40B4-BE49-F238E27FC236}">
                <a16:creationId xmlns:a16="http://schemas.microsoft.com/office/drawing/2014/main" id="{6507F2D9-0A36-9D47-C234-E5A091DC70E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3.3 Process Flowchart</a:t>
            </a:r>
          </a:p>
        </p:txBody>
      </p:sp>
      <p:sp>
        <p:nvSpPr>
          <p:cNvPr id="6" name="Marcador de texto 5">
            <a:extLst>
              <a:ext uri="{FF2B5EF4-FFF2-40B4-BE49-F238E27FC236}">
                <a16:creationId xmlns:a16="http://schemas.microsoft.com/office/drawing/2014/main" id="{347E5AFB-4220-6ED4-6F80-D957E89F087C}"/>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Process Design</a:t>
            </a:r>
          </a:p>
        </p:txBody>
      </p:sp>
      <p:graphicFrame>
        <p:nvGraphicFramePr>
          <p:cNvPr id="3" name="Object 2">
            <a:hlinkClick r:id="" action="ppaction://ole?verb=0"/>
            <a:extLst>
              <a:ext uri="{FF2B5EF4-FFF2-40B4-BE49-F238E27FC236}">
                <a16:creationId xmlns:a16="http://schemas.microsoft.com/office/drawing/2014/main" id="{2E804660-0E58-2E5A-3230-9BCF86ACA534}"/>
              </a:ext>
            </a:extLst>
          </p:cNvPr>
          <p:cNvGraphicFramePr>
            <a:graphicFrameLocks noChangeAspect="1"/>
          </p:cNvGraphicFramePr>
          <p:nvPr>
            <p:extLst>
              <p:ext uri="{D42A27DB-BD31-4B8C-83A1-F6EECF244321}">
                <p14:modId xmlns:p14="http://schemas.microsoft.com/office/powerpoint/2010/main" val="1011079588"/>
              </p:ext>
            </p:extLst>
          </p:nvPr>
        </p:nvGraphicFramePr>
        <p:xfrm>
          <a:off x="5065593" y="2591274"/>
          <a:ext cx="1376149" cy="1161126"/>
        </p:xfrm>
        <a:graphic>
          <a:graphicData uri="http://schemas.openxmlformats.org/presentationml/2006/ole">
            <mc:AlternateContent xmlns:mc="http://schemas.openxmlformats.org/markup-compatibility/2006">
              <mc:Choice xmlns:v="urn:schemas-microsoft-com:vml" Requires="v">
                <p:oleObj name="Presentation" showAsIcon="1" r:id="rId2" imgW="914400" imgH="771445" progId="PowerPoint.Show.12">
                  <p:embed/>
                </p:oleObj>
              </mc:Choice>
              <mc:Fallback>
                <p:oleObj name="Presentation" showAsIcon="1" r:id="rId2" imgW="914400" imgH="771445" progId="PowerPoint.Show.12">
                  <p:embed/>
                  <p:pic>
                    <p:nvPicPr>
                      <p:cNvPr id="3" name="Object 2">
                        <a:hlinkClick r:id="" action="ppaction://ole?verb=0"/>
                        <a:extLst>
                          <a:ext uri="{FF2B5EF4-FFF2-40B4-BE49-F238E27FC236}">
                            <a16:creationId xmlns:a16="http://schemas.microsoft.com/office/drawing/2014/main" id="{2E804660-0E58-2E5A-3230-9BCF86ACA534}"/>
                          </a:ext>
                        </a:extLst>
                      </p:cNvPr>
                      <p:cNvPicPr/>
                      <p:nvPr/>
                    </p:nvPicPr>
                    <p:blipFill>
                      <a:blip r:embed="rId3"/>
                      <a:stretch>
                        <a:fillRect/>
                      </a:stretch>
                    </p:blipFill>
                    <p:spPr>
                      <a:xfrm>
                        <a:off x="5065593" y="2591274"/>
                        <a:ext cx="1376149" cy="1161126"/>
                      </a:xfrm>
                      <a:prstGeom prst="rect">
                        <a:avLst/>
                      </a:prstGeom>
                    </p:spPr>
                  </p:pic>
                </p:oleObj>
              </mc:Fallback>
            </mc:AlternateContent>
          </a:graphicData>
        </a:graphic>
      </p:graphicFrame>
      <p:sp>
        <p:nvSpPr>
          <p:cNvPr id="4" name="TextBox 3">
            <a:extLst>
              <a:ext uri="{FF2B5EF4-FFF2-40B4-BE49-F238E27FC236}">
                <a16:creationId xmlns:a16="http://schemas.microsoft.com/office/drawing/2014/main" id="{B7938DF3-3CB1-6710-3630-1A07BB7430A4}"/>
              </a:ext>
            </a:extLst>
          </p:cNvPr>
          <p:cNvSpPr txBox="1"/>
          <p:nvPr/>
        </p:nvSpPr>
        <p:spPr>
          <a:xfrm>
            <a:off x="4521958" y="1944943"/>
            <a:ext cx="2524836" cy="646331"/>
          </a:xfrm>
          <a:prstGeom prst="rect">
            <a:avLst/>
          </a:prstGeom>
          <a:noFill/>
        </p:spPr>
        <p:txBody>
          <a:bodyPr wrap="square" rtlCol="0">
            <a:spAutoFit/>
          </a:bodyPr>
          <a:lstStyle/>
          <a:p>
            <a:pPr algn="ctr"/>
            <a:r>
              <a:rPr lang="pt-BR" b="1" dirty="0"/>
              <a:t>See Process Map below</a:t>
            </a:r>
            <a:endParaRPr lang="en-US" b="1" dirty="0"/>
          </a:p>
        </p:txBody>
      </p:sp>
    </p:spTree>
    <p:extLst>
      <p:ext uri="{BB962C8B-B14F-4D97-AF65-F5344CB8AC3E}">
        <p14:creationId xmlns:p14="http://schemas.microsoft.com/office/powerpoint/2010/main" val="45759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3">
            <a:extLst>
              <a:ext uri="{FF2B5EF4-FFF2-40B4-BE49-F238E27FC236}">
                <a16:creationId xmlns:a16="http://schemas.microsoft.com/office/drawing/2014/main" id="{46DCEE02-D34D-4F11-9432-3B5DE7C3D539}"/>
              </a:ext>
            </a:extLst>
          </p:cNvPr>
          <p:cNvSpPr>
            <a:spLocks noGrp="1"/>
          </p:cNvSpPr>
          <p:nvPr>
            <p:ph type="body" sz="quarter" idx="14"/>
          </p:nvPr>
        </p:nvSpPr>
        <p:spPr/>
        <p:txBody>
          <a:bodyPr>
            <a:normAutofit/>
          </a:bodyPr>
          <a:lstStyle/>
          <a:p>
            <a:r>
              <a:rPr lang="en-US" dirty="0"/>
              <a:t>04</a:t>
            </a:r>
          </a:p>
        </p:txBody>
      </p:sp>
      <p:sp>
        <p:nvSpPr>
          <p:cNvPr id="6" name="Título 1">
            <a:extLst>
              <a:ext uri="{FF2B5EF4-FFF2-40B4-BE49-F238E27FC236}">
                <a16:creationId xmlns:a16="http://schemas.microsoft.com/office/drawing/2014/main" id="{EEEB3FAF-21CC-D68C-0BE2-28D5E249A0BE}"/>
              </a:ext>
            </a:extLst>
          </p:cNvPr>
          <p:cNvSpPr txBox="1">
            <a:spLocks/>
          </p:cNvSpPr>
          <p:nvPr/>
        </p:nvSpPr>
        <p:spPr>
          <a:xfrm>
            <a:off x="722518" y="626373"/>
            <a:ext cx="5705175" cy="2852737"/>
          </a:xfrm>
          <a:prstGeom prst="rect">
            <a:avLst/>
          </a:prstGeom>
        </p:spPr>
        <p:txBody>
          <a:bodyPr vert="horz" lIns="91440" tIns="45720" rIns="91440" bIns="45720" rtlCol="0" anchor="t">
            <a:normAutofit/>
          </a:bodyPr>
          <a:lstStyle>
            <a:lvl1pPr>
              <a:lnSpc>
                <a:spcPct val="100000"/>
              </a:lnSpc>
              <a:spcBef>
                <a:spcPct val="0"/>
              </a:spcBef>
              <a:buNone/>
              <a:defRPr sz="4000">
                <a:solidFill>
                  <a:schemeClr val="accent1"/>
                </a:solidFill>
                <a:latin typeface="+mj-lt"/>
                <a:ea typeface="+mj-ea"/>
                <a:cs typeface="+mj-cs"/>
              </a:defRPr>
            </a:lvl1pPr>
          </a:lstStyle>
          <a:p>
            <a:r>
              <a:rPr lang="en-US" dirty="0"/>
              <a:t>Infrastructure Requirements</a:t>
            </a:r>
          </a:p>
        </p:txBody>
      </p:sp>
    </p:spTree>
    <p:extLst>
      <p:ext uri="{BB962C8B-B14F-4D97-AF65-F5344CB8AC3E}">
        <p14:creationId xmlns:p14="http://schemas.microsoft.com/office/powerpoint/2010/main" val="3522252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3891A4-6FD2-F0B0-4A4B-BEC3F1F962E9}"/>
              </a:ext>
            </a:extLst>
          </p:cNvPr>
          <p:cNvSpPr/>
          <p:nvPr/>
        </p:nvSpPr>
        <p:spPr>
          <a:xfrm>
            <a:off x="476835" y="996005"/>
            <a:ext cx="11219866" cy="5213597"/>
          </a:xfrm>
          <a:prstGeom prst="rect">
            <a:avLst/>
          </a:prstGeom>
        </p:spPr>
        <p:txBody>
          <a:bodyPr wrap="square">
            <a:noAutofit/>
          </a:bodyPr>
          <a:lstStyle/>
          <a:p>
            <a:pPr>
              <a:lnSpc>
                <a:spcPct val="107000"/>
              </a:lnSpc>
            </a:pPr>
            <a:r>
              <a:rPr lang="en-US" sz="1400" b="1" dirty="0">
                <a:ea typeface="Calibri" panose="020F0502020204030204" pitchFamily="34" charset="0"/>
                <a:cs typeface="Times New Roman" panose="02020603050405020304" pitchFamily="18" charset="0"/>
              </a:rPr>
              <a:t>Provide all the relevant volumes</a:t>
            </a:r>
          </a:p>
          <a:p>
            <a:pPr>
              <a:lnSpc>
                <a:spcPct val="107000"/>
              </a:lnSpc>
            </a:pPr>
            <a:endParaRPr lang="en-US" sz="1400" i="1" dirty="0">
              <a:solidFill>
                <a:schemeClr val="bg1">
                  <a:lumMod val="65000"/>
                </a:schemeClr>
              </a:solidFill>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33</a:t>
            </a:fld>
            <a:endParaRPr lang="es-ES" dirty="0"/>
          </a:p>
        </p:txBody>
      </p:sp>
      <p:sp>
        <p:nvSpPr>
          <p:cNvPr id="11" name="Título 1">
            <a:extLst>
              <a:ext uri="{FF2B5EF4-FFF2-40B4-BE49-F238E27FC236}">
                <a16:creationId xmlns:a16="http://schemas.microsoft.com/office/drawing/2014/main" id="{CE57E935-981E-25D8-EB87-5C91E137CA4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4.1 Volumes</a:t>
            </a:r>
          </a:p>
        </p:txBody>
      </p:sp>
      <p:sp>
        <p:nvSpPr>
          <p:cNvPr id="6" name="Marcador de texto 5">
            <a:extLst>
              <a:ext uri="{FF2B5EF4-FFF2-40B4-BE49-F238E27FC236}">
                <a16:creationId xmlns:a16="http://schemas.microsoft.com/office/drawing/2014/main" id="{FE208024-8929-A1BA-41E2-1369A4DBA6F9}"/>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Infrastructure Requirements</a:t>
            </a:r>
          </a:p>
        </p:txBody>
      </p:sp>
      <p:graphicFrame>
        <p:nvGraphicFramePr>
          <p:cNvPr id="12" name="3 Tabla">
            <a:extLst>
              <a:ext uri="{FF2B5EF4-FFF2-40B4-BE49-F238E27FC236}">
                <a16:creationId xmlns:a16="http://schemas.microsoft.com/office/drawing/2014/main" id="{B42DDF7D-CEE0-EF0E-AF76-0490CBACB872}"/>
              </a:ext>
            </a:extLst>
          </p:cNvPr>
          <p:cNvGraphicFramePr>
            <a:graphicFrameLocks noGrp="1"/>
          </p:cNvGraphicFramePr>
          <p:nvPr>
            <p:extLst>
              <p:ext uri="{D42A27DB-BD31-4B8C-83A1-F6EECF244321}">
                <p14:modId xmlns:p14="http://schemas.microsoft.com/office/powerpoint/2010/main" val="1055003960"/>
              </p:ext>
            </p:extLst>
          </p:nvPr>
        </p:nvGraphicFramePr>
        <p:xfrm>
          <a:off x="554083" y="1488440"/>
          <a:ext cx="8249756" cy="1940560"/>
        </p:xfrm>
        <a:graphic>
          <a:graphicData uri="http://schemas.openxmlformats.org/drawingml/2006/table">
            <a:tbl>
              <a:tblPr firstRow="1" bandRow="1"/>
              <a:tblGrid>
                <a:gridCol w="3953248">
                  <a:extLst>
                    <a:ext uri="{9D8B030D-6E8A-4147-A177-3AD203B41FA5}">
                      <a16:colId xmlns:a16="http://schemas.microsoft.com/office/drawing/2014/main" val="20000"/>
                    </a:ext>
                  </a:extLst>
                </a:gridCol>
                <a:gridCol w="4296508">
                  <a:extLst>
                    <a:ext uri="{9D8B030D-6E8A-4147-A177-3AD203B41FA5}">
                      <a16:colId xmlns:a16="http://schemas.microsoft.com/office/drawing/2014/main" val="20001"/>
                    </a:ext>
                  </a:extLst>
                </a:gridCol>
              </a:tblGrid>
              <a:tr h="370840">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200" noProof="0" dirty="0"/>
                        <a:t>Metrics</a:t>
                      </a:r>
                    </a:p>
                  </a:txBody>
                  <a:tcPr>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200" noProof="0" dirty="0"/>
                        <a:t>Total</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200" noProof="0" dirty="0"/>
                        <a:t>Users of the solution </a:t>
                      </a:r>
                      <a:r>
                        <a:rPr lang="en-US" sz="1200" baseline="0" noProof="0" dirty="0"/>
                        <a:t>(List of Roles and number of User per Role)</a:t>
                      </a:r>
                      <a:endParaRPr lang="en-US" sz="1200" noProof="0"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pt-BR" sz="1200" noProof="0" dirty="0">
                          <a:solidFill>
                            <a:srgbClr val="FF0000"/>
                          </a:solidFill>
                        </a:rPr>
                        <a:t>Lending activity to be monitored on the JPM platform that’s already being used (new screen to be enabled)</a:t>
                      </a:r>
                      <a:endParaRPr lang="en-US" sz="1200" noProof="0" dirty="0">
                        <a:solidFill>
                          <a:srgbClr val="FF0000"/>
                        </a:solidFill>
                      </a:endParaRPr>
                    </a:p>
                  </a:txBody>
                  <a:tcPr>
                    <a:lnL w="12700" cap="flat" cmpd="sng" algn="ctr">
                      <a:solidFill>
                        <a:srgbClr val="FFFFFF"/>
                      </a:solidFill>
                      <a:prstDash val="solid"/>
                      <a:round/>
                      <a:headEnd type="none" w="med" len="med"/>
                      <a:tailEnd type="none" w="med" len="med"/>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40000"/>
                      </a:srgbClr>
                    </a:solidFill>
                  </a:tcPr>
                </a:tc>
                <a:extLst>
                  <a:ext uri="{0D108BD9-81ED-4DB2-BD59-A6C34878D82A}">
                    <a16:rowId xmlns:a16="http://schemas.microsoft.com/office/drawing/2014/main" val="10001"/>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noProof="0" dirty="0"/>
                        <a:t>Average Requests per Day</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algn="l" defTabSz="914400" rtl="0" eaLnBrk="1" latinLnBrk="0" hangingPunct="1"/>
                      <a:r>
                        <a:rPr lang="pt-BR" sz="1200" kern="1200" noProof="0" dirty="0">
                          <a:solidFill>
                            <a:srgbClr val="FF0000"/>
                          </a:solidFill>
                          <a:latin typeface="+mn-lt"/>
                          <a:ea typeface="+mn-ea"/>
                          <a:cs typeface="+mn-cs"/>
                        </a:rPr>
                        <a:t>0</a:t>
                      </a:r>
                      <a:endParaRPr lang="en-US" sz="1200" kern="1200" noProof="0" dirty="0">
                        <a:solidFill>
                          <a:srgbClr val="FF0000"/>
                        </a:solidFill>
                        <a:latin typeface="+mn-lt"/>
                        <a:ea typeface="+mn-ea"/>
                        <a:cs typeface="+mn-cs"/>
                      </a:endParaRPr>
                    </a:p>
                  </a:txBody>
                  <a:tcP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20000"/>
                      </a:srgbClr>
                    </a:solidFill>
                  </a:tcPr>
                </a:tc>
                <a:extLst>
                  <a:ext uri="{0D108BD9-81ED-4DB2-BD59-A6C34878D82A}">
                    <a16:rowId xmlns:a16="http://schemas.microsoft.com/office/drawing/2014/main" val="10002"/>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noProof="0" dirty="0"/>
                        <a:t>Peak Hour Requests </a:t>
                      </a:r>
                      <a:r>
                        <a:rPr lang="en-US" sz="1200" baseline="0" noProof="0" dirty="0"/>
                        <a:t>(during a time range)</a:t>
                      </a:r>
                      <a:endParaRPr lang="en-US" sz="1200" noProof="0"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algn="l" defTabSz="914400" rtl="0" eaLnBrk="1" latinLnBrk="0" hangingPunct="1"/>
                      <a:r>
                        <a:rPr lang="pt-BR" sz="1200" kern="1200" noProof="0" dirty="0">
                          <a:solidFill>
                            <a:srgbClr val="FF0000"/>
                          </a:solidFill>
                          <a:latin typeface="+mn-lt"/>
                          <a:ea typeface="+mn-ea"/>
                          <a:cs typeface="+mn-cs"/>
                        </a:rPr>
                        <a:t>NA</a:t>
                      </a:r>
                      <a:endParaRPr lang="en-US" sz="1200" kern="1200" noProof="0" dirty="0">
                        <a:solidFill>
                          <a:srgbClr val="FF0000"/>
                        </a:solidFill>
                        <a:latin typeface="+mn-lt"/>
                        <a:ea typeface="+mn-ea"/>
                        <a:cs typeface="+mn-cs"/>
                      </a:endParaRPr>
                    </a:p>
                  </a:txBody>
                  <a:tcP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40000"/>
                      </a:srgbClr>
                    </a:solidFill>
                  </a:tcPr>
                </a:tc>
                <a:extLst>
                  <a:ext uri="{0D108BD9-81ED-4DB2-BD59-A6C34878D82A}">
                    <a16:rowId xmlns:a16="http://schemas.microsoft.com/office/drawing/2014/main" val="10003"/>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200" noProof="0" dirty="0"/>
                        <a:t>Annual growth (%) of Requests</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pt-BR" sz="1200" noProof="0" dirty="0">
                          <a:solidFill>
                            <a:srgbClr val="FF0000"/>
                          </a:solidFill>
                        </a:rPr>
                        <a:t>NA</a:t>
                      </a:r>
                      <a:endParaRPr lang="en-US" sz="1200" noProof="0" dirty="0">
                        <a:solidFill>
                          <a:srgbClr val="FF0000"/>
                        </a:solidFill>
                      </a:endParaRPr>
                    </a:p>
                  </a:txBody>
                  <a:tcP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20000"/>
                      </a:srgbClr>
                    </a:solidFill>
                  </a:tcPr>
                </a:tc>
                <a:extLst>
                  <a:ext uri="{0D108BD9-81ED-4DB2-BD59-A6C34878D82A}">
                    <a16:rowId xmlns:a16="http://schemas.microsoft.com/office/drawing/2014/main" val="10004"/>
                  </a:ext>
                </a:extLst>
              </a:tr>
            </a:tbl>
          </a:graphicData>
        </a:graphic>
      </p:graphicFrame>
      <p:graphicFrame>
        <p:nvGraphicFramePr>
          <p:cNvPr id="13" name="Tabla 8">
            <a:extLst>
              <a:ext uri="{FF2B5EF4-FFF2-40B4-BE49-F238E27FC236}">
                <a16:creationId xmlns:a16="http://schemas.microsoft.com/office/drawing/2014/main" id="{4417A164-138D-78F4-6514-8789AAB5B878}"/>
              </a:ext>
            </a:extLst>
          </p:cNvPr>
          <p:cNvGraphicFramePr>
            <a:graphicFrameLocks noGrp="1"/>
          </p:cNvGraphicFramePr>
          <p:nvPr>
            <p:extLst>
              <p:ext uri="{D42A27DB-BD31-4B8C-83A1-F6EECF244321}">
                <p14:modId xmlns:p14="http://schemas.microsoft.com/office/powerpoint/2010/main" val="3158056375"/>
              </p:ext>
            </p:extLst>
          </p:nvPr>
        </p:nvGraphicFramePr>
        <p:xfrm>
          <a:off x="542864" y="3869541"/>
          <a:ext cx="8292619" cy="1569720"/>
        </p:xfrm>
        <a:graphic>
          <a:graphicData uri="http://schemas.openxmlformats.org/drawingml/2006/table">
            <a:tbl>
              <a:tblPr firstRow="1" bandRow="1"/>
              <a:tblGrid>
                <a:gridCol w="3964971">
                  <a:extLst>
                    <a:ext uri="{9D8B030D-6E8A-4147-A177-3AD203B41FA5}">
                      <a16:colId xmlns:a16="http://schemas.microsoft.com/office/drawing/2014/main" val="20000"/>
                    </a:ext>
                  </a:extLst>
                </a:gridCol>
                <a:gridCol w="4327648">
                  <a:extLst>
                    <a:ext uri="{9D8B030D-6E8A-4147-A177-3AD203B41FA5}">
                      <a16:colId xmlns:a16="http://schemas.microsoft.com/office/drawing/2014/main" val="20001"/>
                    </a:ext>
                  </a:extLst>
                </a:gridCol>
              </a:tblGrid>
              <a:tr h="370840">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200" noProof="0" dirty="0"/>
                        <a:t>Metrics</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200" noProof="0" dirty="0"/>
                        <a:t>Total</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200" noProof="0" dirty="0"/>
                        <a:t>Access x Day</a:t>
                      </a:r>
                    </a:p>
                    <a:p>
                      <a:r>
                        <a:rPr lang="en-US" sz="1200" noProof="0" dirty="0"/>
                        <a:t>(users can have more than 1 access</a:t>
                      </a:r>
                      <a:r>
                        <a:rPr lang="en-US" sz="1200" baseline="0" noProof="0" dirty="0"/>
                        <a:t>)</a:t>
                      </a:r>
                      <a:endParaRPr lang="en-US" sz="1200" noProof="0"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endParaRPr lang="en-US" sz="1200" noProof="0" dirty="0">
                        <a:solidFill>
                          <a:srgbClr val="FF0000"/>
                        </a:solidFill>
                      </a:endParaRP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40000"/>
                      </a:srgbClr>
                    </a:solidFill>
                  </a:tcPr>
                </a:tc>
                <a:extLst>
                  <a:ext uri="{0D108BD9-81ED-4DB2-BD59-A6C34878D82A}">
                    <a16:rowId xmlns:a16="http://schemas.microsoft.com/office/drawing/2014/main" val="10001"/>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200" noProof="0" dirty="0"/>
                        <a:t>Annual growth (%) of Users</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endParaRPr lang="en-US" sz="1200" noProof="0" dirty="0">
                        <a:solidFill>
                          <a:srgbClr val="FF0000"/>
                        </a:solidFill>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20000"/>
                      </a:srgbClr>
                    </a:solidFill>
                  </a:tcPr>
                </a:tc>
                <a:extLst>
                  <a:ext uri="{0D108BD9-81ED-4DB2-BD59-A6C34878D82A}">
                    <a16:rowId xmlns:a16="http://schemas.microsoft.com/office/drawing/2014/main" val="10002"/>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200" noProof="0" dirty="0"/>
                        <a:t>Service hours</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endParaRPr lang="en-US" sz="1200" noProof="0" dirty="0">
                        <a:solidFill>
                          <a:srgbClr val="FF0000"/>
                        </a:solidFill>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40000"/>
                      </a:srgbClr>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32045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3891A4-6FD2-F0B0-4A4B-BEC3F1F962E9}"/>
              </a:ext>
            </a:extLst>
          </p:cNvPr>
          <p:cNvSpPr/>
          <p:nvPr/>
        </p:nvSpPr>
        <p:spPr>
          <a:xfrm>
            <a:off x="476835" y="996005"/>
            <a:ext cx="11219866" cy="5213597"/>
          </a:xfrm>
          <a:prstGeom prst="rect">
            <a:avLst/>
          </a:prstGeom>
        </p:spPr>
        <p:txBody>
          <a:bodyPr wrap="square">
            <a:noAutofit/>
          </a:bodyPr>
          <a:lstStyle/>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i="1" dirty="0">
              <a:solidFill>
                <a:schemeClr val="bg1">
                  <a:lumMod val="65000"/>
                </a:schemeClr>
              </a:solidFill>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34</a:t>
            </a:fld>
            <a:endParaRPr lang="es-ES" dirty="0"/>
          </a:p>
        </p:txBody>
      </p:sp>
      <p:sp>
        <p:nvSpPr>
          <p:cNvPr id="11" name="Título 1">
            <a:extLst>
              <a:ext uri="{FF2B5EF4-FFF2-40B4-BE49-F238E27FC236}">
                <a16:creationId xmlns:a16="http://schemas.microsoft.com/office/drawing/2014/main" id="{CE57E935-981E-25D8-EB87-5C91E137CA4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4.2 Data Sizing Information</a:t>
            </a:r>
          </a:p>
        </p:txBody>
      </p:sp>
      <p:sp>
        <p:nvSpPr>
          <p:cNvPr id="6" name="Marcador de texto 5">
            <a:extLst>
              <a:ext uri="{FF2B5EF4-FFF2-40B4-BE49-F238E27FC236}">
                <a16:creationId xmlns:a16="http://schemas.microsoft.com/office/drawing/2014/main" id="{FE208024-8929-A1BA-41E2-1369A4DBA6F9}"/>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Infrastructure Requirements</a:t>
            </a:r>
          </a:p>
        </p:txBody>
      </p:sp>
      <p:graphicFrame>
        <p:nvGraphicFramePr>
          <p:cNvPr id="4" name="Table 3">
            <a:extLst>
              <a:ext uri="{FF2B5EF4-FFF2-40B4-BE49-F238E27FC236}">
                <a16:creationId xmlns:a16="http://schemas.microsoft.com/office/drawing/2014/main" id="{4987CC47-610E-50B3-F2D0-9672A831CB5A}"/>
              </a:ext>
            </a:extLst>
          </p:cNvPr>
          <p:cNvGraphicFramePr>
            <a:graphicFrameLocks noGrp="1"/>
          </p:cNvGraphicFramePr>
          <p:nvPr>
            <p:extLst>
              <p:ext uri="{D42A27DB-BD31-4B8C-83A1-F6EECF244321}">
                <p14:modId xmlns:p14="http://schemas.microsoft.com/office/powerpoint/2010/main" val="1742732461"/>
              </p:ext>
            </p:extLst>
          </p:nvPr>
        </p:nvGraphicFramePr>
        <p:xfrm>
          <a:off x="518888" y="1262351"/>
          <a:ext cx="5073190" cy="4172894"/>
        </p:xfrm>
        <a:graphic>
          <a:graphicData uri="http://schemas.openxmlformats.org/drawingml/2006/table">
            <a:tbl>
              <a:tblPr firstRow="1" bandRow="1">
                <a:tableStyleId>{6E25E649-3F16-4E02-A733-19D2CDBF48F0}</a:tableStyleId>
              </a:tblPr>
              <a:tblGrid>
                <a:gridCol w="3648908">
                  <a:extLst>
                    <a:ext uri="{9D8B030D-6E8A-4147-A177-3AD203B41FA5}">
                      <a16:colId xmlns:a16="http://schemas.microsoft.com/office/drawing/2014/main" val="20000"/>
                    </a:ext>
                  </a:extLst>
                </a:gridCol>
                <a:gridCol w="1424282">
                  <a:extLst>
                    <a:ext uri="{9D8B030D-6E8A-4147-A177-3AD203B41FA5}">
                      <a16:colId xmlns:a16="http://schemas.microsoft.com/office/drawing/2014/main" val="20001"/>
                    </a:ext>
                  </a:extLst>
                </a:gridCol>
              </a:tblGrid>
              <a:tr h="332414">
                <a:tc>
                  <a:txBody>
                    <a:bodyPr/>
                    <a:lstStyle/>
                    <a:p>
                      <a:r>
                        <a:rPr lang="en-US" dirty="0"/>
                        <a:t>Service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28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Files (</a:t>
                      </a:r>
                      <a:r>
                        <a:rPr lang="en-US" dirty="0"/>
                        <a:t>Current Peak Volume/Day)</a:t>
                      </a:r>
                      <a:endParaRPr lang="en-US" sz="18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noFill/>
                  </a:tcPr>
                </a:tc>
                <a:tc rowSpan="2">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28600">
                <a:tc>
                  <a:txBody>
                    <a:bodyPr/>
                    <a:lstStyle/>
                    <a:p>
                      <a:pPr marL="171450" indent="-171450">
                        <a:buFont typeface="Arial" panose="020B0604020202020204" pitchFamily="34" charset="0"/>
                        <a:buChar char="•"/>
                      </a:pPr>
                      <a:r>
                        <a:rPr lang="en-US" sz="1200" dirty="0"/>
                        <a:t>Specify the</a:t>
                      </a:r>
                      <a:r>
                        <a:rPr lang="en-US" sz="1200" baseline="0" dirty="0"/>
                        <a:t> number of file systems helps plan. The number of filesystems helps plan for backup/restore and configuring control M jobs. Also shared storage based on NAS or SAN are decided depending on the criticality and latency requirement of the application.</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10002"/>
                  </a:ext>
                </a:extLst>
              </a:tr>
              <a:tr h="365760">
                <a:tc>
                  <a:txBody>
                    <a:bodyPr/>
                    <a:lstStyle/>
                    <a:p>
                      <a:r>
                        <a:rPr lang="en-US" sz="1800" dirty="0"/>
                        <a:t>Storage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aseline="0" dirty="0"/>
                        <a:t>Identifying this information will help with the storage sizing for these files.</a:t>
                      </a:r>
                      <a:endParaRPr lang="en-US" sz="18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noFill/>
                  </a:tcPr>
                </a:tc>
                <a:tc rowSpan="2">
                  <a:txBody>
                    <a:bodyPr/>
                    <a:lstStyle/>
                    <a:p>
                      <a:endParaRPr lang="en-US" sz="1200" dirty="0"/>
                    </a:p>
                    <a:p>
                      <a:endParaRPr lang="en-US" sz="1200" dirty="0"/>
                    </a:p>
                    <a:p>
                      <a:endParaRPr lang="en-US" sz="1200" dirty="0"/>
                    </a:p>
                    <a:p>
                      <a:endParaRPr lang="en-US" sz="1200" dirty="0"/>
                    </a:p>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65760">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Specify the # of files per day/month.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10004"/>
                  </a:ext>
                </a:extLst>
              </a:tr>
              <a:tr h="228600">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Specify the # of files per day/month</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228600">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Approximate size per day/month</a:t>
                      </a:r>
                      <a:r>
                        <a:rPr lang="en-US" sz="1200" baseline="0" dirty="0"/>
                        <a:t>.</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228600">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aseline="0" dirty="0"/>
                        <a:t>Specify file/data retention period in months/years.</a:t>
                      </a:r>
                      <a:endParaRPr lang="en-US" sz="1200"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bl>
          </a:graphicData>
        </a:graphic>
      </p:graphicFrame>
      <p:graphicFrame>
        <p:nvGraphicFramePr>
          <p:cNvPr id="9" name="Table 8">
            <a:extLst>
              <a:ext uri="{FF2B5EF4-FFF2-40B4-BE49-F238E27FC236}">
                <a16:creationId xmlns:a16="http://schemas.microsoft.com/office/drawing/2014/main" id="{870AAC7B-F56E-6AE4-AE87-84FD4E40D36B}"/>
              </a:ext>
            </a:extLst>
          </p:cNvPr>
          <p:cNvGraphicFramePr>
            <a:graphicFrameLocks noGrp="1"/>
          </p:cNvGraphicFramePr>
          <p:nvPr>
            <p:extLst>
              <p:ext uri="{D42A27DB-BD31-4B8C-83A1-F6EECF244321}">
                <p14:modId xmlns:p14="http://schemas.microsoft.com/office/powerpoint/2010/main" val="3982392266"/>
              </p:ext>
            </p:extLst>
          </p:nvPr>
        </p:nvGraphicFramePr>
        <p:xfrm>
          <a:off x="5746286" y="1275494"/>
          <a:ext cx="4943882" cy="4182152"/>
        </p:xfrm>
        <a:graphic>
          <a:graphicData uri="http://schemas.openxmlformats.org/drawingml/2006/table">
            <a:tbl>
              <a:tblPr firstRow="1" bandRow="1">
                <a:tableStyleId>{6E25E649-3F16-4E02-A733-19D2CDBF48F0}</a:tableStyleId>
              </a:tblPr>
              <a:tblGrid>
                <a:gridCol w="3510601">
                  <a:extLst>
                    <a:ext uri="{9D8B030D-6E8A-4147-A177-3AD203B41FA5}">
                      <a16:colId xmlns:a16="http://schemas.microsoft.com/office/drawing/2014/main" val="20000"/>
                    </a:ext>
                  </a:extLst>
                </a:gridCol>
                <a:gridCol w="1433281">
                  <a:extLst>
                    <a:ext uri="{9D8B030D-6E8A-4147-A177-3AD203B41FA5}">
                      <a16:colId xmlns:a16="http://schemas.microsoft.com/office/drawing/2014/main" val="20001"/>
                    </a:ext>
                  </a:extLst>
                </a:gridCol>
              </a:tblGrid>
              <a:tr h="415175">
                <a:tc>
                  <a:txBody>
                    <a:bodyPr/>
                    <a:lstStyle/>
                    <a:p>
                      <a:r>
                        <a:rPr lang="en-US" dirty="0"/>
                        <a:t>Service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Volume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660698">
                <a:tc>
                  <a:txBody>
                    <a:bodyPr/>
                    <a:lstStyle/>
                    <a:p>
                      <a:r>
                        <a:rPr lang="en-US" sz="1800" dirty="0"/>
                        <a:t>Database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aseline="0" dirty="0"/>
                        <a:t>This information is critical input into planning for database sizing. The size influences method of backup and need for database replication. If the database is too large, partitioning is important for efficiency and meeting required response time.</a:t>
                      </a:r>
                      <a:endParaRPr lang="en-US" sz="18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noFill/>
                  </a:tcPr>
                </a:tc>
                <a:tc rowSpan="2">
                  <a:txBody>
                    <a:bodyPr/>
                    <a:lstStyle/>
                    <a:p>
                      <a:endParaRPr lang="en-US" sz="1200" dirty="0"/>
                    </a:p>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98628">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aseline="0" dirty="0"/>
                        <a:t>Specify the # transactions queries per day.</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lang="en-US" sz="1200" dirty="0"/>
                    </a:p>
                  </a:txBody>
                  <a:tcPr>
                    <a:solidFill>
                      <a:srgbClr val="F7CBCB"/>
                    </a:solidFill>
                  </a:tcPr>
                </a:tc>
                <a:extLst>
                  <a:ext uri="{0D108BD9-81ED-4DB2-BD59-A6C34878D82A}">
                    <a16:rowId xmlns:a16="http://schemas.microsoft.com/office/drawing/2014/main" val="10002"/>
                  </a:ext>
                </a:extLst>
              </a:tr>
              <a:tr h="311382">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aseline="0" dirty="0"/>
                        <a:t># of tables and rows in the tables</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11382">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aseline="0" dirty="0"/>
                        <a:t>Record size</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72303">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aseline="0" dirty="0"/>
                        <a:t>Retention period</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812584">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aseline="0" dirty="0"/>
                        <a:t>Size of partition if database partitioning is required. </a:t>
                      </a:r>
                    </a:p>
                    <a:p>
                      <a:pPr marL="171450" indent="-171450">
                        <a:buFont typeface="Arial" panose="020B0604020202020204" pitchFamily="34" charset="0"/>
                        <a:buChar char="•"/>
                      </a:pP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24476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3891A4-6FD2-F0B0-4A4B-BEC3F1F962E9}"/>
              </a:ext>
            </a:extLst>
          </p:cNvPr>
          <p:cNvSpPr/>
          <p:nvPr/>
        </p:nvSpPr>
        <p:spPr>
          <a:xfrm>
            <a:off x="476835" y="996005"/>
            <a:ext cx="11219866" cy="5213597"/>
          </a:xfrm>
          <a:prstGeom prst="rect">
            <a:avLst/>
          </a:prstGeom>
        </p:spPr>
        <p:txBody>
          <a:bodyPr wrap="square">
            <a:noAutofit/>
          </a:bodyPr>
          <a:lstStyle/>
          <a:p>
            <a:pPr>
              <a:lnSpc>
                <a:spcPct val="107000"/>
              </a:lnSpc>
            </a:pPr>
            <a:r>
              <a:rPr lang="en-US" sz="1400" i="1" dirty="0">
                <a:solidFill>
                  <a:schemeClr val="bg1">
                    <a:lumMod val="50000"/>
                  </a:schemeClr>
                </a:solidFill>
              </a:rPr>
              <a:t>Specify all information related to managing non real-time data below.</a:t>
            </a: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35</a:t>
            </a:fld>
            <a:endParaRPr lang="es-ES" dirty="0"/>
          </a:p>
        </p:txBody>
      </p:sp>
      <p:sp>
        <p:nvSpPr>
          <p:cNvPr id="11" name="Título 1">
            <a:extLst>
              <a:ext uri="{FF2B5EF4-FFF2-40B4-BE49-F238E27FC236}">
                <a16:creationId xmlns:a16="http://schemas.microsoft.com/office/drawing/2014/main" id="{CE57E935-981E-25D8-EB87-5C91E137CA4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4.3 Data Handling Information</a:t>
            </a:r>
          </a:p>
        </p:txBody>
      </p:sp>
      <p:sp>
        <p:nvSpPr>
          <p:cNvPr id="6" name="Marcador de texto 5">
            <a:extLst>
              <a:ext uri="{FF2B5EF4-FFF2-40B4-BE49-F238E27FC236}">
                <a16:creationId xmlns:a16="http://schemas.microsoft.com/office/drawing/2014/main" id="{FE208024-8929-A1BA-41E2-1369A4DBA6F9}"/>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Infrastructure Requirements</a:t>
            </a:r>
          </a:p>
        </p:txBody>
      </p:sp>
      <p:graphicFrame>
        <p:nvGraphicFramePr>
          <p:cNvPr id="3" name="Table 2">
            <a:extLst>
              <a:ext uri="{FF2B5EF4-FFF2-40B4-BE49-F238E27FC236}">
                <a16:creationId xmlns:a16="http://schemas.microsoft.com/office/drawing/2014/main" id="{40221C0A-66BA-FA47-9413-2212D9DB67A4}"/>
              </a:ext>
            </a:extLst>
          </p:cNvPr>
          <p:cNvGraphicFramePr>
            <a:graphicFrameLocks noGrp="1"/>
          </p:cNvGraphicFramePr>
          <p:nvPr>
            <p:extLst>
              <p:ext uri="{D42A27DB-BD31-4B8C-83A1-F6EECF244321}">
                <p14:modId xmlns:p14="http://schemas.microsoft.com/office/powerpoint/2010/main" val="663342943"/>
              </p:ext>
            </p:extLst>
          </p:nvPr>
        </p:nvGraphicFramePr>
        <p:xfrm>
          <a:off x="579964" y="1571799"/>
          <a:ext cx="10525236" cy="2674620"/>
        </p:xfrm>
        <a:graphic>
          <a:graphicData uri="http://schemas.openxmlformats.org/drawingml/2006/table">
            <a:tbl>
              <a:tblPr firstRow="1" bandRow="1">
                <a:tableStyleId>{6E25E649-3F16-4E02-A733-19D2CDBF48F0}</a:tableStyleId>
              </a:tblPr>
              <a:tblGrid>
                <a:gridCol w="6227740">
                  <a:extLst>
                    <a:ext uri="{9D8B030D-6E8A-4147-A177-3AD203B41FA5}">
                      <a16:colId xmlns:a16="http://schemas.microsoft.com/office/drawing/2014/main" val="20000"/>
                    </a:ext>
                  </a:extLst>
                </a:gridCol>
                <a:gridCol w="4297496">
                  <a:extLst>
                    <a:ext uri="{9D8B030D-6E8A-4147-A177-3AD203B41FA5}">
                      <a16:colId xmlns:a16="http://schemas.microsoft.com/office/drawing/2014/main" val="20001"/>
                    </a:ext>
                  </a:extLst>
                </a:gridCol>
              </a:tblGrid>
              <a:tr h="0">
                <a:tc>
                  <a:txBody>
                    <a:bodyPr/>
                    <a:lstStyle/>
                    <a:p>
                      <a:pPr algn="ctr"/>
                      <a:r>
                        <a:rPr lang="en-US" dirty="0"/>
                        <a:t>Service</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dirty="0"/>
                        <a:t>Details</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sz="1800" dirty="0"/>
                        <a:t>Data</a:t>
                      </a:r>
                      <a:r>
                        <a:rPr lang="en-US" sz="1800" baseline="0" dirty="0"/>
                        <a:t> Retention Period.</a:t>
                      </a:r>
                    </a:p>
                    <a:p>
                      <a:r>
                        <a:rPr lang="en-US" sz="1200" baseline="0" dirty="0"/>
                        <a:t>The data retention period will help plan for data archive, managing content and how they are accessed when needed.</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sz="1800" dirty="0"/>
                        <a:t>Data</a:t>
                      </a:r>
                      <a:r>
                        <a:rPr lang="en-US" sz="1800" baseline="0" dirty="0"/>
                        <a:t> Purge</a:t>
                      </a:r>
                    </a:p>
                    <a:p>
                      <a:r>
                        <a:rPr lang="en-US" sz="1200" dirty="0"/>
                        <a:t>Specify</a:t>
                      </a:r>
                      <a:r>
                        <a:rPr lang="en-US" sz="1200" baseline="0" dirty="0"/>
                        <a:t> the procedure to move the data offline and/or how will the data be purged..</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marL="0" indent="0">
                        <a:buFont typeface="Arial" panose="020B0604020202020204" pitchFamily="34" charset="0"/>
                        <a:buNone/>
                      </a:pPr>
                      <a:r>
                        <a:rPr lang="en-US" sz="1800" dirty="0"/>
                        <a:t>Archived Data Access Instructions</a:t>
                      </a:r>
                    </a:p>
                    <a:p>
                      <a:pPr marL="0" indent="0">
                        <a:buFont typeface="Arial" panose="020B0604020202020204" pitchFamily="34" charset="0"/>
                        <a:buNone/>
                      </a:pPr>
                      <a:r>
                        <a:rPr lang="en-US" sz="1200" dirty="0"/>
                        <a:t>Provide</a:t>
                      </a:r>
                      <a:r>
                        <a:rPr lang="en-US" sz="1200" baseline="0" dirty="0"/>
                        <a:t> the archived data instructions.</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marL="0" indent="0">
                        <a:buFont typeface="Arial" panose="020B0604020202020204" pitchFamily="34" charset="0"/>
                        <a:buNone/>
                      </a:pPr>
                      <a:r>
                        <a:rPr lang="en-US" sz="1800" dirty="0"/>
                        <a:t>Content</a:t>
                      </a:r>
                      <a:r>
                        <a:rPr lang="en-US" sz="1800" baseline="0" dirty="0"/>
                        <a:t> Management Solution</a:t>
                      </a:r>
                    </a:p>
                    <a:p>
                      <a:pPr marL="0" indent="0">
                        <a:buFont typeface="Arial" panose="020B0604020202020204" pitchFamily="34" charset="0"/>
                        <a:buNone/>
                      </a:pPr>
                      <a:r>
                        <a:rPr lang="en-US" sz="1200" dirty="0"/>
                        <a:t>Specify</a:t>
                      </a:r>
                      <a:r>
                        <a:rPr lang="en-US" sz="1200" baseline="0" dirty="0"/>
                        <a:t> the content management solution.</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470940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3891A4-6FD2-F0B0-4A4B-BEC3F1F962E9}"/>
              </a:ext>
            </a:extLst>
          </p:cNvPr>
          <p:cNvSpPr/>
          <p:nvPr/>
        </p:nvSpPr>
        <p:spPr>
          <a:xfrm>
            <a:off x="476835" y="996005"/>
            <a:ext cx="11219866" cy="5213597"/>
          </a:xfrm>
          <a:prstGeom prst="rect">
            <a:avLst/>
          </a:prstGeom>
        </p:spPr>
        <p:txBody>
          <a:bodyPr wrap="square">
            <a:noAutofit/>
          </a:bodyPr>
          <a:lstStyle/>
          <a:p>
            <a:pPr>
              <a:lnSpc>
                <a:spcPct val="107000"/>
              </a:lnSpc>
            </a:pPr>
            <a:r>
              <a:rPr lang="en-US" sz="1400" i="1" dirty="0">
                <a:solidFill>
                  <a:schemeClr val="bg1">
                    <a:lumMod val="50000"/>
                  </a:schemeClr>
                </a:solidFill>
              </a:rPr>
              <a:t>Specify information related to reporting.</a:t>
            </a: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36</a:t>
            </a:fld>
            <a:endParaRPr lang="es-ES" dirty="0"/>
          </a:p>
        </p:txBody>
      </p:sp>
      <p:sp>
        <p:nvSpPr>
          <p:cNvPr id="11" name="Título 1">
            <a:extLst>
              <a:ext uri="{FF2B5EF4-FFF2-40B4-BE49-F238E27FC236}">
                <a16:creationId xmlns:a16="http://schemas.microsoft.com/office/drawing/2014/main" id="{CE57E935-981E-25D8-EB87-5C91E137CA4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4.4 Reporting</a:t>
            </a:r>
          </a:p>
        </p:txBody>
      </p:sp>
      <p:sp>
        <p:nvSpPr>
          <p:cNvPr id="6" name="Marcador de texto 5">
            <a:extLst>
              <a:ext uri="{FF2B5EF4-FFF2-40B4-BE49-F238E27FC236}">
                <a16:creationId xmlns:a16="http://schemas.microsoft.com/office/drawing/2014/main" id="{FE208024-8929-A1BA-41E2-1369A4DBA6F9}"/>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Infrastructure Requirements</a:t>
            </a:r>
          </a:p>
        </p:txBody>
      </p:sp>
      <p:graphicFrame>
        <p:nvGraphicFramePr>
          <p:cNvPr id="4" name="Table 3">
            <a:extLst>
              <a:ext uri="{FF2B5EF4-FFF2-40B4-BE49-F238E27FC236}">
                <a16:creationId xmlns:a16="http://schemas.microsoft.com/office/drawing/2014/main" id="{E218013C-E67B-BAC5-80E3-0D6719D0696B}"/>
              </a:ext>
            </a:extLst>
          </p:cNvPr>
          <p:cNvGraphicFramePr>
            <a:graphicFrameLocks noGrp="1"/>
          </p:cNvGraphicFramePr>
          <p:nvPr>
            <p:extLst>
              <p:ext uri="{D42A27DB-BD31-4B8C-83A1-F6EECF244321}">
                <p14:modId xmlns:p14="http://schemas.microsoft.com/office/powerpoint/2010/main" val="22965185"/>
              </p:ext>
            </p:extLst>
          </p:nvPr>
        </p:nvGraphicFramePr>
        <p:xfrm>
          <a:off x="579964" y="1366096"/>
          <a:ext cx="10386980" cy="4473413"/>
        </p:xfrm>
        <a:graphic>
          <a:graphicData uri="http://schemas.openxmlformats.org/drawingml/2006/table">
            <a:tbl>
              <a:tblPr firstRow="1" bandRow="1">
                <a:tableStyleId>{6E25E649-3F16-4E02-A733-19D2CDBF48F0}</a:tableStyleId>
              </a:tblPr>
              <a:tblGrid>
                <a:gridCol w="4863474">
                  <a:extLst>
                    <a:ext uri="{9D8B030D-6E8A-4147-A177-3AD203B41FA5}">
                      <a16:colId xmlns:a16="http://schemas.microsoft.com/office/drawing/2014/main" val="20000"/>
                    </a:ext>
                  </a:extLst>
                </a:gridCol>
                <a:gridCol w="5523506">
                  <a:extLst>
                    <a:ext uri="{9D8B030D-6E8A-4147-A177-3AD203B41FA5}">
                      <a16:colId xmlns:a16="http://schemas.microsoft.com/office/drawing/2014/main" val="20001"/>
                    </a:ext>
                  </a:extLst>
                </a:gridCol>
              </a:tblGrid>
              <a:tr h="332414">
                <a:tc>
                  <a:txBody>
                    <a:bodyPr/>
                    <a:lstStyle/>
                    <a:p>
                      <a:pPr algn="ctr"/>
                      <a:r>
                        <a:rPr lang="en-US" dirty="0"/>
                        <a:t>Service</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dirty="0"/>
                        <a:t>Service</a:t>
                      </a:r>
                      <a:r>
                        <a:rPr lang="en-US" baseline="0" dirty="0"/>
                        <a:t> Description</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11480">
                <a:tc>
                  <a:txBody>
                    <a:bodyPr/>
                    <a:lstStyle/>
                    <a:p>
                      <a:r>
                        <a:rPr lang="en-US" dirty="0"/>
                        <a:t>Method</a:t>
                      </a:r>
                      <a:r>
                        <a:rPr lang="en-US" baseline="0" dirty="0"/>
                        <a:t> of Report Generation</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E7E7E7"/>
                    </a:solidFill>
                  </a:tcPr>
                </a:tc>
                <a:tc rowSpan="2">
                  <a:txBody>
                    <a:bodyPr/>
                    <a:lstStyle/>
                    <a:p>
                      <a:endParaRPr lang="en-US" sz="1200" dirty="0"/>
                    </a:p>
                    <a:p>
                      <a:endParaRPr lang="en-US" sz="1200" dirty="0"/>
                    </a:p>
                    <a:p>
                      <a:endParaRPr lang="en-US" sz="1200" dirty="0"/>
                    </a:p>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1"/>
                  </a:ext>
                </a:extLst>
              </a:tr>
              <a:tr h="635816">
                <a:tc>
                  <a:txBody>
                    <a:bodyPr/>
                    <a:lstStyle/>
                    <a:p>
                      <a:r>
                        <a:rPr lang="en-US" sz="1200" baseline="0" dirty="0"/>
                        <a:t>Batch - Schedule for this report generation.</a:t>
                      </a:r>
                    </a:p>
                    <a:p>
                      <a:r>
                        <a:rPr lang="en-US" sz="1200" baseline="0" dirty="0"/>
                        <a:t>Online - Specify impact on the performance due to report generation, if yes, describe how it is handed.</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tc vMerge="1">
                  <a:txBody>
                    <a:bodyPr/>
                    <a:lstStyle/>
                    <a:p>
                      <a:endParaRPr lang="en-US"/>
                    </a:p>
                  </a:txBody>
                  <a:tcPr/>
                </a:tc>
                <a:extLst>
                  <a:ext uri="{0D108BD9-81ED-4DB2-BD59-A6C34878D82A}">
                    <a16:rowId xmlns:a16="http://schemas.microsoft.com/office/drawing/2014/main" val="10002"/>
                  </a:ext>
                </a:extLst>
              </a:tr>
              <a:tr h="301691">
                <a:tc>
                  <a:txBody>
                    <a:bodyPr/>
                    <a:lstStyle/>
                    <a:p>
                      <a:r>
                        <a:rPr lang="en-US" dirty="0"/>
                        <a:t>Reporting</a:t>
                      </a:r>
                      <a:r>
                        <a:rPr lang="en-US" baseline="0" dirty="0"/>
                        <a:t> Type</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bg1"/>
                    </a:solidFill>
                  </a:tcPr>
                </a:tc>
                <a:tc rowSpan="2">
                  <a:txBody>
                    <a:bodyPr/>
                    <a:lstStyle/>
                    <a:p>
                      <a:endParaRPr lang="en-US" sz="1200" dirty="0"/>
                    </a:p>
                    <a:p>
                      <a:endParaRPr lang="en-US" sz="1200" dirty="0"/>
                    </a:p>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716280">
                <a:tc>
                  <a:txBody>
                    <a:bodyPr/>
                    <a:lstStyle/>
                    <a:p>
                      <a:r>
                        <a:rPr lang="en-US" sz="1200" baseline="0" dirty="0"/>
                        <a:t>Specify if this is a closed &amp; customized report. It is important to understand how the customization is done and how it is promoted from DEV to PRE/PRO. </a:t>
                      </a:r>
                    </a:p>
                    <a:p>
                      <a:r>
                        <a:rPr lang="en-US" sz="1200" baseline="0" dirty="0"/>
                        <a:t>Open - May be in the form of an UI, where the user makes a selection of criteria for the desired report, live on the system. Closed-In the case of closed reporting criteria is predetermined and cannot be changed at real-time.</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endParaRPr lang="en-US"/>
                    </a:p>
                  </a:txBody>
                  <a:tcPr/>
                </a:tc>
                <a:extLst>
                  <a:ext uri="{0D108BD9-81ED-4DB2-BD59-A6C34878D82A}">
                    <a16:rowId xmlns:a16="http://schemas.microsoft.com/office/drawing/2014/main" val="10004"/>
                  </a:ext>
                </a:extLst>
              </a:tr>
              <a:tr h="259080">
                <a:tc>
                  <a:txBody>
                    <a:bodyPr/>
                    <a:lstStyle/>
                    <a:p>
                      <a:r>
                        <a:rPr lang="en-US" dirty="0"/>
                        <a:t>Report Orchestration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rgbClr val="E7E7E7"/>
                    </a:solidFill>
                  </a:tcPr>
                </a:tc>
                <a:tc rowSpan="2">
                  <a:txBody>
                    <a:bodyPr/>
                    <a:lstStyle/>
                    <a:p>
                      <a:endParaRPr lang="en-US" sz="1200" dirty="0"/>
                    </a:p>
                    <a:p>
                      <a:endParaRPr lang="en-US" sz="1200" dirty="0"/>
                    </a:p>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5"/>
                  </a:ext>
                </a:extLst>
              </a:tr>
              <a:tr h="3166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Specify if there is a special requirement</a:t>
                      </a:r>
                      <a:r>
                        <a:rPr lang="en-US" sz="1200" baseline="0" dirty="0"/>
                        <a:t> for this tool. </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tc vMerge="1">
                  <a:txBody>
                    <a:bodyPr/>
                    <a:lstStyle/>
                    <a:p>
                      <a:endParaRPr lang="en-US"/>
                    </a:p>
                  </a:txBody>
                  <a:tcPr/>
                </a:tc>
                <a:extLst>
                  <a:ext uri="{0D108BD9-81ED-4DB2-BD59-A6C34878D82A}">
                    <a16:rowId xmlns:a16="http://schemas.microsoft.com/office/drawing/2014/main" val="10006"/>
                  </a:ext>
                </a:extLst>
              </a:tr>
              <a:tr h="379828">
                <a:tc>
                  <a:txBody>
                    <a:bodyPr/>
                    <a:lstStyle/>
                    <a:p>
                      <a:r>
                        <a:rPr lang="en-US" sz="1800" baseline="0" dirty="0"/>
                        <a:t>Reporting Server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noFill/>
                  </a:tcPr>
                </a:tc>
                <a:tc rowSpan="2">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396240">
                <a:tc>
                  <a:txBody>
                    <a:bodyPr/>
                    <a:lstStyle/>
                    <a:p>
                      <a:r>
                        <a:rPr lang="en-US" sz="1200" baseline="0" dirty="0"/>
                        <a:t>Specify if there is dedicated server needed.</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713133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37</a:t>
            </a:fld>
            <a:endParaRPr lang="es-ES" dirty="0"/>
          </a:p>
        </p:txBody>
      </p:sp>
      <p:sp>
        <p:nvSpPr>
          <p:cNvPr id="9" name="Rectangle 8"/>
          <p:cNvSpPr/>
          <p:nvPr/>
        </p:nvSpPr>
        <p:spPr>
          <a:xfrm>
            <a:off x="917124" y="1159099"/>
            <a:ext cx="10210222" cy="388696"/>
          </a:xfrm>
          <a:prstGeom prst="rect">
            <a:avLst/>
          </a:prstGeom>
        </p:spPr>
        <p:txBody>
          <a:bodyPr wrap="square">
            <a:spAutoFit/>
          </a:bodyPr>
          <a:lstStyle/>
          <a:p>
            <a:pPr lvl="0" fontAlgn="auto">
              <a:lnSpc>
                <a:spcPct val="107000"/>
              </a:lnSpc>
              <a:spcBef>
                <a:spcPts val="0"/>
              </a:spcBef>
              <a:spcAft>
                <a:spcPts val="0"/>
              </a:spcAft>
              <a:buClrTx/>
            </a:pPr>
            <a:r>
              <a:rPr lang="en-US" sz="1800" i="1" dirty="0">
                <a:solidFill>
                  <a:schemeClr val="bg1">
                    <a:lumMod val="50000"/>
                  </a:schemeClr>
                </a:solidFill>
              </a:rPr>
              <a:t>Provide information related to </a:t>
            </a:r>
            <a:r>
              <a:rPr lang="en-US" i="1" dirty="0">
                <a:solidFill>
                  <a:schemeClr val="bg1">
                    <a:lumMod val="50000"/>
                  </a:schemeClr>
                </a:solidFill>
              </a:rPr>
              <a:t>workstations (clients) </a:t>
            </a:r>
            <a:endParaRPr lang="en-US" sz="1800" i="1" dirty="0">
              <a:solidFill>
                <a:schemeClr val="bg1">
                  <a:lumMod val="50000"/>
                </a:schemeClr>
              </a:solidFill>
            </a:endParaRPr>
          </a:p>
        </p:txBody>
      </p:sp>
      <p:graphicFrame>
        <p:nvGraphicFramePr>
          <p:cNvPr id="3" name="Table 2"/>
          <p:cNvGraphicFramePr>
            <a:graphicFrameLocks noGrp="1"/>
          </p:cNvGraphicFramePr>
          <p:nvPr/>
        </p:nvGraphicFramePr>
        <p:xfrm>
          <a:off x="901520" y="1672674"/>
          <a:ext cx="10446418" cy="3304540"/>
        </p:xfrm>
        <a:graphic>
          <a:graphicData uri="http://schemas.openxmlformats.org/drawingml/2006/table">
            <a:tbl>
              <a:tblPr firstRow="1" bandRow="1">
                <a:tableStyleId>{6E25E649-3F16-4E02-A733-19D2CDBF48F0}</a:tableStyleId>
              </a:tblPr>
              <a:tblGrid>
                <a:gridCol w="5223209">
                  <a:extLst>
                    <a:ext uri="{9D8B030D-6E8A-4147-A177-3AD203B41FA5}">
                      <a16:colId xmlns:a16="http://schemas.microsoft.com/office/drawing/2014/main" val="20000"/>
                    </a:ext>
                  </a:extLst>
                </a:gridCol>
                <a:gridCol w="5223209">
                  <a:extLst>
                    <a:ext uri="{9D8B030D-6E8A-4147-A177-3AD203B41FA5}">
                      <a16:colId xmlns:a16="http://schemas.microsoft.com/office/drawing/2014/main" val="20001"/>
                    </a:ext>
                  </a:extLst>
                </a:gridCol>
              </a:tblGrid>
              <a:tr h="370840">
                <a:tc>
                  <a:txBody>
                    <a:bodyPr/>
                    <a:lstStyle/>
                    <a:p>
                      <a:r>
                        <a:rPr lang="en-US" dirty="0"/>
                        <a:t>Requirement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dirty="0"/>
                        <a:t>Description</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85420">
                <a:tc>
                  <a:txBody>
                    <a:bodyPr/>
                    <a:lstStyle/>
                    <a:p>
                      <a:r>
                        <a:rPr lang="en-US" dirty="0"/>
                        <a:t>Connection to New System</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rgbClr val="E7E7E7"/>
                    </a:solidFill>
                  </a:tcPr>
                </a:tc>
                <a:tc rowSpan="2">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1"/>
                  </a:ext>
                </a:extLst>
              </a:tr>
              <a:tr h="185420">
                <a:tc>
                  <a:txBody>
                    <a:bodyPr/>
                    <a:lstStyle/>
                    <a:p>
                      <a:r>
                        <a:rPr lang="en-US" sz="1300" dirty="0"/>
                        <a:t>Specify whether it is a thick client, web-browser</a:t>
                      </a:r>
                      <a:r>
                        <a:rPr lang="en-US" sz="1300" baseline="0" dirty="0"/>
                        <a:t> based, and browser versions. Specify other types of connections so it will help with overall security assessment. Determining whether it is external and identify if there is a UI &amp; how are the credentials passed.</a:t>
                      </a:r>
                      <a:endParaRPr lang="en-US" sz="13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tc vMerge="1">
                  <a:txBody>
                    <a:bodyPr/>
                    <a:lstStyle/>
                    <a:p>
                      <a:endParaRPr lang="en-US"/>
                    </a:p>
                  </a:txBody>
                  <a:tcPr/>
                </a:tc>
                <a:extLst>
                  <a:ext uri="{0D108BD9-81ED-4DB2-BD59-A6C34878D82A}">
                    <a16:rowId xmlns:a16="http://schemas.microsoft.com/office/drawing/2014/main" val="10002"/>
                  </a:ext>
                </a:extLst>
              </a:tr>
              <a:tr h="185420">
                <a:tc>
                  <a:txBody>
                    <a:bodyPr/>
                    <a:lstStyle/>
                    <a:p>
                      <a:r>
                        <a:rPr lang="en-US" sz="1800" dirty="0"/>
                        <a:t>Remote Desktop</a:t>
                      </a:r>
                    </a:p>
                    <a:p>
                      <a:r>
                        <a:rPr lang="en-US" sz="1300" baseline="0" dirty="0"/>
                        <a:t>Specify whether Remote Desktop is required for the end clients.</a:t>
                      </a:r>
                      <a:endParaRPr lang="en-US" sz="13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185420">
                <a:tc>
                  <a:txBody>
                    <a:bodyPr/>
                    <a:lstStyle/>
                    <a:p>
                      <a:r>
                        <a:rPr lang="en-US" dirty="0"/>
                        <a:t>Special Software needed</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rowSpan="2">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1854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dirty="0"/>
                        <a:t>Please</a:t>
                      </a:r>
                      <a:r>
                        <a:rPr lang="en-US" sz="1300" baseline="0" dirty="0"/>
                        <a:t> list all special installation requirements and versions. (ex. Java, </a:t>
                      </a:r>
                      <a:r>
                        <a:rPr lang="en-US" sz="1300" baseline="0" dirty="0" err="1"/>
                        <a:t>.Net</a:t>
                      </a:r>
                      <a:r>
                        <a:rPr lang="en-US" sz="1300" baseline="0" dirty="0"/>
                        <a:t> Framework, Editors (i.e. SAS, Tableau), and special libraries)</a:t>
                      </a:r>
                      <a:endParaRPr lang="en-US" sz="1300" dirty="0"/>
                    </a:p>
                    <a:p>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10005"/>
                  </a:ext>
                </a:extLst>
              </a:tr>
            </a:tbl>
          </a:graphicData>
        </a:graphic>
      </p:graphicFrame>
      <p:sp>
        <p:nvSpPr>
          <p:cNvPr id="8" name="Marcador de texto 5">
            <a:extLst>
              <a:ext uri="{FF2B5EF4-FFF2-40B4-BE49-F238E27FC236}">
                <a16:creationId xmlns:a16="http://schemas.microsoft.com/office/drawing/2014/main" id="{C58901BE-946A-47F3-291D-B0EDD3CAB73F}"/>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Infrastructure Requirements</a:t>
            </a:r>
          </a:p>
        </p:txBody>
      </p:sp>
      <p:sp>
        <p:nvSpPr>
          <p:cNvPr id="10" name="Título 1">
            <a:extLst>
              <a:ext uri="{FF2B5EF4-FFF2-40B4-BE49-F238E27FC236}">
                <a16:creationId xmlns:a16="http://schemas.microsoft.com/office/drawing/2014/main" id="{B99473C8-B916-6ADB-827B-C6D09D9854F9}"/>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4.5 Workstation Requirement</a:t>
            </a:r>
          </a:p>
        </p:txBody>
      </p:sp>
    </p:spTree>
    <p:extLst>
      <p:ext uri="{BB962C8B-B14F-4D97-AF65-F5344CB8AC3E}">
        <p14:creationId xmlns:p14="http://schemas.microsoft.com/office/powerpoint/2010/main" val="12816934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3891A4-6FD2-F0B0-4A4B-BEC3F1F962E9}"/>
              </a:ext>
            </a:extLst>
          </p:cNvPr>
          <p:cNvSpPr/>
          <p:nvPr/>
        </p:nvSpPr>
        <p:spPr>
          <a:xfrm>
            <a:off x="476835" y="996005"/>
            <a:ext cx="11219866" cy="5213597"/>
          </a:xfrm>
          <a:prstGeom prst="rect">
            <a:avLst/>
          </a:prstGeom>
        </p:spPr>
        <p:txBody>
          <a:bodyPr wrap="square">
            <a:noAutofit/>
          </a:bodyPr>
          <a:lstStyle/>
          <a:p>
            <a:pPr>
              <a:lnSpc>
                <a:spcPct val="107000"/>
              </a:lnSpc>
            </a:pPr>
            <a:r>
              <a:rPr lang="en-US" sz="1400" b="1" dirty="0">
                <a:ea typeface="Calibri" panose="020F0502020204030204" pitchFamily="34" charset="0"/>
                <a:cs typeface="Times New Roman" panose="02020603050405020304" pitchFamily="18" charset="0"/>
              </a:rPr>
              <a:t>Provide information regarding the Farms / Load Balancing </a:t>
            </a:r>
          </a:p>
          <a:p>
            <a:pPr>
              <a:lnSpc>
                <a:spcPct val="107000"/>
              </a:lnSpc>
            </a:pPr>
            <a:endParaRPr lang="en-US" sz="1400" i="1" dirty="0">
              <a:solidFill>
                <a:schemeClr val="bg1">
                  <a:lumMod val="50000"/>
                </a:schemeClr>
              </a:solidFill>
            </a:endParaRPr>
          </a:p>
          <a:p>
            <a:pPr>
              <a:lnSpc>
                <a:spcPct val="107000"/>
              </a:lnSpc>
            </a:pPr>
            <a:endParaRPr lang="en-US" sz="1400" i="1" dirty="0">
              <a:solidFill>
                <a:schemeClr val="bg1">
                  <a:lumMod val="50000"/>
                </a:schemeClr>
              </a:solidFill>
            </a:endParaRPr>
          </a:p>
          <a:p>
            <a:pPr>
              <a:lnSpc>
                <a:spcPct val="107000"/>
              </a:lnSpc>
            </a:pPr>
            <a:endParaRPr lang="en-US" sz="1400" i="1" dirty="0">
              <a:solidFill>
                <a:schemeClr val="bg1">
                  <a:lumMod val="50000"/>
                </a:schemeClr>
              </a:solidFill>
            </a:endParaRPr>
          </a:p>
          <a:p>
            <a:pPr>
              <a:lnSpc>
                <a:spcPct val="107000"/>
              </a:lnSpc>
            </a:pPr>
            <a:endParaRPr lang="en-US" sz="1400" i="1" dirty="0">
              <a:solidFill>
                <a:schemeClr val="bg1">
                  <a:lumMod val="50000"/>
                </a:schemeClr>
              </a:solidFill>
            </a:endParaRPr>
          </a:p>
          <a:p>
            <a:pPr>
              <a:lnSpc>
                <a:spcPct val="107000"/>
              </a:lnSpc>
            </a:pPr>
            <a:endParaRPr lang="en-US" sz="1400" i="1" dirty="0">
              <a:solidFill>
                <a:schemeClr val="bg1">
                  <a:lumMod val="50000"/>
                </a:schemeClr>
              </a:solidFill>
            </a:endParaRPr>
          </a:p>
          <a:p>
            <a:pPr>
              <a:lnSpc>
                <a:spcPct val="107000"/>
              </a:lnSpc>
            </a:pPr>
            <a:endParaRPr lang="en-US" sz="1400" i="1" dirty="0">
              <a:solidFill>
                <a:schemeClr val="bg1">
                  <a:lumMod val="50000"/>
                </a:schemeClr>
              </a:solidFill>
            </a:endParaRPr>
          </a:p>
          <a:p>
            <a:pPr>
              <a:lnSpc>
                <a:spcPct val="107000"/>
              </a:lnSpc>
            </a:pPr>
            <a:endParaRPr lang="en-US" sz="1400" i="1" dirty="0">
              <a:solidFill>
                <a:schemeClr val="bg1">
                  <a:lumMod val="50000"/>
                </a:schemeClr>
              </a:solidFill>
            </a:endParaRPr>
          </a:p>
          <a:p>
            <a:pPr>
              <a:lnSpc>
                <a:spcPct val="107000"/>
              </a:lnSpc>
            </a:pPr>
            <a:endParaRPr lang="en-US" sz="1400" i="1" dirty="0">
              <a:solidFill>
                <a:schemeClr val="bg1">
                  <a:lumMod val="50000"/>
                </a:schemeClr>
              </a:solidFill>
            </a:endParaRPr>
          </a:p>
          <a:p>
            <a:pPr>
              <a:lnSpc>
                <a:spcPct val="107000"/>
              </a:lnSpc>
            </a:pPr>
            <a:endParaRPr lang="en-US" sz="1400" i="1" dirty="0">
              <a:solidFill>
                <a:schemeClr val="bg1">
                  <a:lumMod val="50000"/>
                </a:schemeClr>
              </a:solidFill>
            </a:endParaRPr>
          </a:p>
          <a:p>
            <a:pPr>
              <a:lnSpc>
                <a:spcPct val="107000"/>
              </a:lnSpc>
            </a:pPr>
            <a:endParaRPr lang="en-US" sz="1400" i="1" dirty="0">
              <a:solidFill>
                <a:schemeClr val="bg1">
                  <a:lumMod val="50000"/>
                </a:schemeClr>
              </a:solidFill>
            </a:endParaRPr>
          </a:p>
          <a:p>
            <a:pPr>
              <a:lnSpc>
                <a:spcPct val="107000"/>
              </a:lnSpc>
            </a:pPr>
            <a:endParaRPr lang="en-US" sz="1400" i="1" dirty="0">
              <a:solidFill>
                <a:schemeClr val="bg1">
                  <a:lumMod val="50000"/>
                </a:schemeClr>
              </a:solidFill>
            </a:endParaRPr>
          </a:p>
          <a:p>
            <a:pPr>
              <a:lnSpc>
                <a:spcPct val="107000"/>
              </a:lnSpc>
            </a:pPr>
            <a:r>
              <a:rPr lang="en-US" sz="1400" b="1" dirty="0">
                <a:ea typeface="Calibri" panose="020F0502020204030204" pitchFamily="34" charset="0"/>
                <a:cs typeface="Times New Roman" panose="02020603050405020304" pitchFamily="18" charset="0"/>
              </a:rPr>
              <a:t>Provide information regarding Application Availability</a:t>
            </a:r>
            <a:endParaRPr lang="en-US" sz="1400" i="1" dirty="0">
              <a:solidFill>
                <a:schemeClr val="bg1">
                  <a:lumMod val="65000"/>
                </a:schemeClr>
              </a:solidFill>
            </a:endParaRPr>
          </a:p>
          <a:p>
            <a:pPr>
              <a:lnSpc>
                <a:spcPct val="107000"/>
              </a:lnSpc>
            </a:pPr>
            <a:r>
              <a:rPr lang="en-US" sz="1400" i="1" dirty="0">
                <a:solidFill>
                  <a:schemeClr val="bg1">
                    <a:lumMod val="50000"/>
                  </a:schemeClr>
                </a:solidFill>
              </a:rPr>
              <a:t>Provide any specific requirement for the different functional layers (for example, if the elements of the specific layer need to be active/active or active/passive, if a DB synchronous copy is needed or a file share is necessary)</a:t>
            </a: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38</a:t>
            </a:fld>
            <a:endParaRPr lang="es-ES" dirty="0"/>
          </a:p>
        </p:txBody>
      </p:sp>
      <p:sp>
        <p:nvSpPr>
          <p:cNvPr id="11" name="Título 1">
            <a:extLst>
              <a:ext uri="{FF2B5EF4-FFF2-40B4-BE49-F238E27FC236}">
                <a16:creationId xmlns:a16="http://schemas.microsoft.com/office/drawing/2014/main" id="{CE57E935-981E-25D8-EB87-5C91E137CA4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4.6 Application Availability</a:t>
            </a:r>
          </a:p>
        </p:txBody>
      </p:sp>
      <p:sp>
        <p:nvSpPr>
          <p:cNvPr id="6" name="Marcador de texto 5">
            <a:extLst>
              <a:ext uri="{FF2B5EF4-FFF2-40B4-BE49-F238E27FC236}">
                <a16:creationId xmlns:a16="http://schemas.microsoft.com/office/drawing/2014/main" id="{FE208024-8929-A1BA-41E2-1369A4DBA6F9}"/>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Infrastructure Requirements</a:t>
            </a:r>
          </a:p>
        </p:txBody>
      </p:sp>
      <p:graphicFrame>
        <p:nvGraphicFramePr>
          <p:cNvPr id="5" name="Table 4">
            <a:extLst>
              <a:ext uri="{FF2B5EF4-FFF2-40B4-BE49-F238E27FC236}">
                <a16:creationId xmlns:a16="http://schemas.microsoft.com/office/drawing/2014/main" id="{C758B059-8C52-AB96-787C-00F01BD0D17A}"/>
              </a:ext>
            </a:extLst>
          </p:cNvPr>
          <p:cNvGraphicFramePr>
            <a:graphicFrameLocks noGrp="1"/>
          </p:cNvGraphicFramePr>
          <p:nvPr>
            <p:extLst>
              <p:ext uri="{D42A27DB-BD31-4B8C-83A1-F6EECF244321}">
                <p14:modId xmlns:p14="http://schemas.microsoft.com/office/powerpoint/2010/main" val="3826244432"/>
              </p:ext>
            </p:extLst>
          </p:nvPr>
        </p:nvGraphicFramePr>
        <p:xfrm>
          <a:off x="558624" y="4660188"/>
          <a:ext cx="10469216" cy="1813560"/>
        </p:xfrm>
        <a:graphic>
          <a:graphicData uri="http://schemas.openxmlformats.org/drawingml/2006/table">
            <a:tbl>
              <a:tblPr firstRow="1" bandRow="1">
                <a:tableStyleId>{6E25E649-3F16-4E02-A733-19D2CDBF48F0}</a:tableStyleId>
              </a:tblPr>
              <a:tblGrid>
                <a:gridCol w="4916093">
                  <a:extLst>
                    <a:ext uri="{9D8B030D-6E8A-4147-A177-3AD203B41FA5}">
                      <a16:colId xmlns:a16="http://schemas.microsoft.com/office/drawing/2014/main" val="20000"/>
                    </a:ext>
                  </a:extLst>
                </a:gridCol>
                <a:gridCol w="5553123">
                  <a:extLst>
                    <a:ext uri="{9D8B030D-6E8A-4147-A177-3AD203B41FA5}">
                      <a16:colId xmlns:a16="http://schemas.microsoft.com/office/drawing/2014/main" val="20001"/>
                    </a:ext>
                  </a:extLst>
                </a:gridCol>
              </a:tblGrid>
              <a:tr h="0">
                <a:tc>
                  <a:txBody>
                    <a:bodyPr/>
                    <a:lstStyle/>
                    <a:p>
                      <a:pPr marL="0" algn="ctr" defTabSz="685800" rtl="0" eaLnBrk="1" latinLnBrk="0" hangingPunct="1"/>
                      <a:r>
                        <a:rPr lang="en-US" sz="1100" b="1" kern="1200" dirty="0">
                          <a:solidFill>
                            <a:schemeClr val="lt1"/>
                          </a:solidFill>
                          <a:latin typeface="+mn-lt"/>
                          <a:ea typeface="+mn-ea"/>
                          <a:cs typeface="+mn-cs"/>
                        </a:rPr>
                        <a:t>Requirement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0000"/>
                    </a:solidFill>
                  </a:tcPr>
                </a:tc>
                <a:tc>
                  <a:txBody>
                    <a:bodyPr/>
                    <a:lstStyle/>
                    <a:p>
                      <a:pPr marL="0" algn="ctr" defTabSz="685800" rtl="0" eaLnBrk="1" latinLnBrk="0" hangingPunct="1"/>
                      <a:r>
                        <a:rPr lang="en-US" sz="1100" b="1" kern="1200" dirty="0">
                          <a:solidFill>
                            <a:schemeClr val="lt1"/>
                          </a:solidFill>
                          <a:latin typeface="+mn-lt"/>
                          <a:ea typeface="+mn-ea"/>
                          <a:cs typeface="+mn-cs"/>
                        </a:rPr>
                        <a:t>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0000"/>
                    </a:solidFill>
                  </a:tcPr>
                </a:tc>
                <a:extLst>
                  <a:ext uri="{0D108BD9-81ED-4DB2-BD59-A6C34878D82A}">
                    <a16:rowId xmlns:a16="http://schemas.microsoft.com/office/drawing/2014/main" val="10000"/>
                  </a:ext>
                </a:extLst>
              </a:tr>
              <a:tr h="246737">
                <a:tc>
                  <a:txBody>
                    <a:bodyPr/>
                    <a:lstStyle/>
                    <a:p>
                      <a:r>
                        <a:rPr lang="en-US" sz="1100" kern="1200" dirty="0">
                          <a:solidFill>
                            <a:schemeClr val="dk1"/>
                          </a:solidFill>
                          <a:latin typeface="+mn-lt"/>
                          <a:ea typeface="+mn-ea"/>
                          <a:cs typeface="+mn-cs"/>
                        </a:rPr>
                        <a:t>Load Balancing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46737">
                <a:tc>
                  <a:txBody>
                    <a:bodyPr/>
                    <a:lstStyle/>
                    <a:p>
                      <a:r>
                        <a:rPr lang="en-US" sz="1100" kern="1200" dirty="0">
                          <a:solidFill>
                            <a:schemeClr val="dk1"/>
                          </a:solidFill>
                          <a:latin typeface="+mn-lt"/>
                          <a:ea typeface="+mn-ea"/>
                          <a:cs typeface="+mn-cs"/>
                        </a:rPr>
                        <a:t>Front servers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endParaRPr lang="en-US"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2"/>
                  </a:ext>
                </a:extLst>
              </a:tr>
              <a:tr h="246737">
                <a:tc>
                  <a:txBody>
                    <a:bodyPr/>
                    <a:lstStyle/>
                    <a:p>
                      <a:r>
                        <a:rPr lang="en-US" sz="1100" kern="1200" dirty="0">
                          <a:solidFill>
                            <a:schemeClr val="dk1"/>
                          </a:solidFill>
                          <a:latin typeface="+mn-lt"/>
                          <a:ea typeface="+mn-ea"/>
                          <a:cs typeface="+mn-cs"/>
                        </a:rPr>
                        <a:t>Business Logic or Application Servers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246737">
                <a:tc>
                  <a:txBody>
                    <a:bodyPr/>
                    <a:lstStyle/>
                    <a:p>
                      <a:r>
                        <a:rPr lang="en-US" sz="1100" kern="1200" dirty="0">
                          <a:solidFill>
                            <a:schemeClr val="dk1"/>
                          </a:solidFill>
                          <a:latin typeface="+mn-lt"/>
                          <a:ea typeface="+mn-ea"/>
                          <a:cs typeface="+mn-cs"/>
                        </a:rPr>
                        <a:t>Database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endParaRPr lang="en-US"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4"/>
                  </a:ext>
                </a:extLst>
              </a:tr>
              <a:tr h="246737">
                <a:tc>
                  <a:txBody>
                    <a:bodyPr/>
                    <a:lstStyle/>
                    <a:p>
                      <a:r>
                        <a:rPr lang="en-US" sz="1100" kern="1200" dirty="0">
                          <a:solidFill>
                            <a:schemeClr val="dk1"/>
                          </a:solidFill>
                          <a:latin typeface="+mn-lt"/>
                          <a:ea typeface="+mn-ea"/>
                          <a:cs typeface="+mn-cs"/>
                        </a:rPr>
                        <a:t>Storage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246737">
                <a:tc>
                  <a:txBody>
                    <a:bodyPr/>
                    <a:lstStyle/>
                    <a:p>
                      <a:r>
                        <a:rPr lang="en-US" sz="1100" kern="1200" dirty="0">
                          <a:solidFill>
                            <a:schemeClr val="dk1"/>
                          </a:solidFill>
                          <a:latin typeface="+mn-lt"/>
                          <a:ea typeface="+mn-ea"/>
                          <a:cs typeface="+mn-cs"/>
                        </a:rPr>
                        <a:t>Communications or Network infrastructure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endParaRPr lang="en-US"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6"/>
                  </a:ext>
                </a:extLst>
              </a:tr>
            </a:tbl>
          </a:graphicData>
        </a:graphic>
      </p:graphicFrame>
      <p:pic>
        <p:nvPicPr>
          <p:cNvPr id="10" name="Picture 9">
            <a:extLst>
              <a:ext uri="{FF2B5EF4-FFF2-40B4-BE49-F238E27FC236}">
                <a16:creationId xmlns:a16="http://schemas.microsoft.com/office/drawing/2014/main" id="{58667736-5C5D-DBB0-1DEF-E09F8AD92563}"/>
              </a:ext>
            </a:extLst>
          </p:cNvPr>
          <p:cNvPicPr>
            <a:picLocks noChangeAspect="1"/>
          </p:cNvPicPr>
          <p:nvPr/>
        </p:nvPicPr>
        <p:blipFill>
          <a:blip r:embed="rId2"/>
          <a:stretch>
            <a:fillRect/>
          </a:stretch>
        </p:blipFill>
        <p:spPr>
          <a:xfrm>
            <a:off x="558624" y="1275391"/>
            <a:ext cx="3615013" cy="2084849"/>
          </a:xfrm>
          <a:prstGeom prst="rect">
            <a:avLst/>
          </a:prstGeom>
        </p:spPr>
      </p:pic>
      <p:graphicFrame>
        <p:nvGraphicFramePr>
          <p:cNvPr id="12" name="Table 11">
            <a:extLst>
              <a:ext uri="{FF2B5EF4-FFF2-40B4-BE49-F238E27FC236}">
                <a16:creationId xmlns:a16="http://schemas.microsoft.com/office/drawing/2014/main" id="{D35E1AA4-A649-914F-2128-7AEACE8F2684}"/>
              </a:ext>
            </a:extLst>
          </p:cNvPr>
          <p:cNvGraphicFramePr>
            <a:graphicFrameLocks noGrp="1"/>
          </p:cNvGraphicFramePr>
          <p:nvPr>
            <p:extLst>
              <p:ext uri="{D42A27DB-BD31-4B8C-83A1-F6EECF244321}">
                <p14:modId xmlns:p14="http://schemas.microsoft.com/office/powerpoint/2010/main" val="3140418456"/>
              </p:ext>
            </p:extLst>
          </p:nvPr>
        </p:nvGraphicFramePr>
        <p:xfrm>
          <a:off x="4530003" y="1304607"/>
          <a:ext cx="7103373" cy="2453640"/>
        </p:xfrm>
        <a:graphic>
          <a:graphicData uri="http://schemas.openxmlformats.org/drawingml/2006/table">
            <a:tbl>
              <a:tblPr firstRow="1" bandRow="1">
                <a:tableStyleId>{6E25E649-3F16-4E02-A733-19D2CDBF48F0}</a:tableStyleId>
              </a:tblPr>
              <a:tblGrid>
                <a:gridCol w="3130785">
                  <a:extLst>
                    <a:ext uri="{9D8B030D-6E8A-4147-A177-3AD203B41FA5}">
                      <a16:colId xmlns:a16="http://schemas.microsoft.com/office/drawing/2014/main" val="20000"/>
                    </a:ext>
                  </a:extLst>
                </a:gridCol>
                <a:gridCol w="3972588">
                  <a:extLst>
                    <a:ext uri="{9D8B030D-6E8A-4147-A177-3AD203B41FA5}">
                      <a16:colId xmlns:a16="http://schemas.microsoft.com/office/drawing/2014/main" val="20001"/>
                    </a:ext>
                  </a:extLst>
                </a:gridCol>
              </a:tblGrid>
              <a:tr h="213997">
                <a:tc>
                  <a:txBody>
                    <a:bodyPr/>
                    <a:lstStyle/>
                    <a:p>
                      <a:pPr algn="ctr"/>
                      <a:r>
                        <a:rPr lang="en-US" sz="1100" dirty="0"/>
                        <a:t>Requirement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t>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8685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Session Persistence</a:t>
                      </a:r>
                    </a:p>
                    <a:p>
                      <a:r>
                        <a:rPr lang="en-US" sz="1050" dirty="0"/>
                        <a:t>List</a:t>
                      </a:r>
                      <a:r>
                        <a:rPr lang="en-US" sz="1050" baseline="0" dirty="0"/>
                        <a:t> the session persistence. Each connected will be directed to the next available server regardless of where the previous connection went 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r>
                        <a:rPr lang="en-US" sz="1050" u="sng" baseline="0" dirty="0"/>
                        <a:t>No </a:t>
                      </a:r>
                      <a:r>
                        <a:rPr lang="en-US" sz="1050" u="sng" baseline="0" dirty="0" err="1"/>
                        <a:t>Persistance</a:t>
                      </a:r>
                      <a:r>
                        <a:rPr lang="en-US" sz="1050" u="sng" baseline="0" dirty="0"/>
                        <a:t> </a:t>
                      </a:r>
                      <a:r>
                        <a:rPr lang="en-US" sz="1050" baseline="0" dirty="0"/>
                        <a:t>– Stateless</a:t>
                      </a:r>
                    </a:p>
                    <a:p>
                      <a:r>
                        <a:rPr lang="en-US" sz="1050" u="sng" baseline="0" dirty="0" err="1"/>
                        <a:t>Persistance</a:t>
                      </a:r>
                      <a:r>
                        <a:rPr lang="en-US" sz="1050" baseline="0" dirty="0"/>
                        <a:t> – Stateful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u="sng" dirty="0"/>
                        <a:t>Source IP Affinity </a:t>
                      </a:r>
                      <a:r>
                        <a:rPr lang="en-US" sz="1050" dirty="0"/>
                        <a:t>- The load</a:t>
                      </a:r>
                      <a:r>
                        <a:rPr lang="en-US" sz="1050" baseline="0" dirty="0"/>
                        <a:t> balancer will keep track of source IP addresses.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u="sng" baseline="0" dirty="0"/>
                        <a:t>HTTP Cookies </a:t>
                      </a:r>
                      <a:r>
                        <a:rPr lang="en-US" sz="1050" baseline="0" dirty="0"/>
                        <a:t>-</a:t>
                      </a:r>
                      <a:r>
                        <a:rPr lang="en-US" sz="1050" dirty="0"/>
                        <a:t>.</a:t>
                      </a:r>
                      <a:r>
                        <a:rPr lang="en-US" sz="1050" baseline="0" dirty="0"/>
                        <a:t> Session persistence by cookie.</a:t>
                      </a:r>
                      <a:endParaRPr lang="en-US" sz="1050" dirty="0"/>
                    </a:p>
                    <a:p>
                      <a:endParaRPr lang="en-US" sz="10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1"/>
                  </a:ext>
                </a:extLst>
              </a:tr>
              <a:tr h="604227">
                <a:tc>
                  <a:txBody>
                    <a:bodyPr/>
                    <a:lstStyle/>
                    <a:p>
                      <a:r>
                        <a:rPr lang="en-US" sz="1100" dirty="0"/>
                        <a:t>Timeouts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panose="020B0604020202020204" pitchFamily="34" charset="0"/>
                        <a:buNone/>
                      </a:pPr>
                      <a:r>
                        <a:rPr lang="en-US" sz="1050" dirty="0"/>
                        <a:t>Provide the timeout due to user inactivity or connection/response time exceeding</a:t>
                      </a:r>
                      <a:r>
                        <a:rPr lang="en-US" sz="1050" baseline="0" dirty="0"/>
                        <a:t> the set time.</a:t>
                      </a:r>
                    </a:p>
                    <a:p>
                      <a:pPr marL="171450" indent="-171450">
                        <a:buFont typeface="Arial" panose="020B0604020202020204" pitchFamily="34" charset="0"/>
                        <a:buChar char="•"/>
                      </a:pPr>
                      <a:r>
                        <a:rPr lang="en-US" sz="1050" baseline="0" dirty="0"/>
                        <a:t>Application Session timeout </a:t>
                      </a:r>
                    </a:p>
                    <a:p>
                      <a:pPr marL="171450" indent="-171450">
                        <a:buFont typeface="Arial" panose="020B0604020202020204" pitchFamily="34" charset="0"/>
                        <a:buChar char="•"/>
                      </a:pPr>
                      <a:r>
                        <a:rPr lang="en-US" sz="1050" baseline="0" dirty="0"/>
                        <a:t>Persistence timeout.</a:t>
                      </a:r>
                      <a:endParaRPr lang="en-US" sz="10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980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Availability</a:t>
                      </a:r>
                      <a:r>
                        <a:rPr lang="en-US" sz="1100" baseline="0" dirty="0"/>
                        <a:t> Monitoring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r>
                        <a:rPr lang="en-US" sz="1050" dirty="0"/>
                        <a:t>Specify whether a health check will be tested by the balancer periodically. Provide/define the URL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589725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3891A4-6FD2-F0B0-4A4B-BEC3F1F962E9}"/>
              </a:ext>
            </a:extLst>
          </p:cNvPr>
          <p:cNvSpPr/>
          <p:nvPr/>
        </p:nvSpPr>
        <p:spPr>
          <a:xfrm>
            <a:off x="476835" y="996005"/>
            <a:ext cx="11219866" cy="5213597"/>
          </a:xfrm>
          <a:prstGeom prst="rect">
            <a:avLst/>
          </a:prstGeom>
        </p:spPr>
        <p:txBody>
          <a:bodyPr wrap="square">
            <a:noAutofit/>
          </a:bodyPr>
          <a:lstStyle/>
          <a:p>
            <a:pPr>
              <a:lnSpc>
                <a:spcPct val="107000"/>
              </a:lnSpc>
            </a:pPr>
            <a:r>
              <a:rPr lang="en-US" sz="1400" i="1" dirty="0">
                <a:solidFill>
                  <a:schemeClr val="bg1">
                    <a:lumMod val="50000"/>
                  </a:schemeClr>
                </a:solidFill>
              </a:rPr>
              <a:t>Please include all relevant Infrastructure components considering </a:t>
            </a:r>
            <a:r>
              <a:rPr lang="en-US" sz="1400" i="1" dirty="0" err="1">
                <a:solidFill>
                  <a:schemeClr val="bg1">
                    <a:lumMod val="50000"/>
                  </a:schemeClr>
                </a:solidFill>
              </a:rPr>
              <a:t>OnLine</a:t>
            </a:r>
            <a:r>
              <a:rPr lang="en-US" sz="1400" i="1" dirty="0">
                <a:solidFill>
                  <a:schemeClr val="bg1">
                    <a:lumMod val="50000"/>
                  </a:schemeClr>
                </a:solidFill>
              </a:rPr>
              <a:t> and Batch solutions</a:t>
            </a: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39</a:t>
            </a:fld>
            <a:endParaRPr lang="es-ES" dirty="0"/>
          </a:p>
        </p:txBody>
      </p:sp>
      <p:sp>
        <p:nvSpPr>
          <p:cNvPr id="11" name="Título 1">
            <a:extLst>
              <a:ext uri="{FF2B5EF4-FFF2-40B4-BE49-F238E27FC236}">
                <a16:creationId xmlns:a16="http://schemas.microsoft.com/office/drawing/2014/main" id="{CE57E935-981E-25D8-EB87-5C91E137CA4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4.7 Infrastructure Components</a:t>
            </a:r>
          </a:p>
        </p:txBody>
      </p:sp>
      <p:sp>
        <p:nvSpPr>
          <p:cNvPr id="6" name="Marcador de texto 5">
            <a:extLst>
              <a:ext uri="{FF2B5EF4-FFF2-40B4-BE49-F238E27FC236}">
                <a16:creationId xmlns:a16="http://schemas.microsoft.com/office/drawing/2014/main" id="{FE208024-8929-A1BA-41E2-1369A4DBA6F9}"/>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Infrastructure Requirements</a:t>
            </a:r>
          </a:p>
        </p:txBody>
      </p:sp>
      <p:graphicFrame>
        <p:nvGraphicFramePr>
          <p:cNvPr id="3" name="3 Tabla">
            <a:extLst>
              <a:ext uri="{FF2B5EF4-FFF2-40B4-BE49-F238E27FC236}">
                <a16:creationId xmlns:a16="http://schemas.microsoft.com/office/drawing/2014/main" id="{48565407-52BE-1720-2C66-63FC00F920FB}"/>
              </a:ext>
            </a:extLst>
          </p:cNvPr>
          <p:cNvGraphicFramePr>
            <a:graphicFrameLocks noGrp="1"/>
          </p:cNvGraphicFramePr>
          <p:nvPr>
            <p:extLst>
              <p:ext uri="{D42A27DB-BD31-4B8C-83A1-F6EECF244321}">
                <p14:modId xmlns:p14="http://schemas.microsoft.com/office/powerpoint/2010/main" val="1462736276"/>
              </p:ext>
            </p:extLst>
          </p:nvPr>
        </p:nvGraphicFramePr>
        <p:xfrm>
          <a:off x="495299" y="1409700"/>
          <a:ext cx="10747514" cy="3425045"/>
        </p:xfrm>
        <a:graphic>
          <a:graphicData uri="http://schemas.openxmlformats.org/drawingml/2006/table">
            <a:tbl>
              <a:tblPr firstRow="1" bandRow="1">
                <a:tableStyleId>{5C22544A-7EE6-4342-B048-85BDC9FD1C3A}</a:tableStyleId>
              </a:tblPr>
              <a:tblGrid>
                <a:gridCol w="1754125">
                  <a:extLst>
                    <a:ext uri="{9D8B030D-6E8A-4147-A177-3AD203B41FA5}">
                      <a16:colId xmlns:a16="http://schemas.microsoft.com/office/drawing/2014/main" val="20000"/>
                    </a:ext>
                  </a:extLst>
                </a:gridCol>
                <a:gridCol w="1801368">
                  <a:extLst>
                    <a:ext uri="{9D8B030D-6E8A-4147-A177-3AD203B41FA5}">
                      <a16:colId xmlns:a16="http://schemas.microsoft.com/office/drawing/2014/main" val="20001"/>
                    </a:ext>
                  </a:extLst>
                </a:gridCol>
                <a:gridCol w="1773936">
                  <a:extLst>
                    <a:ext uri="{9D8B030D-6E8A-4147-A177-3AD203B41FA5}">
                      <a16:colId xmlns:a16="http://schemas.microsoft.com/office/drawing/2014/main" val="20002"/>
                    </a:ext>
                  </a:extLst>
                </a:gridCol>
                <a:gridCol w="2039112">
                  <a:extLst>
                    <a:ext uri="{9D8B030D-6E8A-4147-A177-3AD203B41FA5}">
                      <a16:colId xmlns:a16="http://schemas.microsoft.com/office/drawing/2014/main" val="20003"/>
                    </a:ext>
                  </a:extLst>
                </a:gridCol>
                <a:gridCol w="2221992">
                  <a:extLst>
                    <a:ext uri="{9D8B030D-6E8A-4147-A177-3AD203B41FA5}">
                      <a16:colId xmlns:a16="http://schemas.microsoft.com/office/drawing/2014/main" val="807588602"/>
                    </a:ext>
                  </a:extLst>
                </a:gridCol>
                <a:gridCol w="1156981">
                  <a:extLst>
                    <a:ext uri="{9D8B030D-6E8A-4147-A177-3AD203B41FA5}">
                      <a16:colId xmlns:a16="http://schemas.microsoft.com/office/drawing/2014/main" val="3570843594"/>
                    </a:ext>
                  </a:extLst>
                </a:gridCol>
              </a:tblGrid>
              <a:tr h="370840">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r>
                        <a:rPr lang="en-US" sz="1200" noProof="0" dirty="0"/>
                        <a:t>Component</a:t>
                      </a:r>
                    </a:p>
                  </a:txBody>
                  <a:tcPr>
                    <a:solidFill>
                      <a:srgbClr val="FF0000"/>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r>
                        <a:rPr lang="en-US" sz="1200" noProof="0" dirty="0"/>
                        <a:t>Description</a:t>
                      </a:r>
                    </a:p>
                  </a:txBody>
                  <a:tcPr>
                    <a:solidFill>
                      <a:srgbClr val="FF0000"/>
                    </a:solidFill>
                  </a:tcPr>
                </a:tc>
                <a:tc>
                  <a:txBody>
                    <a:bodyPr/>
                    <a:lstStyle/>
                    <a:p>
                      <a:pPr algn="ctr"/>
                      <a:r>
                        <a:rPr lang="en-US" sz="1200" noProof="0" dirty="0"/>
                        <a:t>New / Changed / </a:t>
                      </a:r>
                      <a:br>
                        <a:rPr lang="en-US" sz="1200" noProof="0" dirty="0"/>
                      </a:br>
                      <a:r>
                        <a:rPr lang="en-US" sz="1200" noProof="0" dirty="0"/>
                        <a:t>No Changed</a:t>
                      </a:r>
                    </a:p>
                  </a:txBody>
                  <a:tcPr>
                    <a:solidFill>
                      <a:srgbClr val="FF0000"/>
                    </a:solidFill>
                  </a:tcPr>
                </a:tc>
                <a:tc>
                  <a:txBody>
                    <a:bodyPr/>
                    <a:lstStyle/>
                    <a:p>
                      <a:pPr algn="ctr"/>
                      <a:r>
                        <a:rPr lang="en-US" sz="1200" noProof="0" dirty="0"/>
                        <a:t>Infrastructure Layer</a:t>
                      </a:r>
                    </a:p>
                  </a:txBody>
                  <a:tcPr>
                    <a:solidFill>
                      <a:srgbClr val="FF0000"/>
                    </a:solidFill>
                  </a:tcPr>
                </a:tc>
                <a:tc>
                  <a:txBody>
                    <a:bodyPr/>
                    <a:lstStyle/>
                    <a:p>
                      <a:pPr algn="ctr"/>
                      <a:r>
                        <a:rPr lang="en-US" sz="1200" noProof="0" dirty="0"/>
                        <a:t>Hardware Specification</a:t>
                      </a:r>
                    </a:p>
                  </a:txBody>
                  <a:tcPr>
                    <a:solidFill>
                      <a:srgbClr val="FF0000"/>
                    </a:solidFill>
                  </a:tcPr>
                </a:tc>
                <a:tc>
                  <a:txBody>
                    <a:bodyPr/>
                    <a:lstStyle/>
                    <a:p>
                      <a:pPr algn="ctr"/>
                      <a:r>
                        <a:rPr lang="en-US" sz="1200" noProof="0" dirty="0"/>
                        <a:t>Mandatory</a:t>
                      </a:r>
                    </a:p>
                    <a:p>
                      <a:pPr algn="ctr"/>
                      <a:r>
                        <a:rPr lang="en-US" sz="1200" noProof="0" dirty="0"/>
                        <a:t>Y/N</a:t>
                      </a:r>
                    </a:p>
                  </a:txBody>
                  <a:tcPr>
                    <a:solidFill>
                      <a:srgbClr val="FF0000"/>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Ctrl-M</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Orchestrator</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New</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Web App xxx</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pP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pP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extLst>
                  <a:ext uri="{0D108BD9-81ED-4DB2-BD59-A6C34878D82A}">
                    <a16:rowId xmlns:a16="http://schemas.microsoft.com/office/drawing/2014/main" val="10001"/>
                  </a:ext>
                </a:extLst>
              </a:tr>
              <a:tr h="37084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Oracle DB</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Application Database</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Changed</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Web App xxx</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pP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pP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extLst>
                  <a:ext uri="{0D108BD9-81ED-4DB2-BD59-A6C34878D82A}">
                    <a16:rowId xmlns:a16="http://schemas.microsoft.com/office/drawing/2014/main" val="10002"/>
                  </a:ext>
                </a:extLst>
              </a:tr>
              <a:tr h="37084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MOM (MQSeries)</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Message middleware</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No changed</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Web App xxx</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pP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pP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extLst>
                  <a:ext uri="{0D108BD9-81ED-4DB2-BD59-A6C34878D82A}">
                    <a16:rowId xmlns:a16="http://schemas.microsoft.com/office/drawing/2014/main" val="10003"/>
                  </a:ext>
                </a:extLst>
              </a:tr>
              <a:tr h="37084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WAS</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WebSphere Application Server</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New</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Web App xxx</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pP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pP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extLst>
                  <a:ext uri="{0D108BD9-81ED-4DB2-BD59-A6C34878D82A}">
                    <a16:rowId xmlns:a16="http://schemas.microsoft.com/office/drawing/2014/main" val="10004"/>
                  </a:ext>
                </a:extLst>
              </a:tr>
              <a:tr h="37084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Email</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SMTP Servers</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New</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defRPr/>
                      </a:pPr>
                      <a:r>
                        <a:rPr kumimoji="0" lang="en-US" sz="1200" u="none" strike="noStrike" cap="none" normalizeH="0" baseline="0" noProof="0" dirty="0">
                          <a:ln>
                            <a:noFill/>
                          </a:ln>
                          <a:effectLst/>
                        </a:rPr>
                        <a:t>Common Email</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defRPr/>
                      </a:pP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defRPr/>
                      </a:pP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extLst>
                  <a:ext uri="{0D108BD9-81ED-4DB2-BD59-A6C34878D82A}">
                    <a16:rowId xmlns:a16="http://schemas.microsoft.com/office/drawing/2014/main" val="10005"/>
                  </a:ext>
                </a:extLst>
              </a:tr>
              <a:tr h="37084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kern="1200" cap="none" normalizeH="0" baseline="0" noProof="0" dirty="0" err="1">
                          <a:ln>
                            <a:noFill/>
                          </a:ln>
                          <a:effectLst/>
                        </a:rPr>
                        <a:t>FileSystem</a:t>
                      </a:r>
                      <a:endParaRPr kumimoji="0" lang="en-US" sz="1200" b="0" i="0" u="none" strike="noStrike" kern="1200"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kern="1200" cap="none" normalizeH="0" baseline="0" noProof="0" dirty="0" err="1">
                          <a:ln>
                            <a:noFill/>
                          </a:ln>
                          <a:effectLst/>
                        </a:rPr>
                        <a:t>FileSystem</a:t>
                      </a:r>
                      <a:endParaRPr kumimoji="0" lang="en-US" sz="1200" b="0" i="0" u="none" strike="noStrike" kern="1200"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b="0" i="0" u="none" strike="noStrike" kern="1200" cap="none" normalizeH="0" baseline="0" noProof="0" dirty="0">
                          <a:ln>
                            <a:noFill/>
                          </a:ln>
                          <a:solidFill>
                            <a:schemeClr val="tx1">
                              <a:lumMod val="85000"/>
                              <a:lumOff val="15000"/>
                            </a:schemeClr>
                          </a:solidFill>
                          <a:effectLst/>
                          <a:latin typeface="Arial" pitchFamily="34" charset="0"/>
                          <a:ea typeface="ＭＳ Ｐゴシック"/>
                          <a:cs typeface="ＭＳ Ｐゴシック"/>
                        </a:rPr>
                        <a:t>No changed</a:t>
                      </a:r>
                    </a:p>
                  </a:txBody>
                  <a:tcPr marL="90000" marR="90000" marT="46795" marB="46795" horzOverflow="overflow">
                    <a:solidFill>
                      <a:srgbClr val="E7E7E7"/>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defRPr/>
                      </a:pPr>
                      <a:r>
                        <a:rPr kumimoji="0" lang="en-US" sz="1200" u="none" strike="noStrike" cap="none" normalizeH="0" baseline="0" noProof="0" dirty="0">
                          <a:ln>
                            <a:noFill/>
                          </a:ln>
                          <a:effectLst/>
                        </a:rPr>
                        <a:t>Web App xxx</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defRPr/>
                      </a:pP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defRPr/>
                      </a:pP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extLst>
                  <a:ext uri="{0D108BD9-81ED-4DB2-BD59-A6C34878D82A}">
                    <a16:rowId xmlns:a16="http://schemas.microsoft.com/office/drawing/2014/main" val="10006"/>
                  </a:ext>
                </a:extLst>
              </a:tr>
              <a:tr h="370840">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b="0" i="0" u="none" strike="noStrike" kern="1200" cap="none" normalizeH="0" baseline="0" noProof="0" dirty="0">
                          <a:ln>
                            <a:noFill/>
                          </a:ln>
                          <a:solidFill>
                            <a:schemeClr val="tx1">
                              <a:lumMod val="85000"/>
                              <a:lumOff val="15000"/>
                            </a:schemeClr>
                          </a:solidFill>
                          <a:effectLst/>
                          <a:latin typeface="Arial" pitchFamily="34" charset="0"/>
                          <a:ea typeface="ＭＳ Ｐゴシック"/>
                          <a:cs typeface="ＭＳ Ｐゴシック"/>
                        </a:rPr>
                        <a:t>Virtual Machine RHEL</a:t>
                      </a:r>
                    </a:p>
                  </a:txBody>
                  <a:tcPr marL="90000" marR="90000" marT="46795" marB="46795" horzOverflow="overflow">
                    <a:solidFill>
                      <a:srgbClr val="E7E7E7"/>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b="0" i="0" u="none" strike="noStrike" kern="1200" cap="none" normalizeH="0" baseline="0" noProof="0" dirty="0">
                          <a:ln>
                            <a:noFill/>
                          </a:ln>
                          <a:solidFill>
                            <a:schemeClr val="tx1">
                              <a:lumMod val="85000"/>
                              <a:lumOff val="15000"/>
                            </a:schemeClr>
                          </a:solidFill>
                          <a:effectLst/>
                          <a:latin typeface="Arial" pitchFamily="34" charset="0"/>
                          <a:ea typeface="ＭＳ Ｐゴシック"/>
                          <a:cs typeface="ＭＳ Ｐゴシック"/>
                        </a:rPr>
                        <a:t>Web/Application Server</a:t>
                      </a:r>
                    </a:p>
                  </a:txBody>
                  <a:tcPr marL="90000" marR="90000" marT="46795" marB="46795" horzOverflow="overflow">
                    <a:solidFill>
                      <a:srgbClr val="E7E7E7"/>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b="0" i="0" u="none" strike="noStrike" kern="1200" cap="none" normalizeH="0" baseline="0" noProof="0" dirty="0">
                          <a:ln>
                            <a:noFill/>
                          </a:ln>
                          <a:solidFill>
                            <a:schemeClr val="tx1">
                              <a:lumMod val="85000"/>
                              <a:lumOff val="15000"/>
                            </a:schemeClr>
                          </a:solidFill>
                          <a:effectLst/>
                          <a:latin typeface="Arial" pitchFamily="34" charset="0"/>
                          <a:ea typeface="ＭＳ Ｐゴシック"/>
                          <a:cs typeface="ＭＳ Ｐゴシック"/>
                        </a:rPr>
                        <a:t>New</a:t>
                      </a:r>
                    </a:p>
                  </a:txBody>
                  <a:tcPr marL="90000" marR="90000" marT="46795" marB="46795" horzOverflow="overflow">
                    <a:solidFill>
                      <a:srgbClr val="E7E7E7"/>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defRPr/>
                      </a:pPr>
                      <a:r>
                        <a:rPr kumimoji="0" lang="en-US" sz="1200" u="none" strike="noStrike" cap="none" normalizeH="0" baseline="0" noProof="0" dirty="0">
                          <a:ln>
                            <a:noFill/>
                          </a:ln>
                          <a:effectLst/>
                        </a:rPr>
                        <a:t>Web App xxx</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defRPr/>
                      </a:pPr>
                      <a:r>
                        <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rPr>
                        <a:t>2 CPU</a:t>
                      </a:r>
                    </a:p>
                    <a:p>
                      <a:pPr marL="0" marR="0" lvl="0" indent="0" algn="l" defTabSz="914400" rtl="0" eaLnBrk="1" fontAlgn="base" latinLnBrk="0" hangingPunct="1">
                        <a:lnSpc>
                          <a:spcPct val="93000"/>
                        </a:lnSpc>
                        <a:spcBef>
                          <a:spcPts val="300"/>
                        </a:spcBef>
                        <a:spcAft>
                          <a:spcPct val="0"/>
                        </a:spcAft>
                        <a:buClrTx/>
                        <a:buSzPct val="25000"/>
                        <a:buFontTx/>
                        <a:buNone/>
                        <a:tabLst/>
                        <a:defRPr/>
                      </a:pPr>
                      <a:r>
                        <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rPr>
                        <a:t>4GB RAM</a:t>
                      </a:r>
                    </a:p>
                    <a:p>
                      <a:pPr marL="0" marR="0" lvl="0" indent="0" algn="l" defTabSz="914400" rtl="0" eaLnBrk="1" fontAlgn="base" latinLnBrk="0" hangingPunct="1">
                        <a:lnSpc>
                          <a:spcPct val="93000"/>
                        </a:lnSpc>
                        <a:spcBef>
                          <a:spcPts val="300"/>
                        </a:spcBef>
                        <a:spcAft>
                          <a:spcPct val="0"/>
                        </a:spcAft>
                        <a:buClrTx/>
                        <a:buSzPct val="25000"/>
                        <a:buFontTx/>
                        <a:buNone/>
                        <a:tabLst/>
                        <a:defRPr/>
                      </a:pPr>
                      <a:r>
                        <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rPr>
                        <a:t>40 GB Local File System</a:t>
                      </a:r>
                    </a:p>
                  </a:txBody>
                  <a:tcPr marL="90000" marR="90000" marT="46795" marB="46795" horzOverflow="overflow">
                    <a:solidFill>
                      <a:srgbClr val="E7E7E7"/>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defRPr/>
                      </a:pPr>
                      <a:r>
                        <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rPr>
                        <a:t>Y</a:t>
                      </a:r>
                    </a:p>
                  </a:txBody>
                  <a:tcPr marL="90000" marR="90000" marT="46795" marB="46795" horzOverflow="overflow">
                    <a:solidFill>
                      <a:srgbClr val="E7E7E7"/>
                    </a:solidFill>
                  </a:tcPr>
                </a:tc>
                <a:extLst>
                  <a:ext uri="{0D108BD9-81ED-4DB2-BD59-A6C34878D82A}">
                    <a16:rowId xmlns:a16="http://schemas.microsoft.com/office/drawing/2014/main" val="1013906520"/>
                  </a:ext>
                </a:extLst>
              </a:tr>
            </a:tbl>
          </a:graphicData>
        </a:graphic>
      </p:graphicFrame>
      <p:sp>
        <p:nvSpPr>
          <p:cNvPr id="4" name="TextBox 3">
            <a:extLst>
              <a:ext uri="{FF2B5EF4-FFF2-40B4-BE49-F238E27FC236}">
                <a16:creationId xmlns:a16="http://schemas.microsoft.com/office/drawing/2014/main" id="{E1692D65-9B66-CE24-F6FA-8522CB6B3836}"/>
              </a:ext>
            </a:extLst>
          </p:cNvPr>
          <p:cNvSpPr txBox="1"/>
          <p:nvPr/>
        </p:nvSpPr>
        <p:spPr>
          <a:xfrm>
            <a:off x="7541039" y="259973"/>
            <a:ext cx="3933006" cy="646331"/>
          </a:xfrm>
          <a:prstGeom prst="rect">
            <a:avLst/>
          </a:prstGeom>
          <a:solidFill>
            <a:srgbClr val="FFFF00"/>
          </a:solidFill>
          <a:ln>
            <a:solidFill>
              <a:schemeClr val="tx1"/>
            </a:solidFill>
          </a:ln>
        </p:spPr>
        <p:txBody>
          <a:bodyPr wrap="square" rtlCol="0">
            <a:spAutoFit/>
          </a:bodyPr>
          <a:lstStyle/>
          <a:p>
            <a:pPr algn="ctr"/>
            <a:r>
              <a:rPr lang="en-US" b="1" dirty="0"/>
              <a:t>Updated: Hardware Specification (hard Requirement)</a:t>
            </a:r>
          </a:p>
        </p:txBody>
      </p:sp>
    </p:spTree>
    <p:extLst>
      <p:ext uri="{BB962C8B-B14F-4D97-AF65-F5344CB8AC3E}">
        <p14:creationId xmlns:p14="http://schemas.microsoft.com/office/powerpoint/2010/main" val="882726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3891A4-6FD2-F0B0-4A4B-BEC3F1F962E9}"/>
              </a:ext>
            </a:extLst>
          </p:cNvPr>
          <p:cNvSpPr/>
          <p:nvPr/>
        </p:nvSpPr>
        <p:spPr>
          <a:xfrm>
            <a:off x="476835" y="996005"/>
            <a:ext cx="11219866" cy="5213597"/>
          </a:xfrm>
          <a:prstGeom prst="rect">
            <a:avLst/>
          </a:prstGeom>
        </p:spPr>
        <p:txBody>
          <a:bodyPr wrap="square">
            <a:noAutofit/>
          </a:bodyPr>
          <a:lstStyle/>
          <a:p>
            <a:pPr>
              <a:lnSpc>
                <a:spcPct val="107000"/>
              </a:lnSpc>
            </a:pPr>
            <a:r>
              <a:rPr lang="en-US" sz="1400" b="1" dirty="0">
                <a:ea typeface="Calibri" panose="020F0502020204030204" pitchFamily="34" charset="0"/>
                <a:cs typeface="Times New Roman" panose="02020603050405020304" pitchFamily="18" charset="0"/>
              </a:rPr>
              <a:t>List of Microservices</a:t>
            </a: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r>
              <a:rPr lang="en-US" sz="1400" b="1" dirty="0">
                <a:ea typeface="Calibri" panose="020F0502020204030204" pitchFamily="34" charset="0"/>
                <a:cs typeface="Times New Roman" panose="02020603050405020304" pitchFamily="18" charset="0"/>
              </a:rPr>
              <a:t>Namespaces specifications</a:t>
            </a:r>
          </a:p>
          <a:p>
            <a:pPr>
              <a:lnSpc>
                <a:spcPct val="107000"/>
              </a:lnSpc>
            </a:pPr>
            <a:r>
              <a:rPr lang="en-US" sz="1400" i="1" dirty="0">
                <a:solidFill>
                  <a:schemeClr val="bg1">
                    <a:lumMod val="65000"/>
                  </a:schemeClr>
                </a:solidFill>
              </a:rPr>
              <a:t>Project Size (S, M, L, XL) based on: Project Quota, Persistent Volume, Project Limits, K8S objects</a:t>
            </a: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40</a:t>
            </a:fld>
            <a:endParaRPr lang="es-ES" dirty="0"/>
          </a:p>
        </p:txBody>
      </p:sp>
      <p:sp>
        <p:nvSpPr>
          <p:cNvPr id="11" name="Título 1">
            <a:extLst>
              <a:ext uri="{FF2B5EF4-FFF2-40B4-BE49-F238E27FC236}">
                <a16:creationId xmlns:a16="http://schemas.microsoft.com/office/drawing/2014/main" id="{CE57E935-981E-25D8-EB87-5C91E137CA4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4.8 CaaS Infrastructure</a:t>
            </a:r>
          </a:p>
        </p:txBody>
      </p:sp>
      <p:sp>
        <p:nvSpPr>
          <p:cNvPr id="6" name="Marcador de texto 5">
            <a:extLst>
              <a:ext uri="{FF2B5EF4-FFF2-40B4-BE49-F238E27FC236}">
                <a16:creationId xmlns:a16="http://schemas.microsoft.com/office/drawing/2014/main" id="{FE208024-8929-A1BA-41E2-1369A4DBA6F9}"/>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Infrastructure Requirements</a:t>
            </a:r>
          </a:p>
        </p:txBody>
      </p:sp>
      <p:pic>
        <p:nvPicPr>
          <p:cNvPr id="5" name="Picture 4">
            <a:extLst>
              <a:ext uri="{FF2B5EF4-FFF2-40B4-BE49-F238E27FC236}">
                <a16:creationId xmlns:a16="http://schemas.microsoft.com/office/drawing/2014/main" id="{08018A0F-9398-2B02-DEFC-BA477E18EFCC}"/>
              </a:ext>
            </a:extLst>
          </p:cNvPr>
          <p:cNvPicPr>
            <a:picLocks noChangeAspect="1"/>
          </p:cNvPicPr>
          <p:nvPr/>
        </p:nvPicPr>
        <p:blipFill rotWithShape="1">
          <a:blip r:embed="rId3"/>
          <a:srcRect t="9360" b="12108"/>
          <a:stretch/>
        </p:blipFill>
        <p:spPr>
          <a:xfrm>
            <a:off x="437230" y="5137989"/>
            <a:ext cx="8293615" cy="1219163"/>
          </a:xfrm>
          <a:prstGeom prst="rect">
            <a:avLst/>
          </a:prstGeom>
        </p:spPr>
      </p:pic>
      <p:pic>
        <p:nvPicPr>
          <p:cNvPr id="12" name="Picture 11">
            <a:extLst>
              <a:ext uri="{FF2B5EF4-FFF2-40B4-BE49-F238E27FC236}">
                <a16:creationId xmlns:a16="http://schemas.microsoft.com/office/drawing/2014/main" id="{D15E0C65-0B4F-5966-9FF0-9A191929E8CC}"/>
              </a:ext>
            </a:extLst>
          </p:cNvPr>
          <p:cNvPicPr>
            <a:picLocks noChangeAspect="1"/>
          </p:cNvPicPr>
          <p:nvPr/>
        </p:nvPicPr>
        <p:blipFill>
          <a:blip r:embed="rId4"/>
          <a:stretch>
            <a:fillRect/>
          </a:stretch>
        </p:blipFill>
        <p:spPr>
          <a:xfrm>
            <a:off x="437230" y="1234509"/>
            <a:ext cx="8805333" cy="3011490"/>
          </a:xfrm>
          <a:prstGeom prst="rect">
            <a:avLst/>
          </a:prstGeom>
        </p:spPr>
      </p:pic>
      <p:pic>
        <p:nvPicPr>
          <p:cNvPr id="14" name="Picture 13">
            <a:extLst>
              <a:ext uri="{FF2B5EF4-FFF2-40B4-BE49-F238E27FC236}">
                <a16:creationId xmlns:a16="http://schemas.microsoft.com/office/drawing/2014/main" id="{2C62A1AA-EC8E-8808-9CF1-42E8813506EF}"/>
              </a:ext>
            </a:extLst>
          </p:cNvPr>
          <p:cNvPicPr>
            <a:picLocks noChangeAspect="1"/>
          </p:cNvPicPr>
          <p:nvPr/>
        </p:nvPicPr>
        <p:blipFill>
          <a:blip r:embed="rId5"/>
          <a:stretch>
            <a:fillRect/>
          </a:stretch>
        </p:blipFill>
        <p:spPr>
          <a:xfrm>
            <a:off x="9450966" y="3602803"/>
            <a:ext cx="1302958" cy="3130657"/>
          </a:xfrm>
          <a:prstGeom prst="rect">
            <a:avLst/>
          </a:prstGeom>
        </p:spPr>
      </p:pic>
    </p:spTree>
    <p:extLst>
      <p:ext uri="{BB962C8B-B14F-4D97-AF65-F5344CB8AC3E}">
        <p14:creationId xmlns:p14="http://schemas.microsoft.com/office/powerpoint/2010/main" val="62131964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3891A4-6FD2-F0B0-4A4B-BEC3F1F962E9}"/>
              </a:ext>
            </a:extLst>
          </p:cNvPr>
          <p:cNvSpPr/>
          <p:nvPr/>
        </p:nvSpPr>
        <p:spPr>
          <a:xfrm>
            <a:off x="476835" y="996005"/>
            <a:ext cx="11219866" cy="5213597"/>
          </a:xfrm>
          <a:prstGeom prst="rect">
            <a:avLst/>
          </a:prstGeom>
        </p:spPr>
        <p:txBody>
          <a:bodyPr wrap="square">
            <a:noAutofit/>
          </a:bodyPr>
          <a:lstStyle/>
          <a:p>
            <a:pPr>
              <a:lnSpc>
                <a:spcPct val="107000"/>
              </a:lnSpc>
            </a:pPr>
            <a:r>
              <a:rPr lang="en-US" sz="1400" b="1" dirty="0">
                <a:ea typeface="Calibri" panose="020F0502020204030204" pitchFamily="34" charset="0"/>
                <a:cs typeface="Times New Roman" panose="02020603050405020304" pitchFamily="18" charset="0"/>
              </a:rPr>
              <a:t>Special Hardware/Software requirements</a:t>
            </a:r>
          </a:p>
          <a:p>
            <a:pPr marL="0" marR="0" lvl="0" indent="0" fontAlgn="auto">
              <a:lnSpc>
                <a:spcPct val="100000"/>
              </a:lnSpc>
              <a:spcBef>
                <a:spcPts val="0"/>
              </a:spcBef>
              <a:spcAft>
                <a:spcPts val="0"/>
              </a:spcAft>
              <a:buClrTx/>
              <a:buSzTx/>
              <a:buFontTx/>
              <a:buNone/>
              <a:tabLst/>
              <a:defRPr/>
            </a:pPr>
            <a:r>
              <a:rPr lang="en-US" i="1" dirty="0">
                <a:solidFill>
                  <a:schemeClr val="bg1">
                    <a:lumMod val="65000"/>
                  </a:schemeClr>
                </a:solidFill>
              </a:rPr>
              <a:t>Please specify any out of the box requirement for this application/solution to work. (This is to specify if there is any special instruction related to the application that has not been covered before)</a:t>
            </a: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41</a:t>
            </a:fld>
            <a:endParaRPr lang="es-ES" dirty="0"/>
          </a:p>
        </p:txBody>
      </p:sp>
      <p:sp>
        <p:nvSpPr>
          <p:cNvPr id="11" name="Título 1">
            <a:extLst>
              <a:ext uri="{FF2B5EF4-FFF2-40B4-BE49-F238E27FC236}">
                <a16:creationId xmlns:a16="http://schemas.microsoft.com/office/drawing/2014/main" id="{CE57E935-981E-25D8-EB87-5C91E137CA4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4.9 Special Requirements</a:t>
            </a:r>
          </a:p>
        </p:txBody>
      </p:sp>
      <p:sp>
        <p:nvSpPr>
          <p:cNvPr id="6" name="Marcador de texto 5">
            <a:extLst>
              <a:ext uri="{FF2B5EF4-FFF2-40B4-BE49-F238E27FC236}">
                <a16:creationId xmlns:a16="http://schemas.microsoft.com/office/drawing/2014/main" id="{FE208024-8929-A1BA-41E2-1369A4DBA6F9}"/>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Infrastructure Requirements</a:t>
            </a:r>
          </a:p>
        </p:txBody>
      </p:sp>
    </p:spTree>
    <p:extLst>
      <p:ext uri="{BB962C8B-B14F-4D97-AF65-F5344CB8AC3E}">
        <p14:creationId xmlns:p14="http://schemas.microsoft.com/office/powerpoint/2010/main" val="2447707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3891A4-6FD2-F0B0-4A4B-BEC3F1F962E9}"/>
              </a:ext>
            </a:extLst>
          </p:cNvPr>
          <p:cNvSpPr/>
          <p:nvPr/>
        </p:nvSpPr>
        <p:spPr>
          <a:xfrm>
            <a:off x="476835" y="996005"/>
            <a:ext cx="11219866" cy="5213597"/>
          </a:xfrm>
          <a:prstGeom prst="rect">
            <a:avLst/>
          </a:prstGeom>
        </p:spPr>
        <p:txBody>
          <a:bodyPr wrap="square">
            <a:noAutofit/>
          </a:bodyPr>
          <a:lstStyle/>
          <a:p>
            <a:pPr>
              <a:lnSpc>
                <a:spcPct val="107000"/>
              </a:lnSpc>
            </a:pPr>
            <a:r>
              <a:rPr lang="en-US" sz="1400" i="1" dirty="0">
                <a:solidFill>
                  <a:schemeClr val="bg1">
                    <a:lumMod val="65000"/>
                  </a:schemeClr>
                </a:solidFill>
                <a:ea typeface="Calibri" panose="020F0502020204030204" pitchFamily="34" charset="0"/>
                <a:cs typeface="Arial" panose="020B0604020202020204" pitchFamily="34" charset="0"/>
              </a:rPr>
              <a:t>This criteria focuses on the concept of resilience – the ability to “bounce back” from an adverse event. This is required in order to identify the measures that have been taken or considered during the planning stage of the application development/configuration. The primary focus is on the ability to fully or partially withstand a cyber event. Alternatively, should there be an impact, identify the course of action to restore the application with least impact or delay. Cyber resiliency must be addressed at the application level and also at the infrastructure level (every tier) which can be further defined in the infrastructure design.</a:t>
            </a: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42</a:t>
            </a:fld>
            <a:endParaRPr lang="es-ES" dirty="0"/>
          </a:p>
        </p:txBody>
      </p:sp>
      <p:sp>
        <p:nvSpPr>
          <p:cNvPr id="11" name="Título 1">
            <a:extLst>
              <a:ext uri="{FF2B5EF4-FFF2-40B4-BE49-F238E27FC236}">
                <a16:creationId xmlns:a16="http://schemas.microsoft.com/office/drawing/2014/main" id="{CE57E935-981E-25D8-EB87-5C91E137CA4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4.10 Cyber Resiliency -  Application Level</a:t>
            </a:r>
          </a:p>
        </p:txBody>
      </p:sp>
      <p:sp>
        <p:nvSpPr>
          <p:cNvPr id="6" name="Marcador de texto 5">
            <a:extLst>
              <a:ext uri="{FF2B5EF4-FFF2-40B4-BE49-F238E27FC236}">
                <a16:creationId xmlns:a16="http://schemas.microsoft.com/office/drawing/2014/main" id="{FE208024-8929-A1BA-41E2-1369A4DBA6F9}"/>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Infrastructure Requirements</a:t>
            </a:r>
          </a:p>
        </p:txBody>
      </p:sp>
      <p:graphicFrame>
        <p:nvGraphicFramePr>
          <p:cNvPr id="3" name="Table 2">
            <a:extLst>
              <a:ext uri="{FF2B5EF4-FFF2-40B4-BE49-F238E27FC236}">
                <a16:creationId xmlns:a16="http://schemas.microsoft.com/office/drawing/2014/main" id="{F5641B1D-F85F-B318-88B1-FAB3500BE6A4}"/>
              </a:ext>
            </a:extLst>
          </p:cNvPr>
          <p:cNvGraphicFramePr>
            <a:graphicFrameLocks noGrp="1"/>
          </p:cNvGraphicFramePr>
          <p:nvPr>
            <p:extLst>
              <p:ext uri="{D42A27DB-BD31-4B8C-83A1-F6EECF244321}">
                <p14:modId xmlns:p14="http://schemas.microsoft.com/office/powerpoint/2010/main" val="1493914461"/>
              </p:ext>
            </p:extLst>
          </p:nvPr>
        </p:nvGraphicFramePr>
        <p:xfrm>
          <a:off x="563031" y="2437846"/>
          <a:ext cx="10495515" cy="3181279"/>
        </p:xfrm>
        <a:graphic>
          <a:graphicData uri="http://schemas.openxmlformats.org/drawingml/2006/table">
            <a:tbl>
              <a:tblPr firstRow="1" bandRow="1">
                <a:tableStyleId>{6E25E649-3F16-4E02-A733-19D2CDBF48F0}</a:tableStyleId>
              </a:tblPr>
              <a:tblGrid>
                <a:gridCol w="5313114">
                  <a:extLst>
                    <a:ext uri="{9D8B030D-6E8A-4147-A177-3AD203B41FA5}">
                      <a16:colId xmlns:a16="http://schemas.microsoft.com/office/drawing/2014/main" val="20000"/>
                    </a:ext>
                  </a:extLst>
                </a:gridCol>
                <a:gridCol w="5182401">
                  <a:extLst>
                    <a:ext uri="{9D8B030D-6E8A-4147-A177-3AD203B41FA5}">
                      <a16:colId xmlns:a16="http://schemas.microsoft.com/office/drawing/2014/main" val="20001"/>
                    </a:ext>
                  </a:extLst>
                </a:gridCol>
              </a:tblGrid>
              <a:tr h="0">
                <a:tc>
                  <a:txBody>
                    <a:bodyPr/>
                    <a:lstStyle/>
                    <a:p>
                      <a:r>
                        <a:rPr lang="en-US" dirty="0"/>
                        <a:t>Requirement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dirty="0"/>
                        <a:t>Description</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237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Application</a:t>
                      </a:r>
                      <a:r>
                        <a:rPr lang="en-US" baseline="0" dirty="0"/>
                        <a:t> Level</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rgbClr val="E7E7E7"/>
                    </a:solidFill>
                  </a:tcPr>
                </a:tc>
                <a:tc rowSpan="2">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1"/>
                  </a:ext>
                </a:extLst>
              </a:tr>
              <a:tr h="401870">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u="none" baseline="0" dirty="0"/>
                        <a:t>Provide the CND Compatible, Distributed computing/redundancy, and the details related to the Provision &amp; configuration automation for quick and easy restoration.</a:t>
                      </a:r>
                    </a:p>
                    <a:p>
                      <a:pPr marL="171450" indent="-171450">
                        <a:buFont typeface="Arial" panose="020B0604020202020204" pitchFamily="34" charset="0"/>
                        <a:buChar char="•"/>
                      </a:pPr>
                      <a:r>
                        <a:rPr lang="en-US" sz="1200" u="sng" baseline="0" dirty="0"/>
                        <a:t>Distributed computing/redundancy </a:t>
                      </a:r>
                      <a:r>
                        <a:rPr lang="en-US" sz="1200" baseline="0" dirty="0"/>
                        <a:t>(</a:t>
                      </a:r>
                      <a:r>
                        <a:rPr lang="en-US" sz="1200" baseline="0" dirty="0" err="1"/>
                        <a:t>i.e</a:t>
                      </a:r>
                      <a:r>
                        <a:rPr lang="en-US" sz="1200" baseline="0" dirty="0"/>
                        <a:t> Active-Active application cluster capability) and (i.e. </a:t>
                      </a:r>
                      <a:r>
                        <a:rPr lang="en-US" sz="1200" baseline="0" dirty="0" err="1"/>
                        <a:t>Microservices</a:t>
                      </a:r>
                      <a:r>
                        <a:rPr lang="en-US" sz="1200" baseline="0" dirty="0"/>
                        <a:t> Architecture)</a:t>
                      </a:r>
                    </a:p>
                    <a:p>
                      <a:pPr marL="171450" indent="-171450">
                        <a:buFont typeface="Arial" panose="020B0604020202020204" pitchFamily="34" charset="0"/>
                        <a:buChar char="•"/>
                      </a:pPr>
                      <a:r>
                        <a:rPr lang="en-US" sz="1200" u="sng" baseline="0" dirty="0"/>
                        <a:t>CDN Compatible</a:t>
                      </a:r>
                      <a:r>
                        <a:rPr lang="en-US" sz="1200" u="none" baseline="0" dirty="0"/>
                        <a:t>  </a:t>
                      </a:r>
                      <a:r>
                        <a:rPr lang="en-US" sz="1200" baseline="0" dirty="0"/>
                        <a:t>(i.e. DDOS mitigation using Akamai/CDN)</a:t>
                      </a:r>
                    </a:p>
                    <a:p>
                      <a:pPr marL="171450" indent="-171450">
                        <a:buFont typeface="Arial" panose="020B0604020202020204" pitchFamily="34" charset="0"/>
                        <a:buChar char="•"/>
                      </a:pPr>
                      <a:r>
                        <a:rPr lang="en-US" sz="1200" u="sng" baseline="0" dirty="0"/>
                        <a:t>Provision &amp; configuration automation for quick and easy restoration</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tc vMerge="1">
                  <a:txBody>
                    <a:bodyPr/>
                    <a:lstStyle/>
                    <a:p>
                      <a:endParaRPr lang="en-US"/>
                    </a:p>
                  </a:txBody>
                  <a:tcPr/>
                </a:tc>
                <a:extLst>
                  <a:ext uri="{0D108BD9-81ED-4DB2-BD59-A6C34878D82A}">
                    <a16:rowId xmlns:a16="http://schemas.microsoft.com/office/drawing/2014/main" val="10002"/>
                  </a:ext>
                </a:extLst>
              </a:tr>
              <a:tr h="200935">
                <a:tc>
                  <a:txBody>
                    <a:bodyPr/>
                    <a:lstStyle/>
                    <a:p>
                      <a:pPr marL="0" indent="0">
                        <a:buFont typeface="Arial" panose="020B0604020202020204" pitchFamily="34" charset="0"/>
                        <a:buNone/>
                      </a:pPr>
                      <a:r>
                        <a:rPr lang="en-US" sz="1800" dirty="0"/>
                        <a:t>Database</a:t>
                      </a:r>
                      <a:r>
                        <a:rPr lang="en-US" sz="1800" baseline="0" dirty="0"/>
                        <a:t> Level</a:t>
                      </a:r>
                      <a:endParaRPr lang="en-US" sz="18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noFill/>
                  </a:tcPr>
                </a:tc>
                <a:tc rowSpan="2">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200935">
                <a:tc>
                  <a:txBody>
                    <a:bodyPr/>
                    <a:lstStyle/>
                    <a:p>
                      <a:pPr marL="0" indent="0">
                        <a:buFont typeface="Arial" panose="020B0604020202020204" pitchFamily="34" charset="0"/>
                        <a:buNone/>
                      </a:pPr>
                      <a:r>
                        <a:rPr lang="en-US" sz="1200" dirty="0"/>
                        <a:t>Specify</a:t>
                      </a:r>
                      <a:r>
                        <a:rPr lang="en-US" sz="1200" baseline="0" dirty="0"/>
                        <a:t> the r</a:t>
                      </a:r>
                      <a:r>
                        <a:rPr lang="en-US" sz="1200" dirty="0"/>
                        <a:t>ecovery</a:t>
                      </a:r>
                      <a:r>
                        <a:rPr lang="en-US" sz="1200" baseline="0" dirty="0"/>
                        <a:t> from data loss/corruption:</a:t>
                      </a:r>
                    </a:p>
                    <a:p>
                      <a:pPr marL="171450" indent="-171450">
                        <a:buFont typeface="Arial" panose="020B0604020202020204" pitchFamily="34" charset="0"/>
                        <a:buChar char="•"/>
                      </a:pPr>
                      <a:r>
                        <a:rPr lang="en-US" sz="1200" baseline="0" dirty="0"/>
                        <a:t>Recovery/rollback using transaction</a:t>
                      </a:r>
                    </a:p>
                    <a:p>
                      <a:pPr marL="171450" indent="-171450">
                        <a:buFont typeface="Arial" panose="020B0604020202020204" pitchFamily="34" charset="0"/>
                        <a:buChar char="•"/>
                      </a:pPr>
                      <a:r>
                        <a:rPr lang="en-US" sz="1200" baseline="0" dirty="0"/>
                        <a:t>Recovery from backup</a:t>
                      </a:r>
                    </a:p>
                    <a:p>
                      <a:pPr marL="171450" indent="-171450">
                        <a:buFont typeface="Arial" panose="020B0604020202020204" pitchFamily="34" charset="0"/>
                        <a:buChar char="•"/>
                      </a:pPr>
                      <a:r>
                        <a:rPr lang="en-US" sz="1200" baseline="0" dirty="0"/>
                        <a:t>Reconstruct from original source (DataMart)</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072380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3891A4-6FD2-F0B0-4A4B-BEC3F1F962E9}"/>
              </a:ext>
            </a:extLst>
          </p:cNvPr>
          <p:cNvSpPr/>
          <p:nvPr/>
        </p:nvSpPr>
        <p:spPr>
          <a:xfrm>
            <a:off x="476835" y="996005"/>
            <a:ext cx="11219866" cy="5213597"/>
          </a:xfrm>
          <a:prstGeom prst="rect">
            <a:avLst/>
          </a:prstGeom>
        </p:spPr>
        <p:txBody>
          <a:bodyPr wrap="square">
            <a:noAutofit/>
          </a:bodyPr>
          <a:lstStyle/>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43</a:t>
            </a:fld>
            <a:endParaRPr lang="es-ES" dirty="0"/>
          </a:p>
        </p:txBody>
      </p:sp>
      <p:sp>
        <p:nvSpPr>
          <p:cNvPr id="11" name="Título 1">
            <a:extLst>
              <a:ext uri="{FF2B5EF4-FFF2-40B4-BE49-F238E27FC236}">
                <a16:creationId xmlns:a16="http://schemas.microsoft.com/office/drawing/2014/main" id="{CE57E935-981E-25D8-EB87-5C91E137CA4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4.11 References</a:t>
            </a:r>
          </a:p>
        </p:txBody>
      </p:sp>
      <p:sp>
        <p:nvSpPr>
          <p:cNvPr id="6" name="Marcador de texto 5">
            <a:extLst>
              <a:ext uri="{FF2B5EF4-FFF2-40B4-BE49-F238E27FC236}">
                <a16:creationId xmlns:a16="http://schemas.microsoft.com/office/drawing/2014/main" id="{FE208024-8929-A1BA-41E2-1369A4DBA6F9}"/>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Infrastructure Requirements</a:t>
            </a:r>
          </a:p>
        </p:txBody>
      </p:sp>
      <p:graphicFrame>
        <p:nvGraphicFramePr>
          <p:cNvPr id="3" name="Table 2">
            <a:extLst>
              <a:ext uri="{FF2B5EF4-FFF2-40B4-BE49-F238E27FC236}">
                <a16:creationId xmlns:a16="http://schemas.microsoft.com/office/drawing/2014/main" id="{9460CB67-9CE7-ABA2-D59F-9741CD548588}"/>
              </a:ext>
            </a:extLst>
          </p:cNvPr>
          <p:cNvGraphicFramePr>
            <a:graphicFrameLocks noGrp="1"/>
          </p:cNvGraphicFramePr>
          <p:nvPr>
            <p:extLst>
              <p:ext uri="{D42A27DB-BD31-4B8C-83A1-F6EECF244321}">
                <p14:modId xmlns:p14="http://schemas.microsoft.com/office/powerpoint/2010/main" val="4155833818"/>
              </p:ext>
            </p:extLst>
          </p:nvPr>
        </p:nvGraphicFramePr>
        <p:xfrm>
          <a:off x="705313" y="1006924"/>
          <a:ext cx="9573220" cy="2595880"/>
        </p:xfrm>
        <a:graphic>
          <a:graphicData uri="http://schemas.openxmlformats.org/drawingml/2006/table">
            <a:tbl>
              <a:tblPr firstRow="1" bandRow="1">
                <a:tableStyleId>{6E25E649-3F16-4E02-A733-19D2CDBF48F0}</a:tableStyleId>
              </a:tblPr>
              <a:tblGrid>
                <a:gridCol w="1049372">
                  <a:extLst>
                    <a:ext uri="{9D8B030D-6E8A-4147-A177-3AD203B41FA5}">
                      <a16:colId xmlns:a16="http://schemas.microsoft.com/office/drawing/2014/main" val="20000"/>
                    </a:ext>
                  </a:extLst>
                </a:gridCol>
                <a:gridCol w="8523848">
                  <a:extLst>
                    <a:ext uri="{9D8B030D-6E8A-4147-A177-3AD203B41FA5}">
                      <a16:colId xmlns:a16="http://schemas.microsoft.com/office/drawing/2014/main" val="20001"/>
                    </a:ext>
                  </a:extLst>
                </a:gridCol>
              </a:tblGrid>
              <a:tr h="370840">
                <a:tc>
                  <a:txBody>
                    <a:bodyPr/>
                    <a:lstStyle/>
                    <a:p>
                      <a:pPr algn="ctr"/>
                      <a:r>
                        <a:rPr lang="en-US" dirty="0"/>
                        <a:t>Name</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dirty="0"/>
                        <a:t>Description / URL / Attachment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endParaRPr lang="en-US"/>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endParaRPr lang="en-US"/>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endParaRPr lang="en-US"/>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endParaRPr lang="en-US"/>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732940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SANTANDER">
  <a:themeElements>
    <a:clrScheme name="Personalizado 3">
      <a:dk1>
        <a:sysClr val="windowText" lastClr="000000"/>
      </a:dk1>
      <a:lt1>
        <a:sysClr val="window" lastClr="FFFFFF"/>
      </a:lt1>
      <a:dk2>
        <a:srgbClr val="6E7678"/>
      </a:dk2>
      <a:lt2>
        <a:srgbClr val="E7E6E6"/>
      </a:lt2>
      <a:accent1>
        <a:srgbClr val="EB0000"/>
      </a:accent1>
      <a:accent2>
        <a:srgbClr val="DEEDF1"/>
      </a:accent2>
      <a:accent3>
        <a:srgbClr val="9D3566"/>
      </a:accent3>
      <a:accent4>
        <a:srgbClr val="62B967"/>
      </a:accent4>
      <a:accent5>
        <a:srgbClr val="1AB2BB"/>
      </a:accent5>
      <a:accent6>
        <a:srgbClr val="FFCB32"/>
      </a:accent6>
      <a:hlink>
        <a:srgbClr val="3265FF"/>
      </a:hlink>
      <a:folHlink>
        <a:srgbClr val="954F72"/>
      </a:folHlink>
    </a:clrScheme>
    <a:fontScheme name="Personalizado 66">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SANTANDER" id="{A7931A0C-76EE-415A-A28C-30BEBECE9455}" vid="{C3444778-56DA-482B-9A7D-493CC6A46971}"/>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Personalizado 3">
    <a:dk1>
      <a:sysClr val="windowText" lastClr="000000"/>
    </a:dk1>
    <a:lt1>
      <a:sysClr val="window" lastClr="FFFFFF"/>
    </a:lt1>
    <a:dk2>
      <a:srgbClr val="6E7678"/>
    </a:dk2>
    <a:lt2>
      <a:srgbClr val="E7E6E6"/>
    </a:lt2>
    <a:accent1>
      <a:srgbClr val="EB0000"/>
    </a:accent1>
    <a:accent2>
      <a:srgbClr val="DEEDF1"/>
    </a:accent2>
    <a:accent3>
      <a:srgbClr val="9D3566"/>
    </a:accent3>
    <a:accent4>
      <a:srgbClr val="62B967"/>
    </a:accent4>
    <a:accent5>
      <a:srgbClr val="1AB2BB"/>
    </a:accent5>
    <a:accent6>
      <a:srgbClr val="FFCB32"/>
    </a:accent6>
    <a:hlink>
      <a:srgbClr val="3265FF"/>
    </a:hlink>
    <a:folHlink>
      <a:srgbClr val="954F7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a9a4d068-c905-4774-b659-40df8e123523" xsi:nil="true"/>
    <ExitGate xmlns="4b19d947-0aee-4c2c-92f6-e5a6d3d59fb1">Gate 5</ExitGate>
    <DeliverableName xmlns="4b19d947-0aee-4c2c-92f6-e5a6d3d59fb1" xsi:nil="true"/>
    <ProjectName xmlns="4b19d947-0aee-4c2c-92f6-e5a6d3d59fb1">ALCO - Security Lending</ProjectName>
    <IPMFPhase xmlns="4b19d947-0aee-4c2c-92f6-e5a6d3d59fb1">Execution</IPMFPhase>
    <ProjectID xmlns="4b19d947-0aee-4c2c-92f6-e5a6d3d59fb1">3263</ProjectID>
    <TaskID xmlns="4b19d947-0aee-4c2c-92f6-e5a6d3d59fb1" xsi:nil="true"/>
    <Release xmlns="4b19d947-0aee-4c2c-92f6-e5a6d3d59fb1">R02</Release>
    <TypeID xmlns="4b19d947-0aee-4c2c-92f6-e5a6d3d59fb1">A_S</TypeID>
    <lcf76f155ced4ddcb4097134ff3c332f xmlns="4b19d947-0aee-4c2c-92f6-e5a6d3d59fb1">
      <Terms xmlns="http://schemas.microsoft.com/office/infopath/2007/PartnerControls"/>
    </lcf76f155ced4ddcb4097134ff3c332f>
    <FlowGUID xmlns="4b19d947-0aee-4c2c-92f6-e5a6d3d59fb1" xsi:nil="true"/>
    <CompletedIcon xmlns="4b19d947-0aee-4c2c-92f6-e5a6d3d59fb1" xsi:nil="true"/>
    <Approver xmlns="4b19d947-0aee-4c2c-92f6-e5a6d3d59fb1" xsi:nil="true"/>
    <IPMFID xmlns="4b19d947-0aee-4c2c-92f6-e5a6d3d59fb1" xsi:nil="true"/>
    <TranslationStateDownloadLink xmlns="http://schemas.microsoft.com/sharepoint/v3">
      <Url xsi:nil="true"/>
      <Description xsi:nil="true"/>
    </TranslationStateDownloadLink>
    <ReadyForFlow xmlns="4b19d947-0aee-4c2c-92f6-e5a6d3d59fb1" xsi:nil="true"/>
    <IPMFArtifactID xmlns="4b19d947-0aee-4c2c-92f6-e5a6d3d59fb1" xsi:nil="true"/>
    <Completed xmlns="4b19d947-0aee-4c2c-92f6-e5a6d3d59fb1" xsi:nil="true"/>
    <g11ba78ee44d4604a30d2abb45f83283 xmlns="4b19d947-0aee-4c2c-92f6-e5a6d3d59fb1">
      <Terms xmlns="http://schemas.microsoft.com/office/infopath/2007/PartnerControls"/>
    </g11ba78ee44d4604a30d2abb45f83283>
    <DeliveryHubArtifactTrackerID xmlns="4b19d947-0aee-4c2c-92f6-e5a6d3d59fb1" xsi:nil="true"/>
    <ProgramName xmlns="4b19d947-0aee-4c2c-92f6-e5a6d3d59fb1" xsi:nil="true"/>
    <PriorApproval xmlns="4b19d947-0aee-4c2c-92f6-e5a6d3d59fb1" xsi:nil="true"/>
    <CopyFileFlag xmlns="4b19d947-0aee-4c2c-92f6-e5a6d3d59fb1" xsi:nil="true"/>
    <Coversheet xmlns="4b19d947-0aee-4c2c-92f6-e5a6d3d59fb1" xsi:nil="true"/>
    <ReadyForApproval xmlns="4b19d947-0aee-4c2c-92f6-e5a6d3d59fb1" xsi:nil="true"/>
    <CoversheetChoice xmlns="4b19d947-0aee-4c2c-92f6-e5a6d3d59fb1" xsi:nil="true"/>
    <ItemInTracker xmlns="4b19d947-0aee-4c2c-92f6-e5a6d3d59fb1" xsi:nil="true"/>
    <StatusComments xmlns="4b19d947-0aee-4c2c-92f6-e5a6d3d59fb1" xsi:nil="true"/>
    <Trigger xmlns="4b19d947-0aee-4c2c-92f6-e5a6d3d59fb1" xsi:nil="true"/>
    <BusinessFunction xmlns="4b19d947-0aee-4c2c-92f6-e5a6d3d59fb1" xsi:nil="true"/>
    <Status xmlns="4b19d947-0aee-4c2c-92f6-e5a6d3d59fb1" xsi:nil="true"/>
    <SelectProject xmlns="4b19d947-0aee-4c2c-92f6-e5a6d3d59fb1" xsi:nil="true"/>
    <FilePath xmlns="4b19d947-0aee-4c2c-92f6-e5a6d3d59fb1"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5D486FBC31F5F47BA4B4A6B071A982A" ma:contentTypeVersion="57" ma:contentTypeDescription="Create a new document." ma:contentTypeScope="" ma:versionID="00ff8005fdf1e8f7480875bdd5a7f66a">
  <xsd:schema xmlns:xsd="http://www.w3.org/2001/XMLSchema" xmlns:xs="http://www.w3.org/2001/XMLSchema" xmlns:p="http://schemas.microsoft.com/office/2006/metadata/properties" xmlns:ns1="http://schemas.microsoft.com/sharepoint/v3" xmlns:ns2="4b19d947-0aee-4c2c-92f6-e5a6d3d59fb1" xmlns:ns3="a9a4d068-c905-4774-b659-40df8e123523" targetNamespace="http://schemas.microsoft.com/office/2006/metadata/properties" ma:root="true" ma:fieldsID="91558006f293632ca0204a8e6893f73a" ns1:_="" ns2:_="" ns3:_="">
    <xsd:import namespace="http://schemas.microsoft.com/sharepoint/v3"/>
    <xsd:import namespace="4b19d947-0aee-4c2c-92f6-e5a6d3d59fb1"/>
    <xsd:import namespace="a9a4d068-c905-4774-b659-40df8e123523"/>
    <xsd:element name="properties">
      <xsd:complexType>
        <xsd:sequence>
          <xsd:element name="documentManagement">
            <xsd:complexType>
              <xsd:all>
                <xsd:element ref="ns2:ProjectName" minOccurs="0"/>
                <xsd:element ref="ns2:ProjectID" minOccurs="0"/>
                <xsd:element ref="ns2:CoversheetChoice" minOccurs="0"/>
                <xsd:element ref="ns2:DeliverableName" minOccurs="0"/>
                <xsd:element ref="ns2:SelectProject" minOccurs="0"/>
                <xsd:element ref="ns2:FlowGUID" minOccurs="0"/>
                <xsd:element ref="ns2:Release" minOccurs="0"/>
                <xsd:element ref="ns2:ExitGate" minOccurs="0"/>
                <xsd:element ref="ns2:ItemInTracker" minOccurs="0"/>
                <xsd:element ref="ns2:DeliveryHubArtifactTrackerID" minOccurs="0"/>
                <xsd:element ref="ns2:ReadyForFlow" minOccurs="0"/>
                <xsd:element ref="ns2:FilePath" minOccurs="0"/>
                <xsd:element ref="ns2:CopyFileFlag" minOccurs="0"/>
                <xsd:element ref="ns2:StatusComments" minOccurs="0"/>
                <xsd:element ref="ns2:TaskID" minOccurs="0"/>
                <xsd:element ref="ns2:Trigger" minOccurs="0"/>
                <xsd:element ref="ns2:TypeID" minOccurs="0"/>
                <xsd:element ref="ns2:IPMFID" minOccurs="0"/>
                <xsd:element ref="ns2:BusinessFunction" minOccurs="0"/>
                <xsd:element ref="ns2:Completed" minOccurs="0"/>
                <xsd:element ref="ns2:CompletedIcon" minOccurs="0"/>
                <xsd:element ref="ns2:Coversheet" minOccurs="0"/>
                <xsd:element ref="ns2:IPMFPhase" minOccurs="0"/>
                <xsd:element ref="ns2:IPMFArtifactID" minOccurs="0"/>
                <xsd:element ref="ns2:PriorApproval" minOccurs="0"/>
                <xsd:element ref="ns2:ProgramName" minOccurs="0"/>
                <xsd:element ref="ns2:ReadyForApproval" minOccurs="0"/>
                <xsd:element ref="ns2:Status" minOccurs="0"/>
                <xsd:element ref="ns2:Approver" minOccurs="0"/>
                <xsd:element ref="ns2:SelectProject_x003a_ID" minOccurs="0"/>
                <xsd:element ref="ns2:lcf76f155ced4ddcb4097134ff3c332f" minOccurs="0"/>
                <xsd:element ref="ns3:TaxCatchAll" minOccurs="0"/>
                <xsd:element ref="ns2:MediaServiceMetadata" minOccurs="0"/>
                <xsd:element ref="ns2:MediaServiceFastMetadata" minOccurs="0"/>
                <xsd:element ref="ns2:MediaServiceObjectDetectorVersions"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1:_ip_UnifiedCompliancePolicyProperties" minOccurs="0"/>
                <xsd:element ref="ns1:_ip_UnifiedCompliancePolicyUIAction" minOccurs="0"/>
                <xsd:element ref="ns2:MediaServiceSearchProperties" minOccurs="0"/>
                <xsd:element ref="ns1:TranslationStateDownloadLink" minOccurs="0"/>
                <xsd:element ref="ns2:g11ba78ee44d4604a30d2abb45f83283"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50" nillable="true" ma:displayName="Unified Compliance Policy Properties" ma:hidden="true" ma:internalName="_ip_UnifiedCompliancePolicyProperties">
      <xsd:simpleType>
        <xsd:restriction base="dms:Note"/>
      </xsd:simpleType>
    </xsd:element>
    <xsd:element name="_ip_UnifiedCompliancePolicyUIAction" ma:index="51" nillable="true" ma:displayName="Unified Compliance Policy UI Action" ma:hidden="true" ma:internalName="_ip_UnifiedCompliancePolicyUIAction">
      <xsd:simpleType>
        <xsd:restriction base="dms:Text"/>
      </xsd:simpleType>
    </xsd:element>
    <xsd:element name="TranslationStateDownloadLink" ma:index="53" nillable="true" ma:displayName="Download Link" ma:description="" ma:internalName="TranslationStateDownloadLink">
      <xsd:complexType>
        <xsd:complexContent>
          <xsd:extension base="dms:URL">
            <xsd:sequence>
              <xsd:element name="Url" type="dms:ValidUrl" minOccurs="0" nillable="true"/>
              <xsd:element name="Description" type="xsd:string"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4b19d947-0aee-4c2c-92f6-e5a6d3d59fb1" elementFormDefault="qualified">
    <xsd:import namespace="http://schemas.microsoft.com/office/2006/documentManagement/types"/>
    <xsd:import namespace="http://schemas.microsoft.com/office/infopath/2007/PartnerControls"/>
    <xsd:element name="ProjectName" ma:index="2" nillable="true" ma:displayName="ProjectName" ma:indexed="true" ma:internalName="ProjectName" ma:readOnly="false">
      <xsd:simpleType>
        <xsd:restriction base="dms:Text">
          <xsd:maxLength value="255"/>
        </xsd:restriction>
      </xsd:simpleType>
    </xsd:element>
    <xsd:element name="ProjectID" ma:index="3" nillable="true" ma:displayName="ProjectID" ma:indexed="true" ma:internalName="ProjectID" ma:readOnly="false">
      <xsd:simpleType>
        <xsd:restriction base="dms:Text">
          <xsd:maxLength value="255"/>
        </xsd:restriction>
      </xsd:simpleType>
    </xsd:element>
    <xsd:element name="CoversheetChoice" ma:index="4" nillable="true" ma:displayName="CoversheetChoice" ma:internalName="CoversheetChoice" ma:readOnly="false">
      <xsd:simpleType>
        <xsd:restriction base="dms:Text">
          <xsd:maxLength value="255"/>
        </xsd:restriction>
      </xsd:simpleType>
    </xsd:element>
    <xsd:element name="DeliverableName" ma:index="5" nillable="true" ma:displayName="DeliverableName" ma:indexed="true" ma:internalName="DeliverableName" ma:readOnly="false">
      <xsd:simpleType>
        <xsd:restriction base="dms:Text">
          <xsd:maxLength value="255"/>
        </xsd:restriction>
      </xsd:simpleType>
    </xsd:element>
    <xsd:element name="SelectProject" ma:index="6" nillable="true" ma:displayName="SelectProject" ma:list="{06d5e1ce-f8e8-4c9d-a808-4a3aaa87923a}" ma:internalName="SelectProject" ma:readOnly="false" ma:showField="ProjectName" ma:web="3611249a-3e52-482f-b158-ab6f5cb1606d">
      <xsd:simpleType>
        <xsd:restriction base="dms:Lookup"/>
      </xsd:simpleType>
    </xsd:element>
    <xsd:element name="FlowGUID" ma:index="7" nillable="true" ma:displayName="FlowGUID" ma:internalName="FlowGUID" ma:readOnly="false">
      <xsd:simpleType>
        <xsd:restriction base="dms:Text">
          <xsd:maxLength value="255"/>
        </xsd:restriction>
      </xsd:simpleType>
    </xsd:element>
    <xsd:element name="Release" ma:index="8" nillable="true" ma:displayName="Release" ma:format="Dropdown" ma:internalName="Release" ma:readOnly="false">
      <xsd:simpleType>
        <xsd:restriction base="dms:Choice">
          <xsd:enumeration value="ALL"/>
          <xsd:enumeration value="R01"/>
          <xsd:enumeration value="R02"/>
          <xsd:enumeration value="R03"/>
          <xsd:enumeration value="R04"/>
          <xsd:enumeration value="R05"/>
          <xsd:enumeration value="R06"/>
          <xsd:enumeration value="R07"/>
          <xsd:enumeration value="R08"/>
          <xsd:enumeration value="R09"/>
          <xsd:enumeration value="R10"/>
          <xsd:enumeration value="R11"/>
          <xsd:enumeration value="R12"/>
          <xsd:enumeration value="R13"/>
          <xsd:enumeration value="R14"/>
          <xsd:enumeration value="R15"/>
          <xsd:enumeration value="R16"/>
          <xsd:enumeration value="R17"/>
          <xsd:enumeration value="R18"/>
          <xsd:enumeration value="R19"/>
          <xsd:enumeration value="R20"/>
          <xsd:enumeration value="R21"/>
          <xsd:enumeration value="R22"/>
          <xsd:enumeration value="R23"/>
          <xsd:enumeration value="R24"/>
          <xsd:enumeration value="R25"/>
          <xsd:enumeration value="R26"/>
          <xsd:enumeration value="R27"/>
          <xsd:enumeration value="R28"/>
          <xsd:enumeration value="R29"/>
          <xsd:enumeration value="R30"/>
          <xsd:enumeration value="R31"/>
          <xsd:enumeration value="R32"/>
          <xsd:enumeration value="R33"/>
          <xsd:enumeration value="R34"/>
          <xsd:enumeration value="R35"/>
          <xsd:enumeration value="R36"/>
          <xsd:enumeration value="R37"/>
          <xsd:enumeration value="R38"/>
          <xsd:enumeration value="R39"/>
          <xsd:enumeration value="R40"/>
        </xsd:restriction>
      </xsd:simpleType>
    </xsd:element>
    <xsd:element name="ExitGate" ma:index="9" nillable="true" ma:displayName="ExitGate" ma:indexed="true" ma:internalName="ExitGate" ma:readOnly="false">
      <xsd:simpleType>
        <xsd:restriction base="dms:Text">
          <xsd:maxLength value="255"/>
        </xsd:restriction>
      </xsd:simpleType>
    </xsd:element>
    <xsd:element name="ItemInTracker" ma:index="10" nillable="true" ma:displayName="ItemInTracker" ma:indexed="true" ma:internalName="ItemInTracker" ma:readOnly="false">
      <xsd:simpleType>
        <xsd:restriction base="dms:Text">
          <xsd:maxLength value="255"/>
        </xsd:restriction>
      </xsd:simpleType>
    </xsd:element>
    <xsd:element name="DeliveryHubArtifactTrackerID" ma:index="11" nillable="true" ma:displayName="DeliveryHubArtifactTrackerID" ma:decimals="0" ma:internalName="DeliveryHubArtifactTrackerID" ma:readOnly="false" ma:percentage="FALSE">
      <xsd:simpleType>
        <xsd:restriction base="dms:Number"/>
      </xsd:simpleType>
    </xsd:element>
    <xsd:element name="ReadyForFlow" ma:index="12" nillable="true" ma:displayName="ReadyForFlow" ma:indexed="true" ma:internalName="ReadyForFlow" ma:readOnly="false">
      <xsd:simpleType>
        <xsd:restriction base="dms:Text">
          <xsd:maxLength value="255"/>
        </xsd:restriction>
      </xsd:simpleType>
    </xsd:element>
    <xsd:element name="FilePath" ma:index="13" nillable="true" ma:displayName="FilePath" ma:internalName="FilePath" ma:readOnly="false">
      <xsd:simpleType>
        <xsd:restriction base="dms:Text">
          <xsd:maxLength value="255"/>
        </xsd:restriction>
      </xsd:simpleType>
    </xsd:element>
    <xsd:element name="CopyFileFlag" ma:index="14" nillable="true" ma:displayName="CopyFileFlag" ma:internalName="CopyFileFlag" ma:readOnly="false">
      <xsd:simpleType>
        <xsd:restriction base="dms:Text">
          <xsd:maxLength value="255"/>
        </xsd:restriction>
      </xsd:simpleType>
    </xsd:element>
    <xsd:element name="StatusComments" ma:index="15" nillable="true" ma:displayName="StatusComments" ma:hidden="true" ma:internalName="StatusComments" ma:readOnly="false">
      <xsd:simpleType>
        <xsd:restriction base="dms:Note"/>
      </xsd:simpleType>
    </xsd:element>
    <xsd:element name="TaskID" ma:index="16" nillable="true" ma:displayName="TaskID" ma:hidden="true" ma:internalName="TaskID" ma:readOnly="false">
      <xsd:simpleType>
        <xsd:restriction base="dms:Text">
          <xsd:maxLength value="255"/>
        </xsd:restriction>
      </xsd:simpleType>
    </xsd:element>
    <xsd:element name="Trigger" ma:index="17" nillable="true" ma:displayName="Trigger" ma:hidden="true" ma:internalName="Trigger" ma:readOnly="false">
      <xsd:simpleType>
        <xsd:restriction base="dms:Text">
          <xsd:maxLength value="255"/>
        </xsd:restriction>
      </xsd:simpleType>
    </xsd:element>
    <xsd:element name="TypeID" ma:index="18" nillable="true" ma:displayName="TypeID" ma:hidden="true" ma:internalName="TypeID" ma:readOnly="false">
      <xsd:simpleType>
        <xsd:restriction base="dms:Text">
          <xsd:maxLength value="255"/>
        </xsd:restriction>
      </xsd:simpleType>
    </xsd:element>
    <xsd:element name="IPMFID" ma:index="19" nillable="true" ma:displayName="IPMFID" ma:hidden="true" ma:internalName="IPMFID" ma:readOnly="false">
      <xsd:simpleType>
        <xsd:restriction base="dms:Text">
          <xsd:maxLength value="255"/>
        </xsd:restriction>
      </xsd:simpleType>
    </xsd:element>
    <xsd:element name="BusinessFunction" ma:index="24" nillable="true" ma:displayName="BusinessFunction" ma:hidden="true" ma:internalName="BusinessFunction" ma:readOnly="false">
      <xsd:simpleType>
        <xsd:restriction base="dms:Text">
          <xsd:maxLength value="255"/>
        </xsd:restriction>
      </xsd:simpleType>
    </xsd:element>
    <xsd:element name="Completed" ma:index="25" nillable="true" ma:displayName="Completed" ma:hidden="true" ma:internalName="Completed" ma:readOnly="false">
      <xsd:simpleType>
        <xsd:restriction base="dms:Text">
          <xsd:maxLength value="255"/>
        </xsd:restriction>
      </xsd:simpleType>
    </xsd:element>
    <xsd:element name="CompletedIcon" ma:index="26" nillable="true" ma:displayName="CompletedIcon" ma:hidden="true" ma:internalName="CompletedIcon" ma:readOnly="false">
      <xsd:simpleType>
        <xsd:restriction base="dms:Text">
          <xsd:maxLength value="255"/>
        </xsd:restriction>
      </xsd:simpleType>
    </xsd:element>
    <xsd:element name="Coversheet" ma:index="27" nillable="true" ma:displayName="Coversheet" ma:hidden="true" ma:internalName="Coversheet" ma:readOnly="false">
      <xsd:simpleType>
        <xsd:restriction base="dms:Text">
          <xsd:maxLength value="255"/>
        </xsd:restriction>
      </xsd:simpleType>
    </xsd:element>
    <xsd:element name="IPMFPhase" ma:index="28" nillable="true" ma:displayName="IPMFPhase" ma:hidden="true" ma:internalName="IPMFPhase" ma:readOnly="false">
      <xsd:simpleType>
        <xsd:restriction base="dms:Text">
          <xsd:maxLength value="255"/>
        </xsd:restriction>
      </xsd:simpleType>
    </xsd:element>
    <xsd:element name="IPMFArtifactID" ma:index="29" nillable="true" ma:displayName="IPMFArtifactID" ma:hidden="true" ma:internalName="IPMFArtifactID" ma:readOnly="false">
      <xsd:simpleType>
        <xsd:restriction base="dms:Text">
          <xsd:maxLength value="255"/>
        </xsd:restriction>
      </xsd:simpleType>
    </xsd:element>
    <xsd:element name="PriorApproval" ma:index="30" nillable="true" ma:displayName="PriorApproval" ma:hidden="true" ma:internalName="PriorApproval" ma:readOnly="false">
      <xsd:simpleType>
        <xsd:restriction base="dms:Text">
          <xsd:maxLength value="255"/>
        </xsd:restriction>
      </xsd:simpleType>
    </xsd:element>
    <xsd:element name="ProgramName" ma:index="31" nillable="true" ma:displayName="ProgramName" ma:hidden="true" ma:internalName="ProgramName" ma:readOnly="false">
      <xsd:simpleType>
        <xsd:restriction base="dms:Text">
          <xsd:maxLength value="255"/>
        </xsd:restriction>
      </xsd:simpleType>
    </xsd:element>
    <xsd:element name="ReadyForApproval" ma:index="34" nillable="true" ma:displayName="ReadyForApproval" ma:hidden="true" ma:internalName="ReadyForApproval" ma:readOnly="false">
      <xsd:simpleType>
        <xsd:restriction base="dms:Text">
          <xsd:maxLength value="255"/>
        </xsd:restriction>
      </xsd:simpleType>
    </xsd:element>
    <xsd:element name="Status" ma:index="35" nillable="true" ma:displayName="Status" ma:hidden="true" ma:internalName="Status" ma:readOnly="false">
      <xsd:simpleType>
        <xsd:restriction base="dms:Text">
          <xsd:maxLength value="255"/>
        </xsd:restriction>
      </xsd:simpleType>
    </xsd:element>
    <xsd:element name="Approver" ma:index="36" nillable="true" ma:displayName="Approver" ma:hidden="true" ma:internalName="Approver" ma:readOnly="false">
      <xsd:simpleType>
        <xsd:restriction base="dms:Text">
          <xsd:maxLength value="255"/>
        </xsd:restriction>
      </xsd:simpleType>
    </xsd:element>
    <xsd:element name="SelectProject_x003a_ID" ma:index="37" nillable="true" ma:displayName="SelectProject:ID" ma:list="{06d5e1ce-f8e8-4c9d-a808-4a3aaa87923a}" ma:internalName="SelectProject_x003a_ID" ma:readOnly="true" ma:showField="ID" ma:web="3611249a-3e52-482f-b158-ab6f5cb1606d">
      <xsd:simpleType>
        <xsd:restriction base="dms:Lookup"/>
      </xsd:simpleType>
    </xsd:element>
    <xsd:element name="lcf76f155ced4ddcb4097134ff3c332f" ma:index="39" nillable="true" ma:taxonomy="true" ma:internalName="lcf76f155ced4ddcb4097134ff3c332f" ma:taxonomyFieldName="MediaServiceImageTags" ma:displayName="Image Tags" ma:readOnly="false" ma:fieldId="{5cf76f15-5ced-4ddc-b409-7134ff3c332f}" ma:taxonomyMulti="true" ma:sspId="e471ada5-31db-43fa-8830-84ca9293ff45" ma:termSetId="09814cd3-568e-fe90-9814-8d621ff8fb84" ma:anchorId="fba54fb3-c3e1-fe81-a776-ca4b69148c4d" ma:open="true" ma:isKeyword="false">
      <xsd:complexType>
        <xsd:sequence>
          <xsd:element ref="pc:Terms" minOccurs="0" maxOccurs="1"/>
        </xsd:sequence>
      </xsd:complexType>
    </xsd:element>
    <xsd:element name="MediaServiceMetadata" ma:index="41" nillable="true" ma:displayName="MediaServiceMetadata" ma:hidden="true" ma:internalName="MediaServiceMetadata" ma:readOnly="true">
      <xsd:simpleType>
        <xsd:restriction base="dms:Note"/>
      </xsd:simpleType>
    </xsd:element>
    <xsd:element name="MediaServiceFastMetadata" ma:index="42" nillable="true" ma:displayName="MediaServiceFastMetadata" ma:hidden="true" ma:internalName="MediaServiceFastMetadata" ma:readOnly="true">
      <xsd:simpleType>
        <xsd:restriction base="dms:Note"/>
      </xsd:simpleType>
    </xsd:element>
    <xsd:element name="MediaServiceObjectDetectorVersions" ma:index="43" nillable="true" ma:displayName="MediaServiceObjectDetectorVersions" ma:description="" ma:hidden="true" ma:internalName="MediaServiceObjectDetectorVersions" ma:readOnly="true">
      <xsd:simpleType>
        <xsd:restriction base="dms:Text"/>
      </xsd:simpleType>
    </xsd:element>
    <xsd:element name="MediaServiceOCR" ma:index="44" nillable="true" ma:displayName="Extracted Text" ma:internalName="MediaServiceOCR" ma:readOnly="true">
      <xsd:simpleType>
        <xsd:restriction base="dms:Note">
          <xsd:maxLength value="255"/>
        </xsd:restriction>
      </xsd:simpleType>
    </xsd:element>
    <xsd:element name="MediaServiceGenerationTime" ma:index="45" nillable="true" ma:displayName="MediaServiceGenerationTime" ma:hidden="true" ma:internalName="MediaServiceGenerationTime" ma:readOnly="true">
      <xsd:simpleType>
        <xsd:restriction base="dms:Text"/>
      </xsd:simpleType>
    </xsd:element>
    <xsd:element name="MediaServiceEventHashCode" ma:index="46" nillable="true" ma:displayName="MediaServiceEventHashCode" ma:hidden="true" ma:internalName="MediaServiceEventHashCode" ma:readOnly="true">
      <xsd:simpleType>
        <xsd:restriction base="dms:Text"/>
      </xsd:simpleType>
    </xsd:element>
    <xsd:element name="MediaServiceDateTaken" ma:index="47" nillable="true" ma:displayName="MediaServiceDateTaken" ma:description="" ma:hidden="true" ma:internalName="MediaServiceDateTaken" ma:readOnly="true">
      <xsd:simpleType>
        <xsd:restriction base="dms:Text"/>
      </xsd:simpleType>
    </xsd:element>
    <xsd:element name="MediaServiceSearchProperties" ma:index="52" nillable="true" ma:displayName="MediaServiceSearchProperties" ma:hidden="true" ma:internalName="MediaServiceSearchProperties" ma:readOnly="true">
      <xsd:simpleType>
        <xsd:restriction base="dms:Note"/>
      </xsd:simpleType>
    </xsd:element>
    <xsd:element name="g11ba78ee44d4604a30d2abb45f83283" ma:index="55" nillable="true" ma:taxonomy="true" ma:internalName="g11ba78ee44d4604a30d2abb45f83283" ma:taxonomyFieldName="Record_x0020_Type" ma:displayName="Record Type" ma:fieldId="{011ba78e-e44d-4604-a30d-2abb45f83283}" ma:sspId="e471ada5-31db-43fa-8830-84ca9293ff45" ma:termSetId="3684b711-0fc2-430f-9bb6-14cf8daf0c91" ma:anchorId="00000000-0000-0000-0000-000000000000" ma:open="false" ma:isKeyword="false">
      <xsd:complexType>
        <xsd:sequence>
          <xsd:element ref="pc:Terms" minOccurs="0" maxOccurs="1"/>
        </xsd:sequence>
      </xsd:complexType>
    </xsd:element>
    <xsd:element name="MediaServiceBillingMetadata" ma:index="5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9a4d068-c905-4774-b659-40df8e123523" elementFormDefault="qualified">
    <xsd:import namespace="http://schemas.microsoft.com/office/2006/documentManagement/types"/>
    <xsd:import namespace="http://schemas.microsoft.com/office/infopath/2007/PartnerControls"/>
    <xsd:element name="TaxCatchAll" ma:index="40" nillable="true" ma:displayName="Taxonomy Catch All Column" ma:hidden="true" ma:list="{df0259b7-cd6d-48a5-8300-8811b007095a}" ma:internalName="TaxCatchAll" ma:showField="CatchAllData" ma:web="a9a4d068-c905-4774-b659-40df8e123523">
      <xsd:complexType>
        <xsd:complexContent>
          <xsd:extension base="dms:MultiChoiceLookup">
            <xsd:sequence>
              <xsd:element name="Value" type="dms:Lookup" maxOccurs="unbounded" minOccurs="0" nillable="true"/>
            </xsd:sequence>
          </xsd:extension>
        </xsd:complexContent>
      </xsd:complexType>
    </xsd:element>
    <xsd:element name="SharedWithUsers" ma:index="48" nillable="true" ma:displayName="Shared With" ma:SearchPeopleOnly="false" ma:SharePointGroup="0" ma:internalName="SharedWithUsers" ma:readOnly="true" ma:showField="ImnNam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4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32"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B76FAD3-AF17-47E8-93FF-10A5DF74BDD0}">
  <ds:schemaRefs>
    <ds:schemaRef ds:uri="http://schemas.microsoft.com/office/2006/metadata/properties"/>
    <ds:schemaRef ds:uri="http://schemas.microsoft.com/office/infopath/2007/PartnerControls"/>
    <ds:schemaRef ds:uri="7b72b7f5-8a94-4ed8-9c3b-621e3bb18844"/>
    <ds:schemaRef ds:uri="http://schemas.microsoft.com/sharepoint/v3"/>
    <ds:schemaRef ds:uri="a9a4d068-c905-4774-b659-40df8e123523"/>
    <ds:schemaRef ds:uri="4b19d947-0aee-4c2c-92f6-e5a6d3d59fb1"/>
  </ds:schemaRefs>
</ds:datastoreItem>
</file>

<file path=customXml/itemProps2.xml><?xml version="1.0" encoding="utf-8"?>
<ds:datastoreItem xmlns:ds="http://schemas.openxmlformats.org/officeDocument/2006/customXml" ds:itemID="{F1E1A856-0F3B-4809-BB3C-C27961E0174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4b19d947-0aee-4c2c-92f6-e5a6d3d59fb1"/>
    <ds:schemaRef ds:uri="a9a4d068-c905-4774-b659-40df8e12352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D001790-A930-48C8-BD8C-9AB0ADFF924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57627</TotalTime>
  <Words>4759</Words>
  <Application>Microsoft Office PowerPoint</Application>
  <PresentationFormat>Widescreen</PresentationFormat>
  <Paragraphs>1004</Paragraphs>
  <Slides>43</Slides>
  <Notes>3</Notes>
  <HiddenSlides>0</HiddenSlides>
  <MMClips>0</MMClips>
  <ScaleCrop>false</ScaleCrop>
  <HeadingPairs>
    <vt:vector size="4" baseType="variant">
      <vt:variant>
        <vt:lpstr>Theme</vt:lpstr>
      </vt:variant>
      <vt:variant>
        <vt:i4>1</vt:i4>
      </vt:variant>
      <vt:variant>
        <vt:lpstr>Slide Titles</vt:lpstr>
      </vt:variant>
      <vt:variant>
        <vt:i4>43</vt:i4>
      </vt:variant>
    </vt:vector>
  </HeadingPairs>
  <TitlesOfParts>
    <vt:vector size="44" baseType="lpstr">
      <vt:lpstr>SANTANDER</vt:lpstr>
      <vt:lpstr>Single Design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Single Design</dc:title>
  <dc:creator>Presentalia (info@presentalia.com)</dc:creator>
  <cp:lastModifiedBy>Marcus Medeiros Carneiro Simoes</cp:lastModifiedBy>
  <cp:revision>304</cp:revision>
  <dcterms:created xsi:type="dcterms:W3CDTF">2018-03-19T11:10:43Z</dcterms:created>
  <dcterms:modified xsi:type="dcterms:W3CDTF">2026-10-28T19:28:41Z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0f90fca-59d9-4aac-bcc2-47e1f4ce48b8_Enabled">
    <vt:lpwstr>true</vt:lpwstr>
  </property>
  <property fmtid="{D5CDD505-2E9C-101B-9397-08002B2CF9AE}" pid="3" name="MSIP_Label_e0f90fca-59d9-4aac-bcc2-47e1f4ce48b8_SetDate">
    <vt:lpwstr>2023-07-24T13:27:49Z</vt:lpwstr>
  </property>
  <property fmtid="{D5CDD505-2E9C-101B-9397-08002B2CF9AE}" pid="4" name="MSIP_Label_e0f90fca-59d9-4aac-bcc2-47e1f4ce48b8_Method">
    <vt:lpwstr>Standard</vt:lpwstr>
  </property>
  <property fmtid="{D5CDD505-2E9C-101B-9397-08002B2CF9AE}" pid="5" name="MSIP_Label_e0f90fca-59d9-4aac-bcc2-47e1f4ce48b8_Name">
    <vt:lpwstr>US Confidential</vt:lpwstr>
  </property>
  <property fmtid="{D5CDD505-2E9C-101B-9397-08002B2CF9AE}" pid="6" name="MSIP_Label_e0f90fca-59d9-4aac-bcc2-47e1f4ce48b8_SiteId">
    <vt:lpwstr>35595a02-4d6d-44ac-99e1-f9ab4cd872db</vt:lpwstr>
  </property>
  <property fmtid="{D5CDD505-2E9C-101B-9397-08002B2CF9AE}" pid="7" name="MSIP_Label_e0f90fca-59d9-4aac-bcc2-47e1f4ce48b8_ActionId">
    <vt:lpwstr>569dff0f-3cae-441e-af4f-819a7afdf823</vt:lpwstr>
  </property>
  <property fmtid="{D5CDD505-2E9C-101B-9397-08002B2CF9AE}" pid="8" name="MSIP_Label_e0f90fca-59d9-4aac-bcc2-47e1f4ce48b8_ContentBits">
    <vt:lpwstr>1</vt:lpwstr>
  </property>
  <property fmtid="{D5CDD505-2E9C-101B-9397-08002B2CF9AE}" pid="9" name="ContentTypeId">
    <vt:lpwstr>0x01010035D486FBC31F5F47BA4B4A6B071A982A</vt:lpwstr>
  </property>
  <property fmtid="{D5CDD505-2E9C-101B-9397-08002B2CF9AE}" pid="10" name="MediaServiceImageTags">
    <vt:lpwstr/>
  </property>
  <property fmtid="{D5CDD505-2E9C-101B-9397-08002B2CF9AE}" pid="11" name="Record Type">
    <vt:lpwstr/>
  </property>
  <property fmtid="{D5CDD505-2E9C-101B-9397-08002B2CF9AE}" pid="12" name="Record_x0020_Type">
    <vt:lpwstr/>
  </property>
</Properties>
</file>